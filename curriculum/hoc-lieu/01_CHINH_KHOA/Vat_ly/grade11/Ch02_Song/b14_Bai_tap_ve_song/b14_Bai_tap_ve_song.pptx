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1" r:id="rId3"/>
    <p:sldMasterId id="2147483676" r:id="rId4"/>
    <p:sldMasterId id="2147483678" r:id="rId5"/>
    <p:sldMasterId id="2147483680" r:id="rId6"/>
    <p:sldMasterId id="2147483692" r:id="rId7"/>
    <p:sldMasterId id="2147483694" r:id="rId8"/>
    <p:sldMasterId id="2147483696" r:id="rId9"/>
  </p:sldMasterIdLst>
  <p:notesMasterIdLst>
    <p:notesMasterId r:id="rId11"/>
  </p:notesMasterIdLst>
  <p:sldIdLst>
    <p:sldId id="256" r:id="rId10"/>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 name="Google Shape;4;n"/>
          <p:cNvSpPr txBox="1"/>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
        <p:nvSpPr>
          <p:cNvPr id="7" name="Google Shape;7;n"/>
          <p:cNvSpPr txBox="1"/>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 name="Google Shape;8;n"/>
          <p:cNvSpPr txBox="1"/>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704020202020204"/>
              <a:buNone/>
            </a:pPr>
            <a:fld id="{00000000-1234-1234-1234-123412341234}" type="slidenum">
              <a:rPr lang="en-US" sz="1200" b="0" i="0" u="none" strike="noStrike" cap="none">
                <a:solidFill>
                  <a:srgbClr val="000000"/>
                </a:solidFill>
                <a:latin typeface="Arial" panose="020B0704020202020204"/>
                <a:ea typeface="Arial" panose="020B0704020202020204"/>
                <a:cs typeface="Arial" panose="020B0704020202020204"/>
                <a:sym typeface="Arial" panose="020B0704020202020204"/>
              </a:rPr>
            </a:fld>
            <a:endParaRPr lang="en-US" sz="12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4" name="Google Shape;354;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1" name="Shape 361"/>
        <p:cNvGrpSpPr/>
        <p:nvPr/>
      </p:nvGrpSpPr>
      <p:grpSpPr>
        <a:xfrm>
          <a:off x="0" y="0"/>
          <a:ext cx="0" cy="0"/>
          <a:chOff x="0" y="0"/>
          <a:chExt cx="0" cy="0"/>
        </a:xfrm>
      </p:grpSpPr>
      <p:sp>
        <p:nvSpPr>
          <p:cNvPr id="362" name="Google Shape;362;p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3" name="Google Shape;363;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p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9" name="Google Shape;369;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7" name="Shape 377"/>
        <p:cNvGrpSpPr/>
        <p:nvPr/>
      </p:nvGrpSpPr>
      <p:grpSpPr>
        <a:xfrm>
          <a:off x="0" y="0"/>
          <a:ext cx="0" cy="0"/>
          <a:chOff x="0" y="0"/>
          <a:chExt cx="0" cy="0"/>
        </a:xfrm>
      </p:grpSpPr>
      <p:sp>
        <p:nvSpPr>
          <p:cNvPr id="378" name="Google Shape;378;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9" name="Google Shape;379;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5" name="Shape 405"/>
        <p:cNvGrpSpPr/>
        <p:nvPr/>
      </p:nvGrpSpPr>
      <p:grpSpPr>
        <a:xfrm>
          <a:off x="0" y="0"/>
          <a:ext cx="0" cy="0"/>
          <a:chOff x="0" y="0"/>
          <a:chExt cx="0" cy="0"/>
        </a:xfrm>
      </p:grpSpPr>
      <p:sp>
        <p:nvSpPr>
          <p:cNvPr id="406" name="Google Shape;406;p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600"/>
              <a:buFont typeface="Times New Roman" panose="02020603050405020304"/>
              <a:buNone/>
            </a:pPr>
            <a:fld id="{00000000-1234-1234-1234-123412341234}" type="slidenum">
              <a:rPr lang="en-US" sz="16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lang="en-US" sz="16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7" name="Google Shape;407;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5" name="Shape 425"/>
        <p:cNvGrpSpPr/>
        <p:nvPr/>
      </p:nvGrpSpPr>
      <p:grpSpPr>
        <a:xfrm>
          <a:off x="0" y="0"/>
          <a:ext cx="0" cy="0"/>
          <a:chOff x="0" y="0"/>
          <a:chExt cx="0" cy="0"/>
        </a:xfrm>
      </p:grpSpPr>
      <p:sp>
        <p:nvSpPr>
          <p:cNvPr id="426" name="Google Shape;426;p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7" name="Google Shape;427;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5" name="Shape 445"/>
        <p:cNvGrpSpPr/>
        <p:nvPr/>
      </p:nvGrpSpPr>
      <p:grpSpPr>
        <a:xfrm>
          <a:off x="0" y="0"/>
          <a:ext cx="0" cy="0"/>
          <a:chOff x="0" y="0"/>
          <a:chExt cx="0" cy="0"/>
        </a:xfrm>
      </p:grpSpPr>
      <p:sp>
        <p:nvSpPr>
          <p:cNvPr id="446" name="Google Shape;446;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7" name="Google Shape;447;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3" name="Shape 463"/>
        <p:cNvGrpSpPr/>
        <p:nvPr/>
      </p:nvGrpSpPr>
      <p:grpSpPr>
        <a:xfrm>
          <a:off x="0" y="0"/>
          <a:ext cx="0" cy="0"/>
          <a:chOff x="0" y="0"/>
          <a:chExt cx="0" cy="0"/>
        </a:xfrm>
      </p:grpSpPr>
      <p:sp>
        <p:nvSpPr>
          <p:cNvPr id="464" name="Google Shape;464;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5" name="Google Shape;465;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6" name="Shape 486"/>
        <p:cNvGrpSpPr/>
        <p:nvPr/>
      </p:nvGrpSpPr>
      <p:grpSpPr>
        <a:xfrm>
          <a:off x="0" y="0"/>
          <a:ext cx="0" cy="0"/>
          <a:chOff x="0" y="0"/>
          <a:chExt cx="0" cy="0"/>
        </a:xfrm>
      </p:grpSpPr>
      <p:sp>
        <p:nvSpPr>
          <p:cNvPr id="487" name="Google Shape;487;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8" name="Google Shape;488;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1" name="Shape 511"/>
        <p:cNvGrpSpPr/>
        <p:nvPr/>
      </p:nvGrpSpPr>
      <p:grpSpPr>
        <a:xfrm>
          <a:off x="0" y="0"/>
          <a:ext cx="0" cy="0"/>
          <a:chOff x="0" y="0"/>
          <a:chExt cx="0" cy="0"/>
        </a:xfrm>
      </p:grpSpPr>
      <p:sp>
        <p:nvSpPr>
          <p:cNvPr id="512" name="Google Shape;512;p1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600"/>
              <a:buFont typeface="Times New Roman" panose="02020603050405020304"/>
              <a:buNone/>
            </a:pPr>
            <a:fld id="{00000000-1234-1234-1234-123412341234}" type="slidenum">
              <a:rPr lang="en-US" sz="16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lang="en-US" sz="16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3" name="Google Shape;513;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4" name="Google Shape;514;p1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0" name="Shape 530"/>
        <p:cNvGrpSpPr/>
        <p:nvPr/>
      </p:nvGrpSpPr>
      <p:grpSpPr>
        <a:xfrm>
          <a:off x="0" y="0"/>
          <a:ext cx="0" cy="0"/>
          <a:chOff x="0" y="0"/>
          <a:chExt cx="0" cy="0"/>
        </a:xfrm>
      </p:grpSpPr>
      <p:sp>
        <p:nvSpPr>
          <p:cNvPr id="531" name="Google Shape;531;p1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2" name="Google Shape;532;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5" name="Shape 545"/>
        <p:cNvGrpSpPr/>
        <p:nvPr/>
      </p:nvGrpSpPr>
      <p:grpSpPr>
        <a:xfrm>
          <a:off x="0" y="0"/>
          <a:ext cx="0" cy="0"/>
          <a:chOff x="0" y="0"/>
          <a:chExt cx="0" cy="0"/>
        </a:xfrm>
      </p:grpSpPr>
      <p:sp>
        <p:nvSpPr>
          <p:cNvPr id="546" name="Google Shape;546;p1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7" name="Google Shape;547;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6" name="Shape 556"/>
        <p:cNvGrpSpPr/>
        <p:nvPr/>
      </p:nvGrpSpPr>
      <p:grpSpPr>
        <a:xfrm>
          <a:off x="0" y="0"/>
          <a:ext cx="0" cy="0"/>
          <a:chOff x="0" y="0"/>
          <a:chExt cx="0" cy="0"/>
        </a:xfrm>
      </p:grpSpPr>
      <p:sp>
        <p:nvSpPr>
          <p:cNvPr id="557" name="Google Shape;557;p1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8" name="Google Shape;558;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p1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5" name="Google Shape;565;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6" name="Shape 576"/>
        <p:cNvGrpSpPr/>
        <p:nvPr/>
      </p:nvGrpSpPr>
      <p:grpSpPr>
        <a:xfrm>
          <a:off x="0" y="0"/>
          <a:ext cx="0" cy="0"/>
          <a:chOff x="0" y="0"/>
          <a:chExt cx="0" cy="0"/>
        </a:xfrm>
      </p:grpSpPr>
      <p:sp>
        <p:nvSpPr>
          <p:cNvPr id="577" name="Google Shape;577;p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8" name="Google Shape;578;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2" name="Shape 592"/>
        <p:cNvGrpSpPr/>
        <p:nvPr/>
      </p:nvGrpSpPr>
      <p:grpSpPr>
        <a:xfrm>
          <a:off x="0" y="0"/>
          <a:ext cx="0" cy="0"/>
          <a:chOff x="0" y="0"/>
          <a:chExt cx="0" cy="0"/>
        </a:xfrm>
      </p:grpSpPr>
      <p:sp>
        <p:nvSpPr>
          <p:cNvPr id="593" name="Google Shape;593;p1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4" name="Google Shape;594;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4" name="Shape 604"/>
        <p:cNvGrpSpPr/>
        <p:nvPr/>
      </p:nvGrpSpPr>
      <p:grpSpPr>
        <a:xfrm>
          <a:off x="0" y="0"/>
          <a:ext cx="0" cy="0"/>
          <a:chOff x="0" y="0"/>
          <a:chExt cx="0" cy="0"/>
        </a:xfrm>
      </p:grpSpPr>
      <p:sp>
        <p:nvSpPr>
          <p:cNvPr id="605" name="Google Shape;605;p1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6" name="Google Shape;606;p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1" name="Shape 611"/>
        <p:cNvGrpSpPr/>
        <p:nvPr/>
      </p:nvGrpSpPr>
      <p:grpSpPr>
        <a:xfrm>
          <a:off x="0" y="0"/>
          <a:ext cx="0" cy="0"/>
          <a:chOff x="0" y="0"/>
          <a:chExt cx="0" cy="0"/>
        </a:xfrm>
      </p:grpSpPr>
      <p:sp>
        <p:nvSpPr>
          <p:cNvPr id="612" name="Google Shape;612;p1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3" name="Google Shape;613;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0" name="Shape 640"/>
        <p:cNvGrpSpPr/>
        <p:nvPr/>
      </p:nvGrpSpPr>
      <p:grpSpPr>
        <a:xfrm>
          <a:off x="0" y="0"/>
          <a:ext cx="0" cy="0"/>
          <a:chOff x="0" y="0"/>
          <a:chExt cx="0" cy="0"/>
        </a:xfrm>
      </p:grpSpPr>
      <p:sp>
        <p:nvSpPr>
          <p:cNvPr id="641" name="Google Shape;641;p1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2" name="Google Shape;642;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5" name="Shape 655"/>
        <p:cNvGrpSpPr/>
        <p:nvPr/>
      </p:nvGrpSpPr>
      <p:grpSpPr>
        <a:xfrm>
          <a:off x="0" y="0"/>
          <a:ext cx="0" cy="0"/>
          <a:chOff x="0" y="0"/>
          <a:chExt cx="0" cy="0"/>
        </a:xfrm>
      </p:grpSpPr>
      <p:sp>
        <p:nvSpPr>
          <p:cNvPr id="656" name="Google Shape;656;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57" name="Google Shape;657;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3" name="Shape 663"/>
        <p:cNvGrpSpPr/>
        <p:nvPr/>
      </p:nvGrpSpPr>
      <p:grpSpPr>
        <a:xfrm>
          <a:off x="0" y="0"/>
          <a:ext cx="0" cy="0"/>
          <a:chOff x="0" y="0"/>
          <a:chExt cx="0" cy="0"/>
        </a:xfrm>
      </p:grpSpPr>
      <p:sp>
        <p:nvSpPr>
          <p:cNvPr id="664" name="Google Shape;664;p2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5" name="Google Shape;665;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2" name="Shape 672"/>
        <p:cNvGrpSpPr/>
        <p:nvPr/>
      </p:nvGrpSpPr>
      <p:grpSpPr>
        <a:xfrm>
          <a:off x="0" y="0"/>
          <a:ext cx="0" cy="0"/>
          <a:chOff x="0" y="0"/>
          <a:chExt cx="0" cy="0"/>
        </a:xfrm>
      </p:grpSpPr>
      <p:sp>
        <p:nvSpPr>
          <p:cNvPr id="673" name="Google Shape;673;p2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4" name="Google Shape;674;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1" name="Shape 681"/>
        <p:cNvGrpSpPr/>
        <p:nvPr/>
      </p:nvGrpSpPr>
      <p:grpSpPr>
        <a:xfrm>
          <a:off x="0" y="0"/>
          <a:ext cx="0" cy="0"/>
          <a:chOff x="0" y="0"/>
          <a:chExt cx="0" cy="0"/>
        </a:xfrm>
      </p:grpSpPr>
      <p:sp>
        <p:nvSpPr>
          <p:cNvPr id="682" name="Google Shape;682;p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3" name="Google Shape;683;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0" name="Shape 690"/>
        <p:cNvGrpSpPr/>
        <p:nvPr/>
      </p:nvGrpSpPr>
      <p:grpSpPr>
        <a:xfrm>
          <a:off x="0" y="0"/>
          <a:ext cx="0" cy="0"/>
          <a:chOff x="0" y="0"/>
          <a:chExt cx="0" cy="0"/>
        </a:xfrm>
      </p:grpSpPr>
      <p:sp>
        <p:nvSpPr>
          <p:cNvPr id="691" name="Google Shape;691;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2" name="Google Shape;692;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6" name="Shape 696"/>
        <p:cNvGrpSpPr/>
        <p:nvPr/>
      </p:nvGrpSpPr>
      <p:grpSpPr>
        <a:xfrm>
          <a:off x="0" y="0"/>
          <a:ext cx="0" cy="0"/>
          <a:chOff x="0" y="0"/>
          <a:chExt cx="0" cy="0"/>
        </a:xfrm>
      </p:grpSpPr>
      <p:sp>
        <p:nvSpPr>
          <p:cNvPr id="697" name="Google Shape;697;p2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600"/>
              <a:buFont typeface="Times New Roman" panose="02020603050405020304"/>
              <a:buNone/>
            </a:pPr>
            <a:fld id="{00000000-1234-1234-1234-123412341234}" type="slidenum">
              <a:rPr lang="en-US" sz="16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lang="en-US" sz="16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8" name="Google Shape;698;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9" name="Google Shape;699;p2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Arial" panose="020B0704020202020204"/>
              <a:buNone/>
              <a:defRPr/>
            </a:lvl1pPr>
            <a:lvl2pPr lvl="1" algn="ctr">
              <a:spcBef>
                <a:spcPts val="560"/>
              </a:spcBef>
              <a:spcAft>
                <a:spcPts val="0"/>
              </a:spcAft>
              <a:buClr>
                <a:schemeClr val="dk1"/>
              </a:buClr>
              <a:buSzPts val="2800"/>
              <a:buFont typeface="Arial" panose="020B0704020202020204"/>
              <a:buNone/>
              <a:defRPr/>
            </a:lvl2pPr>
            <a:lvl3pPr lvl="2" algn="ctr">
              <a:spcBef>
                <a:spcPts val="480"/>
              </a:spcBef>
              <a:spcAft>
                <a:spcPts val="0"/>
              </a:spcAft>
              <a:buClr>
                <a:schemeClr val="dk1"/>
              </a:buClr>
              <a:buSzPts val="2400"/>
              <a:buFont typeface="Arial" panose="020B0704020202020204"/>
              <a:buNone/>
              <a:defRPr/>
            </a:lvl3pPr>
            <a:lvl4pPr lvl="3" algn="ctr">
              <a:spcBef>
                <a:spcPts val="400"/>
              </a:spcBef>
              <a:spcAft>
                <a:spcPts val="0"/>
              </a:spcAft>
              <a:buClr>
                <a:schemeClr val="dk1"/>
              </a:buClr>
              <a:buSzPts val="2000"/>
              <a:buFont typeface="Arial" panose="020B0704020202020204"/>
              <a:buNone/>
              <a:defRPr/>
            </a:lvl4pPr>
            <a:lvl5pPr lvl="4" algn="ctr">
              <a:spcBef>
                <a:spcPts val="400"/>
              </a:spcBef>
              <a:spcAft>
                <a:spcPts val="0"/>
              </a:spcAft>
              <a:buClr>
                <a:schemeClr val="dk1"/>
              </a:buClr>
              <a:buSzPts val="2000"/>
              <a:buFont typeface="Arial" panose="020B0704020202020204"/>
              <a:buNone/>
              <a:defRPr/>
            </a:lvl5pPr>
            <a:lvl6pPr lvl="5" algn="ctr">
              <a:spcBef>
                <a:spcPts val="400"/>
              </a:spcBef>
              <a:spcAft>
                <a:spcPts val="0"/>
              </a:spcAft>
              <a:buClr>
                <a:schemeClr val="dk1"/>
              </a:buClr>
              <a:buSzPts val="2000"/>
              <a:buFont typeface="Arial" panose="020B0704020202020204"/>
              <a:buNone/>
              <a:defRPr/>
            </a:lvl6pPr>
            <a:lvl7pPr lvl="6" algn="ctr">
              <a:spcBef>
                <a:spcPts val="400"/>
              </a:spcBef>
              <a:spcAft>
                <a:spcPts val="0"/>
              </a:spcAft>
              <a:buClr>
                <a:schemeClr val="dk1"/>
              </a:buClr>
              <a:buSzPts val="2000"/>
              <a:buFont typeface="Arial" panose="020B0704020202020204"/>
              <a:buNone/>
              <a:defRPr/>
            </a:lvl7pPr>
            <a:lvl8pPr lvl="7" algn="ctr">
              <a:spcBef>
                <a:spcPts val="400"/>
              </a:spcBef>
              <a:spcAft>
                <a:spcPts val="0"/>
              </a:spcAft>
              <a:buClr>
                <a:schemeClr val="dk1"/>
              </a:buClr>
              <a:buSzPts val="2000"/>
              <a:buFont typeface="Arial" panose="020B0704020202020204"/>
              <a:buNone/>
              <a:defRPr/>
            </a:lvl8pPr>
            <a:lvl9pPr lvl="8" algn="ctr">
              <a:spcBef>
                <a:spcPts val="400"/>
              </a:spcBef>
              <a:spcAft>
                <a:spcPts val="0"/>
              </a:spcAft>
              <a:buClr>
                <a:schemeClr val="dk1"/>
              </a:buClr>
              <a:buSzPts val="2000"/>
              <a:buFont typeface="Arial" panose="020B0704020202020204"/>
              <a:buNone/>
              <a:defRPr/>
            </a:lvl9pPr>
          </a:lstStyle>
          <a:p/>
        </p:txBody>
      </p:sp>
      <p:sp>
        <p:nvSpPr>
          <p:cNvPr id="18" name="Google Shape;18;p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1" name="Shape 21"/>
        <p:cNvGrpSpPr/>
        <p:nvPr/>
      </p:nvGrpSpPr>
      <p:grpSpPr>
        <a:xfrm>
          <a:off x="0" y="0"/>
          <a:ext cx="0" cy="0"/>
          <a:chOff x="0" y="0"/>
          <a:chExt cx="0" cy="0"/>
        </a:xfrm>
      </p:grpSpPr>
      <p:sp>
        <p:nvSpPr>
          <p:cNvPr id="22" name="Google Shape;22;p3"/>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matchingName="Content">
  <p:cSld name="OBJECT_ONLY">
    <p:spTree>
      <p:nvGrpSpPr>
        <p:cNvPr id="25" name="Shape 25"/>
        <p:cNvGrpSpPr/>
        <p:nvPr/>
      </p:nvGrpSpPr>
      <p:grpSpPr>
        <a:xfrm>
          <a:off x="0" y="0"/>
          <a:ext cx="0" cy="0"/>
          <a:chOff x="0" y="0"/>
          <a:chExt cx="0" cy="0"/>
        </a:xfrm>
      </p:grpSpPr>
      <p:sp>
        <p:nvSpPr>
          <p:cNvPr id="26" name="Google Shape;26;p4"/>
          <p:cNvSpPr txBox="1"/>
          <p:nvPr>
            <p:ph type="body" idx="1"/>
          </p:nvPr>
        </p:nvSpPr>
        <p:spPr>
          <a:xfrm>
            <a:off x="457200" y="274638"/>
            <a:ext cx="8229600" cy="585152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7" name="Google Shape;27;p4"/>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30" name="Shape 30"/>
        <p:cNvGrpSpPr/>
        <p:nvPr/>
      </p:nvGrpSpPr>
      <p:grpSpPr>
        <a:xfrm>
          <a:off x="0" y="0"/>
          <a:ext cx="0" cy="0"/>
          <a:chOff x="0" y="0"/>
          <a:chExt cx="0" cy="0"/>
        </a:xfrm>
      </p:grpSpPr>
      <p:sp>
        <p:nvSpPr>
          <p:cNvPr id="31" name="Google Shape;31;p5"/>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3" name="Google Shape;33;p5"/>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
          <p:cNvSpPr txBox="1"/>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9" name="Google Shape;39;p6"/>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p:nvPr>
            <p:ph type="pic" idx="2"/>
          </p:nvPr>
        </p:nvSpPr>
        <p:spPr>
          <a:xfrm>
            <a:off x="1792288" y="612775"/>
            <a:ext cx="5486400" cy="4114800"/>
          </a:xfrm>
          <a:prstGeom prst="rect">
            <a:avLst/>
          </a:prstGeom>
          <a:noFill/>
          <a:ln>
            <a:noFill/>
          </a:ln>
        </p:spPr>
      </p:sp>
      <p:sp>
        <p:nvSpPr>
          <p:cNvPr id="45" name="Google Shape;45;p7"/>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704020202020204"/>
              <a:buNone/>
              <a:defRPr sz="1400"/>
            </a:lvl1pPr>
            <a:lvl2pPr marL="914400" lvl="1" indent="-228600" algn="l">
              <a:spcBef>
                <a:spcPts val="240"/>
              </a:spcBef>
              <a:spcAft>
                <a:spcPts val="0"/>
              </a:spcAft>
              <a:buClr>
                <a:schemeClr val="dk1"/>
              </a:buClr>
              <a:buSzPts val="1200"/>
              <a:buFont typeface="Arial" panose="020B0704020202020204"/>
              <a:buNone/>
              <a:defRPr sz="1200"/>
            </a:lvl2pPr>
            <a:lvl3pPr marL="1371600" lvl="2" indent="-228600" algn="l">
              <a:spcBef>
                <a:spcPts val="200"/>
              </a:spcBef>
              <a:spcAft>
                <a:spcPts val="0"/>
              </a:spcAft>
              <a:buClr>
                <a:schemeClr val="dk1"/>
              </a:buClr>
              <a:buSzPts val="1000"/>
              <a:buFont typeface="Arial" panose="020B0704020202020204"/>
              <a:buNone/>
              <a:defRPr sz="1000"/>
            </a:lvl3pPr>
            <a:lvl4pPr marL="1828800" lvl="3" indent="-228600" algn="l">
              <a:spcBef>
                <a:spcPts val="180"/>
              </a:spcBef>
              <a:spcAft>
                <a:spcPts val="0"/>
              </a:spcAft>
              <a:buClr>
                <a:schemeClr val="dk1"/>
              </a:buClr>
              <a:buSzPts val="900"/>
              <a:buFont typeface="Arial" panose="020B0704020202020204"/>
              <a:buNone/>
              <a:defRPr sz="900"/>
            </a:lvl4pPr>
            <a:lvl5pPr marL="2286000" lvl="4" indent="-228600" algn="l">
              <a:spcBef>
                <a:spcPts val="180"/>
              </a:spcBef>
              <a:spcAft>
                <a:spcPts val="0"/>
              </a:spcAft>
              <a:buClr>
                <a:schemeClr val="dk1"/>
              </a:buClr>
              <a:buSzPts val="900"/>
              <a:buFont typeface="Arial" panose="020B0704020202020204"/>
              <a:buNone/>
              <a:defRPr sz="900"/>
            </a:lvl5pPr>
            <a:lvl6pPr marL="2743200" lvl="5" indent="-228600" algn="l">
              <a:spcBef>
                <a:spcPts val="180"/>
              </a:spcBef>
              <a:spcAft>
                <a:spcPts val="0"/>
              </a:spcAft>
              <a:buClr>
                <a:schemeClr val="dk1"/>
              </a:buClr>
              <a:buSzPts val="900"/>
              <a:buFont typeface="Arial" panose="020B0704020202020204"/>
              <a:buNone/>
              <a:defRPr sz="900"/>
            </a:lvl6pPr>
            <a:lvl7pPr marL="3200400" lvl="6" indent="-228600" algn="l">
              <a:spcBef>
                <a:spcPts val="180"/>
              </a:spcBef>
              <a:spcAft>
                <a:spcPts val="0"/>
              </a:spcAft>
              <a:buClr>
                <a:schemeClr val="dk1"/>
              </a:buClr>
              <a:buSzPts val="900"/>
              <a:buFont typeface="Arial" panose="020B0704020202020204"/>
              <a:buNone/>
              <a:defRPr sz="900"/>
            </a:lvl7pPr>
            <a:lvl8pPr marL="3657600" lvl="7" indent="-228600" algn="l">
              <a:spcBef>
                <a:spcPts val="180"/>
              </a:spcBef>
              <a:spcAft>
                <a:spcPts val="0"/>
              </a:spcAft>
              <a:buClr>
                <a:schemeClr val="dk1"/>
              </a:buClr>
              <a:buSzPts val="900"/>
              <a:buFont typeface="Arial" panose="020B0704020202020204"/>
              <a:buNone/>
              <a:defRPr sz="900"/>
            </a:lvl8pPr>
            <a:lvl9pPr marL="4114800" lvl="8" indent="-228600" algn="l">
              <a:spcBef>
                <a:spcPts val="180"/>
              </a:spcBef>
              <a:spcAft>
                <a:spcPts val="0"/>
              </a:spcAft>
              <a:buClr>
                <a:schemeClr val="dk1"/>
              </a:buClr>
              <a:buSzPts val="900"/>
              <a:buFont typeface="Arial" panose="020B0704020202020204"/>
              <a:buNone/>
              <a:defRPr sz="900"/>
            </a:lvl9pPr>
          </a:lstStyle>
          <a:p/>
        </p:txBody>
      </p:sp>
      <p:sp>
        <p:nvSpPr>
          <p:cNvPr id="46" name="Google Shape;46;p7"/>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49" name="Shape 49"/>
        <p:cNvGrpSpPr/>
        <p:nvPr/>
      </p:nvGrpSpPr>
      <p:grpSpPr>
        <a:xfrm>
          <a:off x="0" y="0"/>
          <a:ext cx="0" cy="0"/>
          <a:chOff x="0" y="0"/>
          <a:chExt cx="0" cy="0"/>
        </a:xfrm>
      </p:grpSpPr>
      <p:sp>
        <p:nvSpPr>
          <p:cNvPr id="50" name="Google Shape;50;p8"/>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panose="020B0704020202020204"/>
              <a:buChar char="•"/>
              <a:defRPr sz="3200"/>
            </a:lvl1pPr>
            <a:lvl2pPr marL="914400" lvl="1" indent="-406400" algn="l">
              <a:spcBef>
                <a:spcPts val="560"/>
              </a:spcBef>
              <a:spcAft>
                <a:spcPts val="0"/>
              </a:spcAft>
              <a:buClr>
                <a:schemeClr val="dk1"/>
              </a:buClr>
              <a:buSzPts val="2800"/>
              <a:buFont typeface="Arial" panose="020B0704020202020204"/>
              <a:buChar char="–"/>
              <a:defRPr sz="2800"/>
            </a:lvl2pPr>
            <a:lvl3pPr marL="1371600" lvl="2" indent="-381000" algn="l">
              <a:spcBef>
                <a:spcPts val="480"/>
              </a:spcBef>
              <a:spcAft>
                <a:spcPts val="0"/>
              </a:spcAft>
              <a:buClr>
                <a:schemeClr val="dk1"/>
              </a:buClr>
              <a:buSzPts val="2400"/>
              <a:buFont typeface="Arial" panose="020B0704020202020204"/>
              <a:buChar char="•"/>
              <a:defRPr sz="2400"/>
            </a:lvl3pPr>
            <a:lvl4pPr marL="1828800" lvl="3" indent="-355600" algn="l">
              <a:spcBef>
                <a:spcPts val="400"/>
              </a:spcBef>
              <a:spcAft>
                <a:spcPts val="0"/>
              </a:spcAft>
              <a:buClr>
                <a:schemeClr val="dk1"/>
              </a:buClr>
              <a:buSzPts val="2000"/>
              <a:buFont typeface="Arial" panose="020B0704020202020204"/>
              <a:buChar char="–"/>
              <a:defRPr sz="2000"/>
            </a:lvl4pPr>
            <a:lvl5pPr marL="2286000" lvl="4" indent="-355600" algn="l">
              <a:spcBef>
                <a:spcPts val="400"/>
              </a:spcBef>
              <a:spcAft>
                <a:spcPts val="0"/>
              </a:spcAft>
              <a:buClr>
                <a:schemeClr val="dk1"/>
              </a:buClr>
              <a:buSzPts val="2000"/>
              <a:buFont typeface="Arial" panose="020B0704020202020204"/>
              <a:buChar char="»"/>
              <a:defRPr sz="2000"/>
            </a:lvl5pPr>
            <a:lvl6pPr marL="2743200" lvl="5" indent="-355600" algn="l">
              <a:spcBef>
                <a:spcPts val="400"/>
              </a:spcBef>
              <a:spcAft>
                <a:spcPts val="0"/>
              </a:spcAft>
              <a:buClr>
                <a:schemeClr val="dk1"/>
              </a:buClr>
              <a:buSzPts val="2000"/>
              <a:buFont typeface="Arial" panose="020B0704020202020204"/>
              <a:buChar char="»"/>
              <a:defRPr sz="2000"/>
            </a:lvl6pPr>
            <a:lvl7pPr marL="3200400" lvl="6" indent="-355600" algn="l">
              <a:spcBef>
                <a:spcPts val="400"/>
              </a:spcBef>
              <a:spcAft>
                <a:spcPts val="0"/>
              </a:spcAft>
              <a:buClr>
                <a:schemeClr val="dk1"/>
              </a:buClr>
              <a:buSzPts val="2000"/>
              <a:buFont typeface="Arial" panose="020B0704020202020204"/>
              <a:buChar char="»"/>
              <a:defRPr sz="2000"/>
            </a:lvl7pPr>
            <a:lvl8pPr marL="3657600" lvl="7" indent="-355600" algn="l">
              <a:spcBef>
                <a:spcPts val="400"/>
              </a:spcBef>
              <a:spcAft>
                <a:spcPts val="0"/>
              </a:spcAft>
              <a:buClr>
                <a:schemeClr val="dk1"/>
              </a:buClr>
              <a:buSzPts val="2000"/>
              <a:buFont typeface="Arial" panose="020B0704020202020204"/>
              <a:buChar char="»"/>
              <a:defRPr sz="2000"/>
            </a:lvl8pPr>
            <a:lvl9pPr marL="4114800" lvl="8" indent="-355600" algn="l">
              <a:spcBef>
                <a:spcPts val="400"/>
              </a:spcBef>
              <a:spcAft>
                <a:spcPts val="0"/>
              </a:spcAft>
              <a:buClr>
                <a:schemeClr val="dk1"/>
              </a:buClr>
              <a:buSzPts val="2000"/>
              <a:buFont typeface="Arial" panose="020B0704020202020204"/>
              <a:buChar char="»"/>
              <a:defRPr sz="2000"/>
            </a:lvl9pPr>
          </a:lstStyle>
          <a:p/>
        </p:txBody>
      </p:sp>
      <p:sp>
        <p:nvSpPr>
          <p:cNvPr id="52" name="Google Shape;52;p8"/>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704020202020204"/>
              <a:buNone/>
              <a:defRPr sz="1400"/>
            </a:lvl1pPr>
            <a:lvl2pPr marL="914400" lvl="1" indent="-228600" algn="l">
              <a:spcBef>
                <a:spcPts val="240"/>
              </a:spcBef>
              <a:spcAft>
                <a:spcPts val="0"/>
              </a:spcAft>
              <a:buClr>
                <a:schemeClr val="dk1"/>
              </a:buClr>
              <a:buSzPts val="1200"/>
              <a:buFont typeface="Arial" panose="020B0704020202020204"/>
              <a:buNone/>
              <a:defRPr sz="1200"/>
            </a:lvl2pPr>
            <a:lvl3pPr marL="1371600" lvl="2" indent="-228600" algn="l">
              <a:spcBef>
                <a:spcPts val="200"/>
              </a:spcBef>
              <a:spcAft>
                <a:spcPts val="0"/>
              </a:spcAft>
              <a:buClr>
                <a:schemeClr val="dk1"/>
              </a:buClr>
              <a:buSzPts val="1000"/>
              <a:buFont typeface="Arial" panose="020B0704020202020204"/>
              <a:buNone/>
              <a:defRPr sz="1000"/>
            </a:lvl3pPr>
            <a:lvl4pPr marL="1828800" lvl="3" indent="-228600" algn="l">
              <a:spcBef>
                <a:spcPts val="180"/>
              </a:spcBef>
              <a:spcAft>
                <a:spcPts val="0"/>
              </a:spcAft>
              <a:buClr>
                <a:schemeClr val="dk1"/>
              </a:buClr>
              <a:buSzPts val="900"/>
              <a:buFont typeface="Arial" panose="020B0704020202020204"/>
              <a:buNone/>
              <a:defRPr sz="900"/>
            </a:lvl4pPr>
            <a:lvl5pPr marL="2286000" lvl="4" indent="-228600" algn="l">
              <a:spcBef>
                <a:spcPts val="180"/>
              </a:spcBef>
              <a:spcAft>
                <a:spcPts val="0"/>
              </a:spcAft>
              <a:buClr>
                <a:schemeClr val="dk1"/>
              </a:buClr>
              <a:buSzPts val="900"/>
              <a:buFont typeface="Arial" panose="020B0704020202020204"/>
              <a:buNone/>
              <a:defRPr sz="900"/>
            </a:lvl5pPr>
            <a:lvl6pPr marL="2743200" lvl="5" indent="-228600" algn="l">
              <a:spcBef>
                <a:spcPts val="180"/>
              </a:spcBef>
              <a:spcAft>
                <a:spcPts val="0"/>
              </a:spcAft>
              <a:buClr>
                <a:schemeClr val="dk1"/>
              </a:buClr>
              <a:buSzPts val="900"/>
              <a:buFont typeface="Arial" panose="020B0704020202020204"/>
              <a:buNone/>
              <a:defRPr sz="900"/>
            </a:lvl6pPr>
            <a:lvl7pPr marL="3200400" lvl="6" indent="-228600" algn="l">
              <a:spcBef>
                <a:spcPts val="180"/>
              </a:spcBef>
              <a:spcAft>
                <a:spcPts val="0"/>
              </a:spcAft>
              <a:buClr>
                <a:schemeClr val="dk1"/>
              </a:buClr>
              <a:buSzPts val="900"/>
              <a:buFont typeface="Arial" panose="020B0704020202020204"/>
              <a:buNone/>
              <a:defRPr sz="900"/>
            </a:lvl7pPr>
            <a:lvl8pPr marL="3657600" lvl="7" indent="-228600" algn="l">
              <a:spcBef>
                <a:spcPts val="180"/>
              </a:spcBef>
              <a:spcAft>
                <a:spcPts val="0"/>
              </a:spcAft>
              <a:buClr>
                <a:schemeClr val="dk1"/>
              </a:buClr>
              <a:buSzPts val="900"/>
              <a:buFont typeface="Arial" panose="020B0704020202020204"/>
              <a:buNone/>
              <a:defRPr sz="900"/>
            </a:lvl8pPr>
            <a:lvl9pPr marL="4114800" lvl="8" indent="-228600" algn="l">
              <a:spcBef>
                <a:spcPts val="180"/>
              </a:spcBef>
              <a:spcAft>
                <a:spcPts val="0"/>
              </a:spcAft>
              <a:buClr>
                <a:schemeClr val="dk1"/>
              </a:buClr>
              <a:buSzPts val="900"/>
              <a:buFont typeface="Arial" panose="020B0704020202020204"/>
              <a:buNone/>
              <a:defRPr sz="900"/>
            </a:lvl9pPr>
          </a:lstStyle>
          <a:p/>
        </p:txBody>
      </p:sp>
      <p:sp>
        <p:nvSpPr>
          <p:cNvPr id="53" name="Google Shape;53;p8"/>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61" name="Shape 61"/>
        <p:cNvGrpSpPr/>
        <p:nvPr/>
      </p:nvGrpSpPr>
      <p:grpSpPr>
        <a:xfrm>
          <a:off x="0" y="0"/>
          <a:ext cx="0" cy="0"/>
          <a:chOff x="0" y="0"/>
          <a:chExt cx="0" cy="0"/>
        </a:xfrm>
      </p:grpSpPr>
      <p:sp>
        <p:nvSpPr>
          <p:cNvPr id="62" name="Google Shape;62;p10"/>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10"/>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704020202020204"/>
              <a:buNone/>
              <a:defRPr sz="2400" b="1"/>
            </a:lvl1pPr>
            <a:lvl2pPr marL="914400" lvl="1" indent="-228600" algn="l">
              <a:spcBef>
                <a:spcPts val="400"/>
              </a:spcBef>
              <a:spcAft>
                <a:spcPts val="0"/>
              </a:spcAft>
              <a:buClr>
                <a:schemeClr val="dk1"/>
              </a:buClr>
              <a:buSzPts val="2000"/>
              <a:buFont typeface="Arial" panose="020B0704020202020204"/>
              <a:buNone/>
              <a:defRPr sz="2000" b="1"/>
            </a:lvl2pPr>
            <a:lvl3pPr marL="1371600" lvl="2" indent="-228600" algn="l">
              <a:spcBef>
                <a:spcPts val="360"/>
              </a:spcBef>
              <a:spcAft>
                <a:spcPts val="0"/>
              </a:spcAft>
              <a:buClr>
                <a:schemeClr val="dk1"/>
              </a:buClr>
              <a:buSzPts val="1800"/>
              <a:buFont typeface="Arial" panose="020B0704020202020204"/>
              <a:buNone/>
              <a:defRPr sz="1800" b="1"/>
            </a:lvl3pPr>
            <a:lvl4pPr marL="1828800" lvl="3" indent="-228600" algn="l">
              <a:spcBef>
                <a:spcPts val="320"/>
              </a:spcBef>
              <a:spcAft>
                <a:spcPts val="0"/>
              </a:spcAft>
              <a:buClr>
                <a:schemeClr val="dk1"/>
              </a:buClr>
              <a:buSzPts val="1600"/>
              <a:buFont typeface="Arial" panose="020B0704020202020204"/>
              <a:buNone/>
              <a:defRPr sz="1600" b="1"/>
            </a:lvl4pPr>
            <a:lvl5pPr marL="2286000" lvl="4" indent="-228600" algn="l">
              <a:spcBef>
                <a:spcPts val="320"/>
              </a:spcBef>
              <a:spcAft>
                <a:spcPts val="0"/>
              </a:spcAft>
              <a:buClr>
                <a:schemeClr val="dk1"/>
              </a:buClr>
              <a:buSzPts val="1600"/>
              <a:buFont typeface="Arial" panose="020B0704020202020204"/>
              <a:buNone/>
              <a:defRPr sz="1600" b="1"/>
            </a:lvl5pPr>
            <a:lvl6pPr marL="2743200" lvl="5" indent="-228600" algn="l">
              <a:spcBef>
                <a:spcPts val="320"/>
              </a:spcBef>
              <a:spcAft>
                <a:spcPts val="0"/>
              </a:spcAft>
              <a:buClr>
                <a:schemeClr val="dk1"/>
              </a:buClr>
              <a:buSzPts val="1600"/>
              <a:buFont typeface="Arial" panose="020B0704020202020204"/>
              <a:buNone/>
              <a:defRPr sz="1600" b="1"/>
            </a:lvl6pPr>
            <a:lvl7pPr marL="3200400" lvl="6" indent="-228600" algn="l">
              <a:spcBef>
                <a:spcPts val="320"/>
              </a:spcBef>
              <a:spcAft>
                <a:spcPts val="0"/>
              </a:spcAft>
              <a:buClr>
                <a:schemeClr val="dk1"/>
              </a:buClr>
              <a:buSzPts val="1600"/>
              <a:buFont typeface="Arial" panose="020B0704020202020204"/>
              <a:buNone/>
              <a:defRPr sz="1600" b="1"/>
            </a:lvl7pPr>
            <a:lvl8pPr marL="3657600" lvl="7" indent="-228600" algn="l">
              <a:spcBef>
                <a:spcPts val="320"/>
              </a:spcBef>
              <a:spcAft>
                <a:spcPts val="0"/>
              </a:spcAft>
              <a:buClr>
                <a:schemeClr val="dk1"/>
              </a:buClr>
              <a:buSzPts val="1600"/>
              <a:buFont typeface="Arial" panose="020B0704020202020204"/>
              <a:buNone/>
              <a:defRPr sz="1600" b="1"/>
            </a:lvl8pPr>
            <a:lvl9pPr marL="4114800" lvl="8" indent="-228600" algn="l">
              <a:spcBef>
                <a:spcPts val="320"/>
              </a:spcBef>
              <a:spcAft>
                <a:spcPts val="0"/>
              </a:spcAft>
              <a:buClr>
                <a:schemeClr val="dk1"/>
              </a:buClr>
              <a:buSzPts val="1600"/>
              <a:buFont typeface="Arial" panose="020B0704020202020204"/>
              <a:buNone/>
              <a:defRPr sz="1600" b="1"/>
            </a:lvl9pPr>
          </a:lstStyle>
          <a:p/>
        </p:txBody>
      </p:sp>
      <p:sp>
        <p:nvSpPr>
          <p:cNvPr id="64" name="Google Shape;64;p10"/>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704020202020204"/>
              <a:buChar char="•"/>
              <a:defRPr sz="2400"/>
            </a:lvl1pPr>
            <a:lvl2pPr marL="914400" lvl="1" indent="-355600" algn="l">
              <a:spcBef>
                <a:spcPts val="400"/>
              </a:spcBef>
              <a:spcAft>
                <a:spcPts val="0"/>
              </a:spcAft>
              <a:buClr>
                <a:schemeClr val="dk1"/>
              </a:buClr>
              <a:buSzPts val="2000"/>
              <a:buFont typeface="Arial" panose="020B0704020202020204"/>
              <a:buChar char="–"/>
              <a:defRPr sz="2000"/>
            </a:lvl2pPr>
            <a:lvl3pPr marL="1371600" lvl="2" indent="-342900" algn="l">
              <a:spcBef>
                <a:spcPts val="360"/>
              </a:spcBef>
              <a:spcAft>
                <a:spcPts val="0"/>
              </a:spcAft>
              <a:buClr>
                <a:schemeClr val="dk1"/>
              </a:buClr>
              <a:buSzPts val="1800"/>
              <a:buFont typeface="Arial" panose="020B0704020202020204"/>
              <a:buChar char="•"/>
              <a:defRPr sz="1800"/>
            </a:lvl3pPr>
            <a:lvl4pPr marL="1828800" lvl="3" indent="-330200" algn="l">
              <a:spcBef>
                <a:spcPts val="320"/>
              </a:spcBef>
              <a:spcAft>
                <a:spcPts val="0"/>
              </a:spcAft>
              <a:buClr>
                <a:schemeClr val="dk1"/>
              </a:buClr>
              <a:buSzPts val="1600"/>
              <a:buFont typeface="Arial" panose="020B0704020202020204"/>
              <a:buChar char="–"/>
              <a:defRPr sz="1600"/>
            </a:lvl4pPr>
            <a:lvl5pPr marL="2286000" lvl="4" indent="-330200" algn="l">
              <a:spcBef>
                <a:spcPts val="320"/>
              </a:spcBef>
              <a:spcAft>
                <a:spcPts val="0"/>
              </a:spcAft>
              <a:buClr>
                <a:schemeClr val="dk1"/>
              </a:buClr>
              <a:buSzPts val="1600"/>
              <a:buFont typeface="Arial" panose="020B0704020202020204"/>
              <a:buChar char="»"/>
              <a:defRPr sz="1600"/>
            </a:lvl5pPr>
            <a:lvl6pPr marL="2743200" lvl="5" indent="-330200" algn="l">
              <a:spcBef>
                <a:spcPts val="320"/>
              </a:spcBef>
              <a:spcAft>
                <a:spcPts val="0"/>
              </a:spcAft>
              <a:buClr>
                <a:schemeClr val="dk1"/>
              </a:buClr>
              <a:buSzPts val="1600"/>
              <a:buFont typeface="Arial" panose="020B0704020202020204"/>
              <a:buChar char="»"/>
              <a:defRPr sz="1600"/>
            </a:lvl6pPr>
            <a:lvl7pPr marL="3200400" lvl="6" indent="-330200" algn="l">
              <a:spcBef>
                <a:spcPts val="320"/>
              </a:spcBef>
              <a:spcAft>
                <a:spcPts val="0"/>
              </a:spcAft>
              <a:buClr>
                <a:schemeClr val="dk1"/>
              </a:buClr>
              <a:buSzPts val="1600"/>
              <a:buFont typeface="Arial" panose="020B0704020202020204"/>
              <a:buChar char="»"/>
              <a:defRPr sz="1600"/>
            </a:lvl7pPr>
            <a:lvl8pPr marL="3657600" lvl="7" indent="-330200" algn="l">
              <a:spcBef>
                <a:spcPts val="320"/>
              </a:spcBef>
              <a:spcAft>
                <a:spcPts val="0"/>
              </a:spcAft>
              <a:buClr>
                <a:schemeClr val="dk1"/>
              </a:buClr>
              <a:buSzPts val="1600"/>
              <a:buFont typeface="Arial" panose="020B0704020202020204"/>
              <a:buChar char="»"/>
              <a:defRPr sz="1600"/>
            </a:lvl8pPr>
            <a:lvl9pPr marL="4114800" lvl="8" indent="-330200" algn="l">
              <a:spcBef>
                <a:spcPts val="320"/>
              </a:spcBef>
              <a:spcAft>
                <a:spcPts val="0"/>
              </a:spcAft>
              <a:buClr>
                <a:schemeClr val="dk1"/>
              </a:buClr>
              <a:buSzPts val="1600"/>
              <a:buFont typeface="Arial" panose="020B0704020202020204"/>
              <a:buChar char="»"/>
              <a:defRPr sz="1600"/>
            </a:lvl9pPr>
          </a:lstStyle>
          <a:p/>
        </p:txBody>
      </p:sp>
      <p:sp>
        <p:nvSpPr>
          <p:cNvPr id="65" name="Google Shape;65;p10"/>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704020202020204"/>
              <a:buNone/>
              <a:defRPr sz="2400" b="1"/>
            </a:lvl1pPr>
            <a:lvl2pPr marL="914400" lvl="1" indent="-228600" algn="l">
              <a:spcBef>
                <a:spcPts val="400"/>
              </a:spcBef>
              <a:spcAft>
                <a:spcPts val="0"/>
              </a:spcAft>
              <a:buClr>
                <a:schemeClr val="dk1"/>
              </a:buClr>
              <a:buSzPts val="2000"/>
              <a:buFont typeface="Arial" panose="020B0704020202020204"/>
              <a:buNone/>
              <a:defRPr sz="2000" b="1"/>
            </a:lvl2pPr>
            <a:lvl3pPr marL="1371600" lvl="2" indent="-228600" algn="l">
              <a:spcBef>
                <a:spcPts val="360"/>
              </a:spcBef>
              <a:spcAft>
                <a:spcPts val="0"/>
              </a:spcAft>
              <a:buClr>
                <a:schemeClr val="dk1"/>
              </a:buClr>
              <a:buSzPts val="1800"/>
              <a:buFont typeface="Arial" panose="020B0704020202020204"/>
              <a:buNone/>
              <a:defRPr sz="1800" b="1"/>
            </a:lvl3pPr>
            <a:lvl4pPr marL="1828800" lvl="3" indent="-228600" algn="l">
              <a:spcBef>
                <a:spcPts val="320"/>
              </a:spcBef>
              <a:spcAft>
                <a:spcPts val="0"/>
              </a:spcAft>
              <a:buClr>
                <a:schemeClr val="dk1"/>
              </a:buClr>
              <a:buSzPts val="1600"/>
              <a:buFont typeface="Arial" panose="020B0704020202020204"/>
              <a:buNone/>
              <a:defRPr sz="1600" b="1"/>
            </a:lvl4pPr>
            <a:lvl5pPr marL="2286000" lvl="4" indent="-228600" algn="l">
              <a:spcBef>
                <a:spcPts val="320"/>
              </a:spcBef>
              <a:spcAft>
                <a:spcPts val="0"/>
              </a:spcAft>
              <a:buClr>
                <a:schemeClr val="dk1"/>
              </a:buClr>
              <a:buSzPts val="1600"/>
              <a:buFont typeface="Arial" panose="020B0704020202020204"/>
              <a:buNone/>
              <a:defRPr sz="1600" b="1"/>
            </a:lvl5pPr>
            <a:lvl6pPr marL="2743200" lvl="5" indent="-228600" algn="l">
              <a:spcBef>
                <a:spcPts val="320"/>
              </a:spcBef>
              <a:spcAft>
                <a:spcPts val="0"/>
              </a:spcAft>
              <a:buClr>
                <a:schemeClr val="dk1"/>
              </a:buClr>
              <a:buSzPts val="1600"/>
              <a:buFont typeface="Arial" panose="020B0704020202020204"/>
              <a:buNone/>
              <a:defRPr sz="1600" b="1"/>
            </a:lvl6pPr>
            <a:lvl7pPr marL="3200400" lvl="6" indent="-228600" algn="l">
              <a:spcBef>
                <a:spcPts val="320"/>
              </a:spcBef>
              <a:spcAft>
                <a:spcPts val="0"/>
              </a:spcAft>
              <a:buClr>
                <a:schemeClr val="dk1"/>
              </a:buClr>
              <a:buSzPts val="1600"/>
              <a:buFont typeface="Arial" panose="020B0704020202020204"/>
              <a:buNone/>
              <a:defRPr sz="1600" b="1"/>
            </a:lvl7pPr>
            <a:lvl8pPr marL="3657600" lvl="7" indent="-228600" algn="l">
              <a:spcBef>
                <a:spcPts val="320"/>
              </a:spcBef>
              <a:spcAft>
                <a:spcPts val="0"/>
              </a:spcAft>
              <a:buClr>
                <a:schemeClr val="dk1"/>
              </a:buClr>
              <a:buSzPts val="1600"/>
              <a:buFont typeface="Arial" panose="020B0704020202020204"/>
              <a:buNone/>
              <a:defRPr sz="1600" b="1"/>
            </a:lvl8pPr>
            <a:lvl9pPr marL="4114800" lvl="8" indent="-228600" algn="l">
              <a:spcBef>
                <a:spcPts val="320"/>
              </a:spcBef>
              <a:spcAft>
                <a:spcPts val="0"/>
              </a:spcAft>
              <a:buClr>
                <a:schemeClr val="dk1"/>
              </a:buClr>
              <a:buSzPts val="1600"/>
              <a:buFont typeface="Arial" panose="020B0704020202020204"/>
              <a:buNone/>
              <a:defRPr sz="1600" b="1"/>
            </a:lvl9pPr>
          </a:lstStyle>
          <a:p/>
        </p:txBody>
      </p:sp>
      <p:sp>
        <p:nvSpPr>
          <p:cNvPr id="66" name="Google Shape;66;p10"/>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704020202020204"/>
              <a:buChar char="•"/>
              <a:defRPr sz="2400"/>
            </a:lvl1pPr>
            <a:lvl2pPr marL="914400" lvl="1" indent="-355600" algn="l">
              <a:spcBef>
                <a:spcPts val="400"/>
              </a:spcBef>
              <a:spcAft>
                <a:spcPts val="0"/>
              </a:spcAft>
              <a:buClr>
                <a:schemeClr val="dk1"/>
              </a:buClr>
              <a:buSzPts val="2000"/>
              <a:buFont typeface="Arial" panose="020B0704020202020204"/>
              <a:buChar char="–"/>
              <a:defRPr sz="2000"/>
            </a:lvl2pPr>
            <a:lvl3pPr marL="1371600" lvl="2" indent="-342900" algn="l">
              <a:spcBef>
                <a:spcPts val="360"/>
              </a:spcBef>
              <a:spcAft>
                <a:spcPts val="0"/>
              </a:spcAft>
              <a:buClr>
                <a:schemeClr val="dk1"/>
              </a:buClr>
              <a:buSzPts val="1800"/>
              <a:buFont typeface="Arial" panose="020B0704020202020204"/>
              <a:buChar char="•"/>
              <a:defRPr sz="1800"/>
            </a:lvl3pPr>
            <a:lvl4pPr marL="1828800" lvl="3" indent="-330200" algn="l">
              <a:spcBef>
                <a:spcPts val="320"/>
              </a:spcBef>
              <a:spcAft>
                <a:spcPts val="0"/>
              </a:spcAft>
              <a:buClr>
                <a:schemeClr val="dk1"/>
              </a:buClr>
              <a:buSzPts val="1600"/>
              <a:buFont typeface="Arial" panose="020B0704020202020204"/>
              <a:buChar char="–"/>
              <a:defRPr sz="1600"/>
            </a:lvl4pPr>
            <a:lvl5pPr marL="2286000" lvl="4" indent="-330200" algn="l">
              <a:spcBef>
                <a:spcPts val="320"/>
              </a:spcBef>
              <a:spcAft>
                <a:spcPts val="0"/>
              </a:spcAft>
              <a:buClr>
                <a:schemeClr val="dk1"/>
              </a:buClr>
              <a:buSzPts val="1600"/>
              <a:buFont typeface="Arial" panose="020B0704020202020204"/>
              <a:buChar char="»"/>
              <a:defRPr sz="1600"/>
            </a:lvl5pPr>
            <a:lvl6pPr marL="2743200" lvl="5" indent="-330200" algn="l">
              <a:spcBef>
                <a:spcPts val="320"/>
              </a:spcBef>
              <a:spcAft>
                <a:spcPts val="0"/>
              </a:spcAft>
              <a:buClr>
                <a:schemeClr val="dk1"/>
              </a:buClr>
              <a:buSzPts val="1600"/>
              <a:buFont typeface="Arial" panose="020B0704020202020204"/>
              <a:buChar char="»"/>
              <a:defRPr sz="1600"/>
            </a:lvl6pPr>
            <a:lvl7pPr marL="3200400" lvl="6" indent="-330200" algn="l">
              <a:spcBef>
                <a:spcPts val="320"/>
              </a:spcBef>
              <a:spcAft>
                <a:spcPts val="0"/>
              </a:spcAft>
              <a:buClr>
                <a:schemeClr val="dk1"/>
              </a:buClr>
              <a:buSzPts val="1600"/>
              <a:buFont typeface="Arial" panose="020B0704020202020204"/>
              <a:buChar char="»"/>
              <a:defRPr sz="1600"/>
            </a:lvl7pPr>
            <a:lvl8pPr marL="3657600" lvl="7" indent="-330200" algn="l">
              <a:spcBef>
                <a:spcPts val="320"/>
              </a:spcBef>
              <a:spcAft>
                <a:spcPts val="0"/>
              </a:spcAft>
              <a:buClr>
                <a:schemeClr val="dk1"/>
              </a:buClr>
              <a:buSzPts val="1600"/>
              <a:buFont typeface="Arial" panose="020B0704020202020204"/>
              <a:buChar char="»"/>
              <a:defRPr sz="1600"/>
            </a:lvl8pPr>
            <a:lvl9pPr marL="4114800" lvl="8" indent="-330200" algn="l">
              <a:spcBef>
                <a:spcPts val="320"/>
              </a:spcBef>
              <a:spcAft>
                <a:spcPts val="0"/>
              </a:spcAft>
              <a:buClr>
                <a:schemeClr val="dk1"/>
              </a:buClr>
              <a:buSzPts val="1600"/>
              <a:buFont typeface="Arial" panose="020B0704020202020204"/>
              <a:buChar char="»"/>
              <a:defRPr sz="1600"/>
            </a:lvl9pPr>
          </a:lstStyle>
          <a:p/>
        </p:txBody>
      </p:sp>
      <p:sp>
        <p:nvSpPr>
          <p:cNvPr id="67" name="Google Shape;67;p1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0" name="Shape 70"/>
        <p:cNvGrpSpPr/>
        <p:nvPr/>
      </p:nvGrpSpPr>
      <p:grpSpPr>
        <a:xfrm>
          <a:off x="0" y="0"/>
          <a:ext cx="0" cy="0"/>
          <a:chOff x="0" y="0"/>
          <a:chExt cx="0" cy="0"/>
        </a:xfrm>
      </p:grpSpPr>
      <p:sp>
        <p:nvSpPr>
          <p:cNvPr id="71" name="Google Shape;71;p11"/>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11"/>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704020202020204"/>
              <a:buChar char="•"/>
              <a:defRPr sz="2800"/>
            </a:lvl1pPr>
            <a:lvl2pPr marL="914400" lvl="1" indent="-381000" algn="l">
              <a:spcBef>
                <a:spcPts val="480"/>
              </a:spcBef>
              <a:spcAft>
                <a:spcPts val="0"/>
              </a:spcAft>
              <a:buClr>
                <a:schemeClr val="dk1"/>
              </a:buClr>
              <a:buSzPts val="2400"/>
              <a:buFont typeface="Arial" panose="020B0704020202020204"/>
              <a:buChar char="–"/>
              <a:defRPr sz="2400"/>
            </a:lvl2pPr>
            <a:lvl3pPr marL="1371600" lvl="2" indent="-355600" algn="l">
              <a:spcBef>
                <a:spcPts val="400"/>
              </a:spcBef>
              <a:spcAft>
                <a:spcPts val="0"/>
              </a:spcAft>
              <a:buClr>
                <a:schemeClr val="dk1"/>
              </a:buClr>
              <a:buSzPts val="2000"/>
              <a:buFont typeface="Arial" panose="020B0704020202020204"/>
              <a:buChar char="•"/>
              <a:defRPr sz="2000"/>
            </a:lvl3pPr>
            <a:lvl4pPr marL="1828800" lvl="3" indent="-342900" algn="l">
              <a:spcBef>
                <a:spcPts val="360"/>
              </a:spcBef>
              <a:spcAft>
                <a:spcPts val="0"/>
              </a:spcAft>
              <a:buClr>
                <a:schemeClr val="dk1"/>
              </a:buClr>
              <a:buSzPts val="1800"/>
              <a:buFont typeface="Arial" panose="020B0704020202020204"/>
              <a:buChar char="–"/>
              <a:defRPr sz="1800"/>
            </a:lvl4pPr>
            <a:lvl5pPr marL="2286000" lvl="4" indent="-342900" algn="l">
              <a:spcBef>
                <a:spcPts val="360"/>
              </a:spcBef>
              <a:spcAft>
                <a:spcPts val="0"/>
              </a:spcAft>
              <a:buClr>
                <a:schemeClr val="dk1"/>
              </a:buClr>
              <a:buSzPts val="1800"/>
              <a:buFont typeface="Arial" panose="020B0704020202020204"/>
              <a:buChar char="»"/>
              <a:defRPr sz="1800"/>
            </a:lvl5pPr>
            <a:lvl6pPr marL="2743200" lvl="5" indent="-342900" algn="l">
              <a:spcBef>
                <a:spcPts val="360"/>
              </a:spcBef>
              <a:spcAft>
                <a:spcPts val="0"/>
              </a:spcAft>
              <a:buClr>
                <a:schemeClr val="dk1"/>
              </a:buClr>
              <a:buSzPts val="1800"/>
              <a:buFont typeface="Arial" panose="020B0704020202020204"/>
              <a:buChar char="»"/>
              <a:defRPr sz="1800"/>
            </a:lvl6pPr>
            <a:lvl7pPr marL="3200400" lvl="6" indent="-342900" algn="l">
              <a:spcBef>
                <a:spcPts val="360"/>
              </a:spcBef>
              <a:spcAft>
                <a:spcPts val="0"/>
              </a:spcAft>
              <a:buClr>
                <a:schemeClr val="dk1"/>
              </a:buClr>
              <a:buSzPts val="1800"/>
              <a:buFont typeface="Arial" panose="020B0704020202020204"/>
              <a:buChar char="»"/>
              <a:defRPr sz="1800"/>
            </a:lvl7pPr>
            <a:lvl8pPr marL="3657600" lvl="7" indent="-342900" algn="l">
              <a:spcBef>
                <a:spcPts val="360"/>
              </a:spcBef>
              <a:spcAft>
                <a:spcPts val="0"/>
              </a:spcAft>
              <a:buClr>
                <a:schemeClr val="dk1"/>
              </a:buClr>
              <a:buSzPts val="1800"/>
              <a:buFont typeface="Arial" panose="020B0704020202020204"/>
              <a:buChar char="»"/>
              <a:defRPr sz="1800"/>
            </a:lvl8pPr>
            <a:lvl9pPr marL="4114800" lvl="8" indent="-342900" algn="l">
              <a:spcBef>
                <a:spcPts val="360"/>
              </a:spcBef>
              <a:spcAft>
                <a:spcPts val="0"/>
              </a:spcAft>
              <a:buClr>
                <a:schemeClr val="dk1"/>
              </a:buClr>
              <a:buSzPts val="1800"/>
              <a:buFont typeface="Arial" panose="020B0704020202020204"/>
              <a:buChar char="»"/>
              <a:defRPr sz="1800"/>
            </a:lvl9pPr>
          </a:lstStyle>
          <a:p/>
        </p:txBody>
      </p:sp>
      <p:sp>
        <p:nvSpPr>
          <p:cNvPr id="73" name="Google Shape;73;p11"/>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704020202020204"/>
              <a:buChar char="•"/>
              <a:defRPr sz="2800"/>
            </a:lvl1pPr>
            <a:lvl2pPr marL="914400" lvl="1" indent="-381000" algn="l">
              <a:spcBef>
                <a:spcPts val="480"/>
              </a:spcBef>
              <a:spcAft>
                <a:spcPts val="0"/>
              </a:spcAft>
              <a:buClr>
                <a:schemeClr val="dk1"/>
              </a:buClr>
              <a:buSzPts val="2400"/>
              <a:buFont typeface="Arial" panose="020B0704020202020204"/>
              <a:buChar char="–"/>
              <a:defRPr sz="2400"/>
            </a:lvl2pPr>
            <a:lvl3pPr marL="1371600" lvl="2" indent="-355600" algn="l">
              <a:spcBef>
                <a:spcPts val="400"/>
              </a:spcBef>
              <a:spcAft>
                <a:spcPts val="0"/>
              </a:spcAft>
              <a:buClr>
                <a:schemeClr val="dk1"/>
              </a:buClr>
              <a:buSzPts val="2000"/>
              <a:buFont typeface="Arial" panose="020B0704020202020204"/>
              <a:buChar char="•"/>
              <a:defRPr sz="2000"/>
            </a:lvl3pPr>
            <a:lvl4pPr marL="1828800" lvl="3" indent="-342900" algn="l">
              <a:spcBef>
                <a:spcPts val="360"/>
              </a:spcBef>
              <a:spcAft>
                <a:spcPts val="0"/>
              </a:spcAft>
              <a:buClr>
                <a:schemeClr val="dk1"/>
              </a:buClr>
              <a:buSzPts val="1800"/>
              <a:buFont typeface="Arial" panose="020B0704020202020204"/>
              <a:buChar char="–"/>
              <a:defRPr sz="1800"/>
            </a:lvl4pPr>
            <a:lvl5pPr marL="2286000" lvl="4" indent="-342900" algn="l">
              <a:spcBef>
                <a:spcPts val="360"/>
              </a:spcBef>
              <a:spcAft>
                <a:spcPts val="0"/>
              </a:spcAft>
              <a:buClr>
                <a:schemeClr val="dk1"/>
              </a:buClr>
              <a:buSzPts val="1800"/>
              <a:buFont typeface="Arial" panose="020B0704020202020204"/>
              <a:buChar char="»"/>
              <a:defRPr sz="1800"/>
            </a:lvl5pPr>
            <a:lvl6pPr marL="2743200" lvl="5" indent="-342900" algn="l">
              <a:spcBef>
                <a:spcPts val="360"/>
              </a:spcBef>
              <a:spcAft>
                <a:spcPts val="0"/>
              </a:spcAft>
              <a:buClr>
                <a:schemeClr val="dk1"/>
              </a:buClr>
              <a:buSzPts val="1800"/>
              <a:buFont typeface="Arial" panose="020B0704020202020204"/>
              <a:buChar char="»"/>
              <a:defRPr sz="1800"/>
            </a:lvl6pPr>
            <a:lvl7pPr marL="3200400" lvl="6" indent="-342900" algn="l">
              <a:spcBef>
                <a:spcPts val="360"/>
              </a:spcBef>
              <a:spcAft>
                <a:spcPts val="0"/>
              </a:spcAft>
              <a:buClr>
                <a:schemeClr val="dk1"/>
              </a:buClr>
              <a:buSzPts val="1800"/>
              <a:buFont typeface="Arial" panose="020B0704020202020204"/>
              <a:buChar char="»"/>
              <a:defRPr sz="1800"/>
            </a:lvl7pPr>
            <a:lvl8pPr marL="3657600" lvl="7" indent="-342900" algn="l">
              <a:spcBef>
                <a:spcPts val="360"/>
              </a:spcBef>
              <a:spcAft>
                <a:spcPts val="0"/>
              </a:spcAft>
              <a:buClr>
                <a:schemeClr val="dk1"/>
              </a:buClr>
              <a:buSzPts val="1800"/>
              <a:buFont typeface="Arial" panose="020B0704020202020204"/>
              <a:buChar char="»"/>
              <a:defRPr sz="1800"/>
            </a:lvl8pPr>
            <a:lvl9pPr marL="4114800" lvl="8" indent="-342900" algn="l">
              <a:spcBef>
                <a:spcPts val="360"/>
              </a:spcBef>
              <a:spcAft>
                <a:spcPts val="0"/>
              </a:spcAft>
              <a:buClr>
                <a:schemeClr val="dk1"/>
              </a:buClr>
              <a:buSzPts val="1800"/>
              <a:buFont typeface="Arial" panose="020B0704020202020204"/>
              <a:buChar char="»"/>
              <a:defRPr sz="1800"/>
            </a:lvl9pPr>
          </a:lstStyle>
          <a:p/>
        </p:txBody>
      </p:sp>
      <p:sp>
        <p:nvSpPr>
          <p:cNvPr id="74" name="Google Shape;74;p1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7" name="Shape 77"/>
        <p:cNvGrpSpPr/>
        <p:nvPr/>
      </p:nvGrpSpPr>
      <p:grpSpPr>
        <a:xfrm>
          <a:off x="0" y="0"/>
          <a:ext cx="0" cy="0"/>
          <a:chOff x="0" y="0"/>
          <a:chExt cx="0" cy="0"/>
        </a:xfrm>
      </p:grpSpPr>
      <p:sp>
        <p:nvSpPr>
          <p:cNvPr id="78" name="Google Shape;78;p12"/>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12"/>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panose="020B0704020202020204"/>
              <a:buNone/>
              <a:defRPr sz="2000"/>
            </a:lvl1pPr>
            <a:lvl2pPr marL="914400" lvl="1" indent="-228600" algn="l">
              <a:spcBef>
                <a:spcPts val="360"/>
              </a:spcBef>
              <a:spcAft>
                <a:spcPts val="0"/>
              </a:spcAft>
              <a:buClr>
                <a:schemeClr val="dk1"/>
              </a:buClr>
              <a:buSzPts val="1800"/>
              <a:buFont typeface="Arial" panose="020B0704020202020204"/>
              <a:buNone/>
              <a:defRPr sz="1800"/>
            </a:lvl2pPr>
            <a:lvl3pPr marL="1371600" lvl="2" indent="-228600" algn="l">
              <a:spcBef>
                <a:spcPts val="320"/>
              </a:spcBef>
              <a:spcAft>
                <a:spcPts val="0"/>
              </a:spcAft>
              <a:buClr>
                <a:schemeClr val="dk1"/>
              </a:buClr>
              <a:buSzPts val="1600"/>
              <a:buFont typeface="Arial" panose="020B0704020202020204"/>
              <a:buNone/>
              <a:defRPr sz="1600"/>
            </a:lvl3pPr>
            <a:lvl4pPr marL="1828800" lvl="3" indent="-228600" algn="l">
              <a:spcBef>
                <a:spcPts val="280"/>
              </a:spcBef>
              <a:spcAft>
                <a:spcPts val="0"/>
              </a:spcAft>
              <a:buClr>
                <a:schemeClr val="dk1"/>
              </a:buClr>
              <a:buSzPts val="1400"/>
              <a:buFont typeface="Arial" panose="020B0704020202020204"/>
              <a:buNone/>
              <a:defRPr sz="1400"/>
            </a:lvl4pPr>
            <a:lvl5pPr marL="2286000" lvl="4" indent="-228600" algn="l">
              <a:spcBef>
                <a:spcPts val="280"/>
              </a:spcBef>
              <a:spcAft>
                <a:spcPts val="0"/>
              </a:spcAft>
              <a:buClr>
                <a:schemeClr val="dk1"/>
              </a:buClr>
              <a:buSzPts val="1400"/>
              <a:buFont typeface="Arial" panose="020B0704020202020204"/>
              <a:buNone/>
              <a:defRPr sz="1400"/>
            </a:lvl5pPr>
            <a:lvl6pPr marL="2743200" lvl="5" indent="-228600" algn="l">
              <a:spcBef>
                <a:spcPts val="280"/>
              </a:spcBef>
              <a:spcAft>
                <a:spcPts val="0"/>
              </a:spcAft>
              <a:buClr>
                <a:schemeClr val="dk1"/>
              </a:buClr>
              <a:buSzPts val="1400"/>
              <a:buFont typeface="Arial" panose="020B0704020202020204"/>
              <a:buNone/>
              <a:defRPr sz="1400"/>
            </a:lvl6pPr>
            <a:lvl7pPr marL="3200400" lvl="6" indent="-228600" algn="l">
              <a:spcBef>
                <a:spcPts val="280"/>
              </a:spcBef>
              <a:spcAft>
                <a:spcPts val="0"/>
              </a:spcAft>
              <a:buClr>
                <a:schemeClr val="dk1"/>
              </a:buClr>
              <a:buSzPts val="1400"/>
              <a:buFont typeface="Arial" panose="020B0704020202020204"/>
              <a:buNone/>
              <a:defRPr sz="1400"/>
            </a:lvl7pPr>
            <a:lvl8pPr marL="3657600" lvl="7" indent="-228600" algn="l">
              <a:spcBef>
                <a:spcPts val="280"/>
              </a:spcBef>
              <a:spcAft>
                <a:spcPts val="0"/>
              </a:spcAft>
              <a:buClr>
                <a:schemeClr val="dk1"/>
              </a:buClr>
              <a:buSzPts val="1400"/>
              <a:buFont typeface="Arial" panose="020B0704020202020204"/>
              <a:buNone/>
              <a:defRPr sz="1400"/>
            </a:lvl8pPr>
            <a:lvl9pPr marL="4114800" lvl="8" indent="-228600" algn="l">
              <a:spcBef>
                <a:spcPts val="280"/>
              </a:spcBef>
              <a:spcAft>
                <a:spcPts val="0"/>
              </a:spcAft>
              <a:buClr>
                <a:schemeClr val="dk1"/>
              </a:buClr>
              <a:buSzPts val="1400"/>
              <a:buFont typeface="Arial" panose="020B0704020202020204"/>
              <a:buNone/>
              <a:defRPr sz="1400"/>
            </a:lvl9pPr>
          </a:lstStyle>
          <a:p/>
        </p:txBody>
      </p:sp>
      <p:sp>
        <p:nvSpPr>
          <p:cNvPr id="80" name="Google Shape;80;p12"/>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83" name="Shape 83"/>
        <p:cNvGrpSpPr/>
        <p:nvPr/>
      </p:nvGrpSpPr>
      <p:grpSpPr>
        <a:xfrm>
          <a:off x="0" y="0"/>
          <a:ext cx="0" cy="0"/>
          <a:chOff x="0" y="0"/>
          <a:chExt cx="0" cy="0"/>
        </a:xfrm>
      </p:grpSpPr>
      <p:sp>
        <p:nvSpPr>
          <p:cNvPr id="84" name="Google Shape;84;p13"/>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5" name="Google Shape;85;p13"/>
          <p:cNvSpPr txBox="1"/>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6" name="Google Shape;86;p13"/>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atin typeface="Arial" panose="020B0704020202020204"/>
                <a:ea typeface="Arial" panose="020B0704020202020204"/>
                <a:cs typeface="Arial" panose="020B0704020202020204"/>
                <a:sym typeface="Arial" panose="020B07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99" name="Shape 99"/>
        <p:cNvGrpSpPr/>
        <p:nvPr/>
      </p:nvGrpSpPr>
      <p:grpSpPr>
        <a:xfrm>
          <a:off x="0" y="0"/>
          <a:ext cx="0" cy="0"/>
          <a:chOff x="0" y="0"/>
          <a:chExt cx="0" cy="0"/>
        </a:xfrm>
      </p:grpSpPr>
      <p:sp>
        <p:nvSpPr>
          <p:cNvPr id="100" name="Google Shape;100;p15"/>
          <p:cNvSpPr txBox="1"/>
          <p:nvPr>
            <p:ph type="title"/>
          </p:nvPr>
        </p:nvSpPr>
        <p:spPr>
          <a:xfrm>
            <a:off x="856060" y="618518"/>
            <a:ext cx="7429499"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1" name="Google Shape;101;p15"/>
          <p:cNvSpPr txBox="1"/>
          <p:nvPr>
            <p:ph type="body" idx="1"/>
          </p:nvPr>
        </p:nvSpPr>
        <p:spPr>
          <a:xfrm>
            <a:off x="856060" y="2249487"/>
            <a:ext cx="7429499" cy="3541714"/>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02" name="Google Shape;102;p15"/>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5"/>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5"/>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05" name="Shape 105"/>
        <p:cNvGrpSpPr/>
        <p:nvPr/>
      </p:nvGrpSpPr>
      <p:grpSpPr>
        <a:xfrm>
          <a:off x="0" y="0"/>
          <a:ext cx="0" cy="0"/>
          <a:chOff x="0" y="0"/>
          <a:chExt cx="0" cy="0"/>
        </a:xfrm>
      </p:grpSpPr>
      <p:sp>
        <p:nvSpPr>
          <p:cNvPr id="106" name="Google Shape;106;p16"/>
          <p:cNvSpPr txBox="1"/>
          <p:nvPr>
            <p:ph type="title"/>
          </p:nvPr>
        </p:nvSpPr>
        <p:spPr>
          <a:xfrm rot="5400000">
            <a:off x="4942880" y="2448522"/>
            <a:ext cx="5181601" cy="150375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7" name="Google Shape;107;p16"/>
          <p:cNvSpPr txBox="1"/>
          <p:nvPr>
            <p:ph type="body" idx="1"/>
          </p:nvPr>
        </p:nvSpPr>
        <p:spPr>
          <a:xfrm rot="5400000">
            <a:off x="1170978" y="294679"/>
            <a:ext cx="5181601" cy="5811443"/>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08" name="Google Shape;108;p16"/>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6"/>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6"/>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1" name="Shape 111"/>
        <p:cNvGrpSpPr/>
        <p:nvPr/>
      </p:nvGrpSpPr>
      <p:grpSpPr>
        <a:xfrm>
          <a:off x="0" y="0"/>
          <a:ext cx="0" cy="0"/>
          <a:chOff x="0" y="0"/>
          <a:chExt cx="0" cy="0"/>
        </a:xfrm>
      </p:grpSpPr>
      <p:sp>
        <p:nvSpPr>
          <p:cNvPr id="112" name="Google Shape;112;p17"/>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3" name="Google Shape;113;p17"/>
          <p:cNvSpPr txBox="1"/>
          <p:nvPr>
            <p:ph type="body" idx="1"/>
          </p:nvPr>
        </p:nvSpPr>
        <p:spPr>
          <a:xfrm rot="5400000">
            <a:off x="2799556" y="305593"/>
            <a:ext cx="3541712" cy="7429500"/>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14" name="Google Shape;114;p17"/>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7"/>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7"/>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17" name="Shape 117"/>
        <p:cNvGrpSpPr/>
        <p:nvPr/>
      </p:nvGrpSpPr>
      <p:grpSpPr>
        <a:xfrm>
          <a:off x="0" y="0"/>
          <a:ext cx="0" cy="0"/>
          <a:chOff x="0" y="0"/>
          <a:chExt cx="0" cy="0"/>
        </a:xfrm>
      </p:grpSpPr>
      <p:sp>
        <p:nvSpPr>
          <p:cNvPr id="118" name="Google Shape;118;p18"/>
          <p:cNvSpPr txBox="1"/>
          <p:nvPr>
            <p:ph type="title"/>
          </p:nvPr>
        </p:nvSpPr>
        <p:spPr>
          <a:xfrm>
            <a:off x="856060" y="609600"/>
            <a:ext cx="7429499"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9" name="Google Shape;119;p18"/>
          <p:cNvSpPr txBox="1"/>
          <p:nvPr>
            <p:ph type="body" idx="1"/>
          </p:nvPr>
        </p:nvSpPr>
        <p:spPr>
          <a:xfrm>
            <a:off x="856058" y="2674463"/>
            <a:ext cx="2397674"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120" name="Google Shape;120;p18"/>
          <p:cNvSpPr txBox="1"/>
          <p:nvPr>
            <p:ph type="body" idx="2"/>
          </p:nvPr>
        </p:nvSpPr>
        <p:spPr>
          <a:xfrm>
            <a:off x="856059" y="3360263"/>
            <a:ext cx="2396432"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p:txBody>
      </p:sp>
      <p:sp>
        <p:nvSpPr>
          <p:cNvPr id="121" name="Google Shape;121;p18"/>
          <p:cNvSpPr txBox="1"/>
          <p:nvPr>
            <p:ph type="body" idx="3"/>
          </p:nvPr>
        </p:nvSpPr>
        <p:spPr>
          <a:xfrm>
            <a:off x="3386075" y="2677635"/>
            <a:ext cx="2388289"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122" name="Google Shape;122;p18"/>
          <p:cNvSpPr txBox="1"/>
          <p:nvPr>
            <p:ph type="body" idx="4"/>
          </p:nvPr>
        </p:nvSpPr>
        <p:spPr>
          <a:xfrm>
            <a:off x="3386075" y="3363435"/>
            <a:ext cx="2388958"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p:txBody>
      </p:sp>
      <p:sp>
        <p:nvSpPr>
          <p:cNvPr id="123" name="Google Shape;123;p18"/>
          <p:cNvSpPr txBox="1"/>
          <p:nvPr>
            <p:ph type="body" idx="5"/>
          </p:nvPr>
        </p:nvSpPr>
        <p:spPr>
          <a:xfrm>
            <a:off x="5889332" y="2674463"/>
            <a:ext cx="2396226"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124" name="Google Shape;124;p18"/>
          <p:cNvSpPr txBox="1"/>
          <p:nvPr>
            <p:ph type="body" idx="6"/>
          </p:nvPr>
        </p:nvSpPr>
        <p:spPr>
          <a:xfrm>
            <a:off x="5889332" y="3360263"/>
            <a:ext cx="2396226"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p:txBody>
      </p:sp>
      <p:sp>
        <p:nvSpPr>
          <p:cNvPr id="125" name="Google Shape;125;p18"/>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8"/>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8"/>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28" name="Shape 128"/>
        <p:cNvGrpSpPr/>
        <p:nvPr/>
      </p:nvGrpSpPr>
      <p:grpSpPr>
        <a:xfrm>
          <a:off x="0" y="0"/>
          <a:ext cx="0" cy="0"/>
          <a:chOff x="0" y="0"/>
          <a:chExt cx="0" cy="0"/>
        </a:xfrm>
      </p:grpSpPr>
      <p:sp>
        <p:nvSpPr>
          <p:cNvPr id="129" name="Google Shape;129;p19"/>
          <p:cNvSpPr txBox="1"/>
          <p:nvPr>
            <p:ph type="title"/>
          </p:nvPr>
        </p:nvSpPr>
        <p:spPr>
          <a:xfrm>
            <a:off x="856058" y="2134042"/>
            <a:ext cx="7429501"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0" name="Google Shape;130;p19"/>
          <p:cNvSpPr txBox="1"/>
          <p:nvPr>
            <p:ph type="body" idx="1"/>
          </p:nvPr>
        </p:nvSpPr>
        <p:spPr>
          <a:xfrm>
            <a:off x="856023" y="4657655"/>
            <a:ext cx="7428379" cy="114064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131" name="Google Shape;131;p19"/>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9"/>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9"/>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34" name="Shape 134"/>
        <p:cNvGrpSpPr/>
        <p:nvPr/>
      </p:nvGrpSpPr>
      <p:grpSpPr>
        <a:xfrm>
          <a:off x="0" y="0"/>
          <a:ext cx="0" cy="0"/>
          <a:chOff x="0" y="0"/>
          <a:chExt cx="0" cy="0"/>
        </a:xfrm>
      </p:grpSpPr>
      <p:sp>
        <p:nvSpPr>
          <p:cNvPr id="135" name="Google Shape;135;p20"/>
          <p:cNvSpPr txBox="1"/>
          <p:nvPr>
            <p:ph type="title"/>
          </p:nvPr>
        </p:nvSpPr>
        <p:spPr>
          <a:xfrm>
            <a:off x="856093" y="609600"/>
            <a:ext cx="7429466" cy="3429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6" name="Google Shape;136;p20"/>
          <p:cNvSpPr txBox="1"/>
          <p:nvPr>
            <p:ph type="body" idx="1"/>
          </p:nvPr>
        </p:nvSpPr>
        <p:spPr>
          <a:xfrm>
            <a:off x="856058" y="4419600"/>
            <a:ext cx="7428344" cy="1371599"/>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137" name="Google Shape;137;p20"/>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0"/>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0"/>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40" name="Shape 140"/>
        <p:cNvGrpSpPr/>
        <p:nvPr/>
      </p:nvGrpSpPr>
      <p:grpSpPr>
        <a:xfrm>
          <a:off x="0" y="0"/>
          <a:ext cx="0" cy="0"/>
          <a:chOff x="0" y="0"/>
          <a:chExt cx="0" cy="0"/>
        </a:xfrm>
      </p:grpSpPr>
      <p:sp>
        <p:nvSpPr>
          <p:cNvPr id="141" name="Google Shape;141;p21"/>
          <p:cNvSpPr txBox="1"/>
          <p:nvPr>
            <p:ph type="title"/>
          </p:nvPr>
        </p:nvSpPr>
        <p:spPr>
          <a:xfrm>
            <a:off x="856058" y="4304665"/>
            <a:ext cx="7434266"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2" name="Google Shape;142;p21"/>
          <p:cNvSpPr/>
          <p:nvPr>
            <p:ph type="pic" idx="2"/>
          </p:nvPr>
        </p:nvSpPr>
        <p:spPr>
          <a:xfrm>
            <a:off x="856058" y="606426"/>
            <a:ext cx="7434266" cy="3299778"/>
          </a:xfrm>
          <a:prstGeom prst="round2DiagRect">
            <a:avLst>
              <a:gd name="adj1" fmla="val 5101"/>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43" name="Google Shape;143;p21"/>
          <p:cNvSpPr txBox="1"/>
          <p:nvPr>
            <p:ph type="body" idx="1"/>
          </p:nvPr>
        </p:nvSpPr>
        <p:spPr>
          <a:xfrm>
            <a:off x="856024" y="5124020"/>
            <a:ext cx="7433144" cy="68247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144" name="Google Shape;144;p21"/>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1"/>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1"/>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47" name="Shape 147"/>
        <p:cNvGrpSpPr/>
        <p:nvPr/>
      </p:nvGrpSpPr>
      <p:grpSpPr>
        <a:xfrm>
          <a:off x="0" y="0"/>
          <a:ext cx="0" cy="0"/>
          <a:chOff x="0" y="0"/>
          <a:chExt cx="0" cy="0"/>
        </a:xfrm>
      </p:grpSpPr>
      <p:sp>
        <p:nvSpPr>
          <p:cNvPr id="148" name="Google Shape;148;p22"/>
          <p:cNvSpPr txBox="1"/>
          <p:nvPr>
            <p:ph type="title"/>
          </p:nvPr>
        </p:nvSpPr>
        <p:spPr>
          <a:xfrm>
            <a:off x="856061" y="609600"/>
            <a:ext cx="3753962" cy="16398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9" name="Google Shape;149;p22"/>
          <p:cNvSpPr/>
          <p:nvPr>
            <p:ph type="pic" idx="2"/>
          </p:nvPr>
        </p:nvSpPr>
        <p:spPr>
          <a:xfrm>
            <a:off x="4832866" y="609600"/>
            <a:ext cx="3452693" cy="5181602"/>
          </a:xfrm>
          <a:prstGeom prst="round2DiagRect">
            <a:avLst>
              <a:gd name="adj1" fmla="val 6074"/>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50" name="Google Shape;150;p22"/>
          <p:cNvSpPr txBox="1"/>
          <p:nvPr>
            <p:ph type="body" idx="1"/>
          </p:nvPr>
        </p:nvSpPr>
        <p:spPr>
          <a:xfrm>
            <a:off x="856059" y="2249486"/>
            <a:ext cx="3753964" cy="3541714"/>
          </a:xfrm>
          <a:prstGeom prst="rect">
            <a:avLst/>
          </a:prstGeom>
          <a:noFill/>
          <a:ln>
            <a:noFill/>
          </a:ln>
        </p:spPr>
        <p:txBody>
          <a:bodyPr spcFirstLastPara="1" wrap="square" lIns="91425" tIns="45700" rIns="91425" bIns="45700" anchor="t" anchorCtr="0">
            <a:no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151" name="Google Shape;151;p22"/>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2"/>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2"/>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54" name="Shape 154"/>
        <p:cNvGrpSpPr/>
        <p:nvPr/>
      </p:nvGrpSpPr>
      <p:grpSpPr>
        <a:xfrm>
          <a:off x="0" y="0"/>
          <a:ext cx="0" cy="0"/>
          <a:chOff x="0" y="0"/>
          <a:chExt cx="0" cy="0"/>
        </a:xfrm>
      </p:grpSpPr>
      <p:sp>
        <p:nvSpPr>
          <p:cNvPr id="155" name="Google Shape;155;p23"/>
          <p:cNvSpPr txBox="1"/>
          <p:nvPr>
            <p:ph type="title"/>
          </p:nvPr>
        </p:nvSpPr>
        <p:spPr>
          <a:xfrm>
            <a:off x="860029" y="609601"/>
            <a:ext cx="2892028" cy="16398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6" name="Google Shape;156;p23"/>
          <p:cNvSpPr txBox="1"/>
          <p:nvPr>
            <p:ph type="body" idx="1"/>
          </p:nvPr>
        </p:nvSpPr>
        <p:spPr>
          <a:xfrm>
            <a:off x="3867150" y="592666"/>
            <a:ext cx="4418407" cy="5198534"/>
          </a:xfrm>
          <a:prstGeom prst="rect">
            <a:avLst/>
          </a:prstGeom>
          <a:noFill/>
          <a:ln>
            <a:noFill/>
          </a:ln>
        </p:spPr>
        <p:txBody>
          <a:bodyPr spcFirstLastPara="1" wrap="square" lIns="91425" tIns="45700" rIns="91425" bIns="45700" anchor="ctr"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57" name="Google Shape;157;p23"/>
          <p:cNvSpPr txBox="1"/>
          <p:nvPr>
            <p:ph type="body" idx="2"/>
          </p:nvPr>
        </p:nvSpPr>
        <p:spPr>
          <a:xfrm>
            <a:off x="860029" y="2249486"/>
            <a:ext cx="2892028" cy="3541714"/>
          </a:xfrm>
          <a:prstGeom prst="rect">
            <a:avLst/>
          </a:prstGeom>
          <a:noFill/>
          <a:ln>
            <a:noFill/>
          </a:ln>
        </p:spPr>
        <p:txBody>
          <a:bodyPr spcFirstLastPara="1" wrap="square" lIns="91425" tIns="45700" rIns="91425" bIns="45700" anchor="t" anchorCtr="0">
            <a:no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158" name="Google Shape;158;p23"/>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23"/>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23"/>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61" name="Shape 161"/>
        <p:cNvGrpSpPr/>
        <p:nvPr/>
      </p:nvGrpSpPr>
      <p:grpSpPr>
        <a:xfrm>
          <a:off x="0" y="0"/>
          <a:ext cx="0" cy="0"/>
          <a:chOff x="0" y="0"/>
          <a:chExt cx="0" cy="0"/>
        </a:xfrm>
      </p:grpSpPr>
      <p:sp>
        <p:nvSpPr>
          <p:cNvPr id="162" name="Google Shape;162;p24"/>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24"/>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24"/>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65" name="Shape 165"/>
        <p:cNvGrpSpPr/>
        <p:nvPr/>
      </p:nvGrpSpPr>
      <p:grpSpPr>
        <a:xfrm>
          <a:off x="0" y="0"/>
          <a:ext cx="0" cy="0"/>
          <a:chOff x="0" y="0"/>
          <a:chExt cx="0" cy="0"/>
        </a:xfrm>
      </p:grpSpPr>
      <p:sp>
        <p:nvSpPr>
          <p:cNvPr id="166" name="Google Shape;166;p25"/>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67" name="Google Shape;167;p25"/>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25"/>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25"/>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70" name="Shape 170"/>
        <p:cNvGrpSpPr/>
        <p:nvPr/>
      </p:nvGrpSpPr>
      <p:grpSpPr>
        <a:xfrm>
          <a:off x="0" y="0"/>
          <a:ext cx="0" cy="0"/>
          <a:chOff x="0" y="0"/>
          <a:chExt cx="0" cy="0"/>
        </a:xfrm>
      </p:grpSpPr>
      <p:sp>
        <p:nvSpPr>
          <p:cNvPr id="171" name="Google Shape;171;p26"/>
          <p:cNvSpPr txBox="1"/>
          <p:nvPr>
            <p:ph type="title"/>
          </p:nvPr>
        </p:nvSpPr>
        <p:spPr>
          <a:xfrm>
            <a:off x="856058" y="619127"/>
            <a:ext cx="7429500" cy="14779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2" name="Google Shape;172;p26"/>
          <p:cNvSpPr txBox="1"/>
          <p:nvPr>
            <p:ph type="body" idx="1"/>
          </p:nvPr>
        </p:nvSpPr>
        <p:spPr>
          <a:xfrm>
            <a:off x="1078902" y="2249486"/>
            <a:ext cx="3435949"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173" name="Google Shape;173;p26"/>
          <p:cNvSpPr txBox="1"/>
          <p:nvPr>
            <p:ph type="body" idx="2"/>
          </p:nvPr>
        </p:nvSpPr>
        <p:spPr>
          <a:xfrm>
            <a:off x="856058" y="3073398"/>
            <a:ext cx="3658793" cy="2717801"/>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74" name="Google Shape;174;p26"/>
          <p:cNvSpPr txBox="1"/>
          <p:nvPr>
            <p:ph type="body" idx="3"/>
          </p:nvPr>
        </p:nvSpPr>
        <p:spPr>
          <a:xfrm>
            <a:off x="4851992" y="2249485"/>
            <a:ext cx="343356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175" name="Google Shape;175;p26"/>
          <p:cNvSpPr txBox="1"/>
          <p:nvPr>
            <p:ph type="body" idx="4"/>
          </p:nvPr>
        </p:nvSpPr>
        <p:spPr>
          <a:xfrm>
            <a:off x="4629150" y="3073398"/>
            <a:ext cx="3656408" cy="2717801"/>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76" name="Google Shape;176;p26"/>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26"/>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26"/>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79" name="Shape 179"/>
        <p:cNvGrpSpPr/>
        <p:nvPr/>
      </p:nvGrpSpPr>
      <p:grpSpPr>
        <a:xfrm>
          <a:off x="0" y="0"/>
          <a:ext cx="0" cy="0"/>
          <a:chOff x="0" y="0"/>
          <a:chExt cx="0" cy="0"/>
        </a:xfrm>
      </p:grpSpPr>
      <p:sp>
        <p:nvSpPr>
          <p:cNvPr id="180" name="Google Shape;180;p27"/>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1" name="Google Shape;181;p27"/>
          <p:cNvSpPr txBox="1"/>
          <p:nvPr>
            <p:ph type="body" idx="1"/>
          </p:nvPr>
        </p:nvSpPr>
        <p:spPr>
          <a:xfrm>
            <a:off x="856058" y="2249486"/>
            <a:ext cx="3658792" cy="3541714"/>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82" name="Google Shape;182;p27"/>
          <p:cNvSpPr txBox="1"/>
          <p:nvPr>
            <p:ph type="body" idx="2"/>
          </p:nvPr>
        </p:nvSpPr>
        <p:spPr>
          <a:xfrm>
            <a:off x="4629151" y="2249486"/>
            <a:ext cx="3656408" cy="3541714"/>
          </a:xfrm>
          <a:prstGeom prst="rect">
            <a:avLst/>
          </a:prstGeom>
          <a:noFill/>
          <a:ln>
            <a:noFill/>
          </a:ln>
        </p:spPr>
        <p:txBody>
          <a:bodyPr spcFirstLastPara="1" wrap="square" lIns="91425" tIns="45700" rIns="91425" bIns="45700" anchor="t" anchorCtr="0">
            <a:no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p:txBody>
      </p:sp>
      <p:sp>
        <p:nvSpPr>
          <p:cNvPr id="183" name="Google Shape;183;p27"/>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27"/>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27"/>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86" name="Shape 186"/>
        <p:cNvGrpSpPr/>
        <p:nvPr/>
      </p:nvGrpSpPr>
      <p:grpSpPr>
        <a:xfrm>
          <a:off x="0" y="0"/>
          <a:ext cx="0" cy="0"/>
          <a:chOff x="0" y="0"/>
          <a:chExt cx="0" cy="0"/>
        </a:xfrm>
      </p:grpSpPr>
      <p:sp>
        <p:nvSpPr>
          <p:cNvPr id="187" name="Google Shape;187;p28"/>
          <p:cNvSpPr txBox="1"/>
          <p:nvPr>
            <p:ph type="title"/>
          </p:nvPr>
        </p:nvSpPr>
        <p:spPr>
          <a:xfrm>
            <a:off x="856058" y="1419227"/>
            <a:ext cx="74295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8" name="Google Shape;188;p28"/>
          <p:cNvSpPr txBox="1"/>
          <p:nvPr>
            <p:ph type="body" idx="1"/>
          </p:nvPr>
        </p:nvSpPr>
        <p:spPr>
          <a:xfrm>
            <a:off x="856058" y="4424362"/>
            <a:ext cx="7429500" cy="137477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cap="none">
                <a:solidFill>
                  <a:schemeClr val="lt1"/>
                </a:solidFill>
              </a:defRPr>
            </a:lvl1pPr>
            <a:lvl2pPr marL="914400" lvl="1" indent="-228600" algn="l">
              <a:lnSpc>
                <a:spcPct val="120000"/>
              </a:lnSpc>
              <a:spcBef>
                <a:spcPts val="500"/>
              </a:spcBef>
              <a:spcAft>
                <a:spcPts val="0"/>
              </a:spcAft>
              <a:buClr>
                <a:schemeClr val="lt1"/>
              </a:buClr>
              <a:buSzPts val="2250"/>
              <a:buNone/>
              <a:defRPr sz="1800">
                <a:solidFill>
                  <a:schemeClr val="lt1"/>
                </a:solidFill>
              </a:defRPr>
            </a:lvl2pPr>
            <a:lvl3pPr marL="1371600" lvl="2" indent="-228600" algn="l">
              <a:lnSpc>
                <a:spcPct val="120000"/>
              </a:lnSpc>
              <a:spcBef>
                <a:spcPts val="500"/>
              </a:spcBef>
              <a:spcAft>
                <a:spcPts val="0"/>
              </a:spcAft>
              <a:buClr>
                <a:schemeClr val="lt1"/>
              </a:buClr>
              <a:buSzPts val="2250"/>
              <a:buNone/>
              <a:defRPr sz="1800">
                <a:solidFill>
                  <a:schemeClr val="lt1"/>
                </a:solidFill>
              </a:defRPr>
            </a:lvl3pPr>
            <a:lvl4pPr marL="1828800" lvl="3" indent="-228600" algn="l">
              <a:lnSpc>
                <a:spcPct val="120000"/>
              </a:lnSpc>
              <a:spcBef>
                <a:spcPts val="500"/>
              </a:spcBef>
              <a:spcAft>
                <a:spcPts val="0"/>
              </a:spcAft>
              <a:buClr>
                <a:schemeClr val="lt1"/>
              </a:buClr>
              <a:buSzPts val="2000"/>
              <a:buNone/>
              <a:defRPr sz="1600">
                <a:solidFill>
                  <a:schemeClr val="lt1"/>
                </a:solidFill>
              </a:defRPr>
            </a:lvl4pPr>
            <a:lvl5pPr marL="2286000" lvl="4" indent="-228600" algn="l">
              <a:lnSpc>
                <a:spcPct val="120000"/>
              </a:lnSpc>
              <a:spcBef>
                <a:spcPts val="500"/>
              </a:spcBef>
              <a:spcAft>
                <a:spcPts val="0"/>
              </a:spcAft>
              <a:buClr>
                <a:schemeClr val="lt1"/>
              </a:buClr>
              <a:buSzPts val="2000"/>
              <a:buNone/>
              <a:defRPr sz="1600">
                <a:solidFill>
                  <a:schemeClr val="lt1"/>
                </a:solidFill>
              </a:defRPr>
            </a:lvl5pPr>
            <a:lvl6pPr marL="2743200" lvl="5" indent="-228600" algn="l">
              <a:lnSpc>
                <a:spcPct val="120000"/>
              </a:lnSpc>
              <a:spcBef>
                <a:spcPts val="500"/>
              </a:spcBef>
              <a:spcAft>
                <a:spcPts val="0"/>
              </a:spcAft>
              <a:buClr>
                <a:schemeClr val="lt1"/>
              </a:buClr>
              <a:buSzPts val="2000"/>
              <a:buNone/>
              <a:defRPr sz="1600">
                <a:solidFill>
                  <a:schemeClr val="lt1"/>
                </a:solidFill>
              </a:defRPr>
            </a:lvl6pPr>
            <a:lvl7pPr marL="3200400" lvl="6" indent="-228600" algn="l">
              <a:lnSpc>
                <a:spcPct val="120000"/>
              </a:lnSpc>
              <a:spcBef>
                <a:spcPts val="500"/>
              </a:spcBef>
              <a:spcAft>
                <a:spcPts val="0"/>
              </a:spcAft>
              <a:buClr>
                <a:schemeClr val="lt1"/>
              </a:buClr>
              <a:buSzPts val="2000"/>
              <a:buNone/>
              <a:defRPr sz="1600">
                <a:solidFill>
                  <a:schemeClr val="lt1"/>
                </a:solidFill>
              </a:defRPr>
            </a:lvl7pPr>
            <a:lvl8pPr marL="3657600" lvl="7" indent="-228600" algn="l">
              <a:lnSpc>
                <a:spcPct val="120000"/>
              </a:lnSpc>
              <a:spcBef>
                <a:spcPts val="500"/>
              </a:spcBef>
              <a:spcAft>
                <a:spcPts val="0"/>
              </a:spcAft>
              <a:buClr>
                <a:schemeClr val="lt1"/>
              </a:buClr>
              <a:buSzPts val="2000"/>
              <a:buNone/>
              <a:defRPr sz="1600">
                <a:solidFill>
                  <a:schemeClr val="lt1"/>
                </a:solidFill>
              </a:defRPr>
            </a:lvl8pPr>
            <a:lvl9pPr marL="4114800" lvl="8" indent="-228600" algn="l">
              <a:lnSpc>
                <a:spcPct val="120000"/>
              </a:lnSpc>
              <a:spcBef>
                <a:spcPts val="500"/>
              </a:spcBef>
              <a:spcAft>
                <a:spcPts val="0"/>
              </a:spcAft>
              <a:buClr>
                <a:schemeClr val="lt1"/>
              </a:buClr>
              <a:buSzPts val="2000"/>
              <a:buNone/>
              <a:defRPr sz="1600">
                <a:solidFill>
                  <a:schemeClr val="lt1"/>
                </a:solidFill>
              </a:defRPr>
            </a:lvl9pPr>
          </a:lstStyle>
          <a:p/>
        </p:txBody>
      </p:sp>
      <p:sp>
        <p:nvSpPr>
          <p:cNvPr id="189" name="Google Shape;189;p28"/>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28"/>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28"/>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matchingName="Title, Content, and 2 Content">
  <p:cSld name="OBJECT_AND_TWO_OBJECTS">
    <p:spTree>
      <p:nvGrpSpPr>
        <p:cNvPr id="198" name="Shape 198"/>
        <p:cNvGrpSpPr/>
        <p:nvPr/>
      </p:nvGrpSpPr>
      <p:grpSpPr>
        <a:xfrm>
          <a:off x="0" y="0"/>
          <a:ext cx="0" cy="0"/>
          <a:chOff x="0" y="0"/>
          <a:chExt cx="0" cy="0"/>
        </a:xfrm>
      </p:grpSpPr>
      <p:sp>
        <p:nvSpPr>
          <p:cNvPr id="199" name="Google Shape;199;p30"/>
          <p:cNvSpPr txBox="1"/>
          <p:nvPr>
            <p:ph type="title"/>
          </p:nvPr>
        </p:nvSpPr>
        <p:spPr>
          <a:xfrm>
            <a:off x="457200" y="292100"/>
            <a:ext cx="8229600" cy="13843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0" name="Google Shape;200;p30"/>
          <p:cNvSpPr txBox="1"/>
          <p:nvPr>
            <p:ph type="body" idx="1"/>
          </p:nvPr>
        </p:nvSpPr>
        <p:spPr>
          <a:xfrm>
            <a:off x="457200" y="1905000"/>
            <a:ext cx="40386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01" name="Google Shape;201;p30"/>
          <p:cNvSpPr txBox="1"/>
          <p:nvPr>
            <p:ph type="body" idx="2"/>
          </p:nvPr>
        </p:nvSpPr>
        <p:spPr>
          <a:xfrm>
            <a:off x="4648200" y="1905000"/>
            <a:ext cx="40386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02" name="Google Shape;202;p30"/>
          <p:cNvSpPr txBox="1"/>
          <p:nvPr>
            <p:ph type="body" idx="3"/>
          </p:nvPr>
        </p:nvSpPr>
        <p:spPr>
          <a:xfrm>
            <a:off x="4648200" y="4038600"/>
            <a:ext cx="40386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03" name="Google Shape;203;p30"/>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30"/>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30"/>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matchingName="Title, Content, and 2 Content">
  <p:cSld name="OBJECT_AND_TWO_OBJECTS">
    <p:spTree>
      <p:nvGrpSpPr>
        <p:cNvPr id="212" name="Shape 212"/>
        <p:cNvGrpSpPr/>
        <p:nvPr/>
      </p:nvGrpSpPr>
      <p:grpSpPr>
        <a:xfrm>
          <a:off x="0" y="0"/>
          <a:ext cx="0" cy="0"/>
          <a:chOff x="0" y="0"/>
          <a:chExt cx="0" cy="0"/>
        </a:xfrm>
      </p:grpSpPr>
      <p:sp>
        <p:nvSpPr>
          <p:cNvPr id="213" name="Google Shape;213;p32"/>
          <p:cNvSpPr txBox="1"/>
          <p:nvPr>
            <p:ph type="title"/>
          </p:nvPr>
        </p:nvSpPr>
        <p:spPr>
          <a:xfrm>
            <a:off x="457200" y="292100"/>
            <a:ext cx="8229600" cy="13843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4" name="Google Shape;214;p32"/>
          <p:cNvSpPr txBox="1"/>
          <p:nvPr>
            <p:ph type="body" idx="1"/>
          </p:nvPr>
        </p:nvSpPr>
        <p:spPr>
          <a:xfrm>
            <a:off x="457200" y="1905000"/>
            <a:ext cx="40386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15" name="Google Shape;215;p32"/>
          <p:cNvSpPr txBox="1"/>
          <p:nvPr>
            <p:ph type="body" idx="2"/>
          </p:nvPr>
        </p:nvSpPr>
        <p:spPr>
          <a:xfrm>
            <a:off x="4648200" y="1905000"/>
            <a:ext cx="4038600" cy="198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16" name="Google Shape;216;p32"/>
          <p:cNvSpPr txBox="1"/>
          <p:nvPr>
            <p:ph type="body" idx="3"/>
          </p:nvPr>
        </p:nvSpPr>
        <p:spPr>
          <a:xfrm>
            <a:off x="4648200" y="4038600"/>
            <a:ext cx="4038600" cy="198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17" name="Google Shape;217;p32"/>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32"/>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32"/>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226" name="Shape 226"/>
        <p:cNvGrpSpPr/>
        <p:nvPr/>
      </p:nvGrpSpPr>
      <p:grpSpPr>
        <a:xfrm>
          <a:off x="0" y="0"/>
          <a:ext cx="0" cy="0"/>
          <a:chOff x="0" y="0"/>
          <a:chExt cx="0" cy="0"/>
        </a:xfrm>
      </p:grpSpPr>
      <p:sp>
        <p:nvSpPr>
          <p:cNvPr id="227" name="Google Shape;227;p34"/>
          <p:cNvSpPr txBox="1"/>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28" name="Google Shape;228;p34"/>
          <p:cNvSpPr txBox="1"/>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29" name="Google Shape;229;p34"/>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4"/>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p34"/>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232" name="Shape 232"/>
        <p:cNvGrpSpPr/>
        <p:nvPr/>
      </p:nvGrpSpPr>
      <p:grpSpPr>
        <a:xfrm>
          <a:off x="0" y="0"/>
          <a:ext cx="0" cy="0"/>
          <a:chOff x="0" y="0"/>
          <a:chExt cx="0" cy="0"/>
        </a:xfrm>
      </p:grpSpPr>
      <p:sp>
        <p:nvSpPr>
          <p:cNvPr id="233" name="Google Shape;233;p35"/>
          <p:cNvSpPr txBox="1"/>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4" name="Google Shape;234;p35"/>
          <p:cNvSpPr txBox="1"/>
          <p:nvPr>
            <p:ph type="body" idx="1"/>
          </p:nvPr>
        </p:nvSpPr>
        <p:spPr>
          <a:xfrm rot="5400000">
            <a:off x="2396332" y="57943"/>
            <a:ext cx="4351337"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35" name="Google Shape;235;p35"/>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35"/>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35"/>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238" name="Shape 238"/>
        <p:cNvGrpSpPr/>
        <p:nvPr/>
      </p:nvGrpSpPr>
      <p:grpSpPr>
        <a:xfrm>
          <a:off x="0" y="0"/>
          <a:ext cx="0" cy="0"/>
          <a:chOff x="0" y="0"/>
          <a:chExt cx="0" cy="0"/>
        </a:xfrm>
      </p:grpSpPr>
      <p:sp>
        <p:nvSpPr>
          <p:cNvPr id="239" name="Google Shape;239;p36"/>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0" name="Google Shape;240;p36"/>
          <p:cNvSpPr/>
          <p:nvPr>
            <p:ph type="pic" idx="2"/>
          </p:nvPr>
        </p:nvSpPr>
        <p:spPr>
          <a:xfrm>
            <a:off x="3887391" y="987426"/>
            <a:ext cx="4629150" cy="4873625"/>
          </a:xfrm>
          <a:prstGeom prst="rect">
            <a:avLst/>
          </a:prstGeom>
          <a:noFill/>
          <a:ln>
            <a:noFill/>
          </a:ln>
        </p:spPr>
      </p:sp>
      <p:sp>
        <p:nvSpPr>
          <p:cNvPr id="241" name="Google Shape;241;p36"/>
          <p:cNvSpPr txBox="1"/>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242" name="Google Shape;242;p36"/>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36"/>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36"/>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245" name="Shape 245"/>
        <p:cNvGrpSpPr/>
        <p:nvPr/>
      </p:nvGrpSpPr>
      <p:grpSpPr>
        <a:xfrm>
          <a:off x="0" y="0"/>
          <a:ext cx="0" cy="0"/>
          <a:chOff x="0" y="0"/>
          <a:chExt cx="0" cy="0"/>
        </a:xfrm>
      </p:grpSpPr>
      <p:sp>
        <p:nvSpPr>
          <p:cNvPr id="246" name="Google Shape;246;p37"/>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7" name="Google Shape;247;p37"/>
          <p:cNvSpPr txBox="1"/>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p:txBody>
      </p:sp>
      <p:sp>
        <p:nvSpPr>
          <p:cNvPr id="248" name="Google Shape;248;p37"/>
          <p:cNvSpPr txBox="1"/>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249" name="Google Shape;249;p37"/>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37"/>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37"/>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52" name="Shape 252"/>
        <p:cNvGrpSpPr/>
        <p:nvPr/>
      </p:nvGrpSpPr>
      <p:grpSpPr>
        <a:xfrm>
          <a:off x="0" y="0"/>
          <a:ext cx="0" cy="0"/>
          <a:chOff x="0" y="0"/>
          <a:chExt cx="0" cy="0"/>
        </a:xfrm>
      </p:grpSpPr>
      <p:sp>
        <p:nvSpPr>
          <p:cNvPr id="253" name="Google Shape;253;p38"/>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38"/>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 name="Google Shape;255;p38"/>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6" name="Shape 256"/>
        <p:cNvGrpSpPr/>
        <p:nvPr/>
      </p:nvGrpSpPr>
      <p:grpSpPr>
        <a:xfrm>
          <a:off x="0" y="0"/>
          <a:ext cx="0" cy="0"/>
          <a:chOff x="0" y="0"/>
          <a:chExt cx="0" cy="0"/>
        </a:xfrm>
      </p:grpSpPr>
      <p:sp>
        <p:nvSpPr>
          <p:cNvPr id="257" name="Google Shape;257;p39"/>
          <p:cNvSpPr txBox="1"/>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8" name="Google Shape;258;p39"/>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p39"/>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39"/>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261" name="Shape 261"/>
        <p:cNvGrpSpPr/>
        <p:nvPr/>
      </p:nvGrpSpPr>
      <p:grpSpPr>
        <a:xfrm>
          <a:off x="0" y="0"/>
          <a:ext cx="0" cy="0"/>
          <a:chOff x="0" y="0"/>
          <a:chExt cx="0" cy="0"/>
        </a:xfrm>
      </p:grpSpPr>
      <p:sp>
        <p:nvSpPr>
          <p:cNvPr id="262" name="Google Shape;262;p40"/>
          <p:cNvSpPr txBox="1"/>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3" name="Google Shape;263;p40"/>
          <p:cNvSpPr txBox="1"/>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p:txBody>
      </p:sp>
      <p:sp>
        <p:nvSpPr>
          <p:cNvPr id="264" name="Google Shape;264;p40"/>
          <p:cNvSpPr txBox="1"/>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65" name="Google Shape;265;p40"/>
          <p:cNvSpPr txBox="1"/>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p:txBody>
      </p:sp>
      <p:sp>
        <p:nvSpPr>
          <p:cNvPr id="266" name="Google Shape;266;p40"/>
          <p:cNvSpPr txBox="1"/>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67" name="Google Shape;267;p40"/>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8" name="Google Shape;268;p40"/>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40"/>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70" name="Shape 270"/>
        <p:cNvGrpSpPr/>
        <p:nvPr/>
      </p:nvGrpSpPr>
      <p:grpSpPr>
        <a:xfrm>
          <a:off x="0" y="0"/>
          <a:ext cx="0" cy="0"/>
          <a:chOff x="0" y="0"/>
          <a:chExt cx="0" cy="0"/>
        </a:xfrm>
      </p:grpSpPr>
      <p:sp>
        <p:nvSpPr>
          <p:cNvPr id="271" name="Google Shape;271;p41"/>
          <p:cNvSpPr txBox="1"/>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2" name="Google Shape;272;p41"/>
          <p:cNvSpPr txBox="1"/>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73" name="Google Shape;273;p41"/>
          <p:cNvSpPr txBox="1"/>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74" name="Google Shape;274;p41"/>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41"/>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6" name="Google Shape;276;p41"/>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7" name="Shape 277"/>
        <p:cNvGrpSpPr/>
        <p:nvPr/>
      </p:nvGrpSpPr>
      <p:grpSpPr>
        <a:xfrm>
          <a:off x="0" y="0"/>
          <a:ext cx="0" cy="0"/>
          <a:chOff x="0" y="0"/>
          <a:chExt cx="0" cy="0"/>
        </a:xfrm>
      </p:grpSpPr>
      <p:sp>
        <p:nvSpPr>
          <p:cNvPr id="278" name="Google Shape;278;p42"/>
          <p:cNvSpPr txBox="1"/>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9" name="Google Shape;279;p42"/>
          <p:cNvSpPr txBox="1"/>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p:txBody>
      </p:sp>
      <p:sp>
        <p:nvSpPr>
          <p:cNvPr id="280" name="Google Shape;280;p42"/>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1" name="Google Shape;281;p42"/>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2" name="Google Shape;282;p42"/>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83" name="Shape 283"/>
        <p:cNvGrpSpPr/>
        <p:nvPr/>
      </p:nvGrpSpPr>
      <p:grpSpPr>
        <a:xfrm>
          <a:off x="0" y="0"/>
          <a:ext cx="0" cy="0"/>
          <a:chOff x="0" y="0"/>
          <a:chExt cx="0" cy="0"/>
        </a:xfrm>
      </p:grpSpPr>
      <p:sp>
        <p:nvSpPr>
          <p:cNvPr id="284" name="Google Shape;284;p43"/>
          <p:cNvSpPr txBox="1"/>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5" name="Google Shape;285;p43"/>
          <p:cNvSpPr txBox="1"/>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86" name="Google Shape;286;p43"/>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7" name="Google Shape;287;p43"/>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8" name="Google Shape;288;p43"/>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89" name="Shape 289"/>
        <p:cNvGrpSpPr/>
        <p:nvPr/>
      </p:nvGrpSpPr>
      <p:grpSpPr>
        <a:xfrm>
          <a:off x="0" y="0"/>
          <a:ext cx="0" cy="0"/>
          <a:chOff x="0" y="0"/>
          <a:chExt cx="0" cy="0"/>
        </a:xfrm>
      </p:grpSpPr>
      <p:sp>
        <p:nvSpPr>
          <p:cNvPr id="290" name="Google Shape;290;p44"/>
          <p:cNvSpPr txBox="1"/>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1" name="Google Shape;291;p44"/>
          <p:cNvSpPr txBox="1"/>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92" name="Google Shape;292;p44"/>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p44"/>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4" name="Google Shape;294;p44"/>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303" name="Shape 303"/>
        <p:cNvGrpSpPr/>
        <p:nvPr/>
      </p:nvGrpSpPr>
      <p:grpSpPr>
        <a:xfrm>
          <a:off x="0" y="0"/>
          <a:ext cx="0" cy="0"/>
          <a:chOff x="0" y="0"/>
          <a:chExt cx="0" cy="0"/>
        </a:xfrm>
      </p:grpSpPr>
      <p:sp>
        <p:nvSpPr>
          <p:cNvPr id="304" name="Google Shape;304;p46"/>
          <p:cNvSpPr txBox="1"/>
          <p:nvPr>
            <p:ph type="ctrTitle"/>
          </p:nvPr>
        </p:nvSpPr>
        <p:spPr>
          <a:xfrm>
            <a:off x="1900238" y="1122363"/>
            <a:ext cx="6593681"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48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5" name="Google Shape;305;p46"/>
          <p:cNvSpPr txBox="1"/>
          <p:nvPr>
            <p:ph type="subTitle" idx="1"/>
          </p:nvPr>
        </p:nvSpPr>
        <p:spPr>
          <a:xfrm>
            <a:off x="1900238" y="3602038"/>
            <a:ext cx="6593681" cy="1655762"/>
          </a:xfrm>
          <a:prstGeom prst="rect">
            <a:avLst/>
          </a:prstGeom>
          <a:noFill/>
          <a:ln>
            <a:noFill/>
          </a:ln>
        </p:spPr>
        <p:txBody>
          <a:bodyPr spcFirstLastPara="1" wrap="square" lIns="91425" tIns="45700" rIns="91425" bIns="45700" anchor="t" anchorCtr="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p:txBody>
      </p:sp>
      <p:sp>
        <p:nvSpPr>
          <p:cNvPr id="306" name="Google Shape;306;p46"/>
          <p:cNvSpPr txBox="1"/>
          <p:nvPr>
            <p:ph type="dt" idx="10"/>
          </p:nvPr>
        </p:nvSpPr>
        <p:spPr>
          <a:xfrm>
            <a:off x="5800725" y="541020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46"/>
          <p:cNvSpPr txBox="1"/>
          <p:nvPr>
            <p:ph type="ftr" idx="11"/>
          </p:nvPr>
        </p:nvSpPr>
        <p:spPr>
          <a:xfrm>
            <a:off x="1900237" y="5410200"/>
            <a:ext cx="384333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p46"/>
          <p:cNvSpPr txBox="1"/>
          <p:nvPr>
            <p:ph type="sldNum" idx="12"/>
          </p:nvPr>
        </p:nvSpPr>
        <p:spPr>
          <a:xfrm>
            <a:off x="7915275" y="5410200"/>
            <a:ext cx="57943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321" name="Shape 321"/>
        <p:cNvGrpSpPr/>
        <p:nvPr/>
      </p:nvGrpSpPr>
      <p:grpSpPr>
        <a:xfrm>
          <a:off x="0" y="0"/>
          <a:ext cx="0" cy="0"/>
          <a:chOff x="0" y="0"/>
          <a:chExt cx="0" cy="0"/>
        </a:xfrm>
      </p:grpSpPr>
      <p:sp>
        <p:nvSpPr>
          <p:cNvPr id="322" name="Google Shape;322;p48"/>
          <p:cNvSpPr txBox="1"/>
          <p:nvPr>
            <p:ph type="title"/>
          </p:nvPr>
        </p:nvSpPr>
        <p:spPr>
          <a:xfrm>
            <a:off x="1084659" y="609600"/>
            <a:ext cx="6977064" cy="274842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23" name="Google Shape;323;p48"/>
          <p:cNvSpPr txBox="1"/>
          <p:nvPr>
            <p:ph type="body" idx="1"/>
          </p:nvPr>
        </p:nvSpPr>
        <p:spPr>
          <a:xfrm>
            <a:off x="1290484" y="3365557"/>
            <a:ext cx="6564224" cy="5489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324" name="Google Shape;324;p48"/>
          <p:cNvSpPr txBox="1"/>
          <p:nvPr>
            <p:ph type="body" idx="2"/>
          </p:nvPr>
        </p:nvSpPr>
        <p:spPr>
          <a:xfrm>
            <a:off x="856058" y="4309919"/>
            <a:ext cx="7429502" cy="1489496"/>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p:txBody>
      </p:sp>
      <p:sp>
        <p:nvSpPr>
          <p:cNvPr id="325" name="Google Shape;325;p48"/>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6" name="Google Shape;326;p48"/>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7" name="Google Shape;327;p48"/>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338" name="Shape 338"/>
        <p:cNvGrpSpPr/>
        <p:nvPr/>
      </p:nvGrpSpPr>
      <p:grpSpPr>
        <a:xfrm>
          <a:off x="0" y="0"/>
          <a:ext cx="0" cy="0"/>
          <a:chOff x="0" y="0"/>
          <a:chExt cx="0" cy="0"/>
        </a:xfrm>
      </p:grpSpPr>
      <p:sp>
        <p:nvSpPr>
          <p:cNvPr id="339" name="Google Shape;339;p50"/>
          <p:cNvSpPr txBox="1"/>
          <p:nvPr>
            <p:ph type="title"/>
          </p:nvPr>
        </p:nvSpPr>
        <p:spPr>
          <a:xfrm>
            <a:off x="856059" y="609600"/>
            <a:ext cx="7429499"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40" name="Google Shape;340;p50"/>
          <p:cNvSpPr txBox="1"/>
          <p:nvPr>
            <p:ph type="body" idx="1"/>
          </p:nvPr>
        </p:nvSpPr>
        <p:spPr>
          <a:xfrm>
            <a:off x="856060" y="4404596"/>
            <a:ext cx="239643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341" name="Google Shape;341;p50"/>
          <p:cNvSpPr/>
          <p:nvPr>
            <p:ph type="pic" idx="2"/>
          </p:nvPr>
        </p:nvSpPr>
        <p:spPr>
          <a:xfrm>
            <a:off x="856060" y="2666998"/>
            <a:ext cx="2396430" cy="1524000"/>
          </a:xfrm>
          <a:prstGeom prst="round2DiagRect">
            <a:avLst>
              <a:gd name="adj1" fmla="val 16667"/>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342" name="Google Shape;342;p50"/>
          <p:cNvSpPr txBox="1"/>
          <p:nvPr>
            <p:ph type="body" idx="3"/>
          </p:nvPr>
        </p:nvSpPr>
        <p:spPr>
          <a:xfrm>
            <a:off x="856060" y="4980859"/>
            <a:ext cx="2396430" cy="81784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p:txBody>
      </p:sp>
      <p:sp>
        <p:nvSpPr>
          <p:cNvPr id="343" name="Google Shape;343;p50"/>
          <p:cNvSpPr txBox="1"/>
          <p:nvPr>
            <p:ph type="body" idx="4"/>
          </p:nvPr>
        </p:nvSpPr>
        <p:spPr>
          <a:xfrm>
            <a:off x="3366790" y="4404596"/>
            <a:ext cx="240030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344" name="Google Shape;344;p50"/>
          <p:cNvSpPr/>
          <p:nvPr>
            <p:ph type="pic" idx="5"/>
          </p:nvPr>
        </p:nvSpPr>
        <p:spPr>
          <a:xfrm>
            <a:off x="3366790" y="2666998"/>
            <a:ext cx="2399205" cy="1524000"/>
          </a:xfrm>
          <a:prstGeom prst="round2DiagRect">
            <a:avLst>
              <a:gd name="adj1" fmla="val 16667"/>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345" name="Google Shape;345;p50"/>
          <p:cNvSpPr txBox="1"/>
          <p:nvPr>
            <p:ph type="body" idx="6"/>
          </p:nvPr>
        </p:nvSpPr>
        <p:spPr>
          <a:xfrm>
            <a:off x="3365695" y="4980857"/>
            <a:ext cx="2400300" cy="8103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p:txBody>
      </p:sp>
      <p:sp>
        <p:nvSpPr>
          <p:cNvPr id="346" name="Google Shape;346;p50"/>
          <p:cNvSpPr txBox="1"/>
          <p:nvPr>
            <p:ph type="body" idx="7"/>
          </p:nvPr>
        </p:nvSpPr>
        <p:spPr>
          <a:xfrm>
            <a:off x="5889426" y="4404595"/>
            <a:ext cx="2393056"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p:txBody>
      </p:sp>
      <p:sp>
        <p:nvSpPr>
          <p:cNvPr id="347" name="Google Shape;347;p50"/>
          <p:cNvSpPr/>
          <p:nvPr>
            <p:ph type="pic" idx="8"/>
          </p:nvPr>
        </p:nvSpPr>
        <p:spPr>
          <a:xfrm>
            <a:off x="5889332" y="2666998"/>
            <a:ext cx="2396227" cy="1524000"/>
          </a:xfrm>
          <a:prstGeom prst="round2DiagRect">
            <a:avLst>
              <a:gd name="adj1" fmla="val 16667"/>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348" name="Google Shape;348;p50"/>
          <p:cNvSpPr txBox="1"/>
          <p:nvPr>
            <p:ph type="body" idx="9"/>
          </p:nvPr>
        </p:nvSpPr>
        <p:spPr>
          <a:xfrm>
            <a:off x="5889332" y="4980855"/>
            <a:ext cx="2396226" cy="81034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p:txBody>
      </p:sp>
      <p:sp>
        <p:nvSpPr>
          <p:cNvPr id="349" name="Google Shape;349;p50"/>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p50"/>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 name="Google Shape;351;p50"/>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9" Type="http://schemas.openxmlformats.org/officeDocument/2006/relationships/theme" Target="../theme/theme2.xml"/><Relationship Id="rId18"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slideLayout" Target="../slideLayouts/slideLayout26.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1.jpeg"/><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8.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2" Type="http://schemas.openxmlformats.org/officeDocument/2006/relationships/theme" Target="../theme/theme5.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_rels/slideMaster6.xml.rels><?xml version="1.0" encoding="UTF-8" standalone="yes"?>
<Relationships xmlns="http://schemas.openxmlformats.org/package/2006/relationships"><Relationship Id="rId5" Type="http://schemas.openxmlformats.org/officeDocument/2006/relationships/theme" Target="../theme/theme6.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0.xml"/></Relationships>
</file>

<file path=ppt/slideMasters/_rels/slideMaster7.xml.rels><?xml version="1.0" encoding="UTF-8" standalone="yes"?>
<Relationships xmlns="http://schemas.openxmlformats.org/package/2006/relationships"><Relationship Id="rId6" Type="http://schemas.openxmlformats.org/officeDocument/2006/relationships/theme" Target="../theme/theme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1.xml"/></Relationships>
</file>

<file path=ppt/slideMasters/_rels/slideMaster8.xml.rels><?xml version="1.0" encoding="UTF-8" standalone="yes"?>
<Relationships xmlns="http://schemas.openxmlformats.org/package/2006/relationships"><Relationship Id="rId6" Type="http://schemas.openxmlformats.org/officeDocument/2006/relationships/theme" Target="../theme/theme8.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R="0" lvl="1"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R="0" lvl="2"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R="0" lvl="3"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R="0" lvl="4"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R="0" lvl="5"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R="0" lvl="6"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R="0" lvl="7"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R="0" lvl="8"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p:txBody>
      </p:sp>
      <p:sp>
        <p:nvSpPr>
          <p:cNvPr id="11" name="Google Shape;11;p1"/>
          <p:cNvSpPr txBox="1"/>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704020202020204"/>
              <a:buChar char="•"/>
              <a:defRPr sz="32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406400" algn="l" rtl="0">
              <a:spcBef>
                <a:spcPts val="560"/>
              </a:spcBef>
              <a:spcAft>
                <a:spcPts val="0"/>
              </a:spcAft>
              <a:buClr>
                <a:schemeClr val="dk1"/>
              </a:buClr>
              <a:buSzPts val="2800"/>
              <a:buFont typeface="Arial" panose="020B0704020202020204"/>
              <a:buChar char="–"/>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381000" algn="l" rtl="0">
              <a:spcBef>
                <a:spcPts val="480"/>
              </a:spcBef>
              <a:spcAft>
                <a:spcPts val="0"/>
              </a:spcAft>
              <a:buClr>
                <a:schemeClr val="dk1"/>
              </a:buClr>
              <a:buSzPts val="2400"/>
              <a:buFont typeface="Arial" panose="020B0704020202020204"/>
              <a:buChar char="•"/>
              <a:defRPr sz="2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2" name="Google Shape;12;p1"/>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 name="Google Shape;13;p1"/>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SzPts val="14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4" name="Google Shape;14;p1"/>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rtl="0">
              <a:lnSpc>
                <a:spcPct val="100000"/>
              </a:lnSpc>
              <a:spcBef>
                <a:spcPts val="0"/>
              </a:spcBef>
              <a:spcAft>
                <a:spcPts val="0"/>
              </a:spcAft>
              <a:buClr>
                <a:schemeClr val="dk1"/>
              </a:buClr>
              <a:buSzPts val="1400"/>
              <a:buFont typeface="Arial" panose="020B0704020202020204"/>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5"/>
          <a:stretch>
            <a:fillRect/>
          </a:stretch>
        </a:blipFill>
        <a:effectLst/>
      </p:bgPr>
    </p:bg>
    <p:spTree>
      <p:nvGrpSpPr>
        <p:cNvPr id="89" name="Shape 89"/>
        <p:cNvGrpSpPr/>
        <p:nvPr/>
      </p:nvGrpSpPr>
      <p:grpSpPr>
        <a:xfrm>
          <a:off x="0" y="0"/>
          <a:ext cx="0" cy="0"/>
          <a:chOff x="0" y="0"/>
          <a:chExt cx="0" cy="0"/>
        </a:xfrm>
      </p:grpSpPr>
      <p:pic>
        <p:nvPicPr>
          <p:cNvPr id="90" name="Google Shape;90;p14" descr="\\DROBO-FS\QuickDrops\JB\PPTX NG\Droplets\LightingOverlay.png"/>
          <p:cNvPicPr preferRelativeResize="0"/>
          <p:nvPr/>
        </p:nvPicPr>
        <p:blipFill rotWithShape="1">
          <a:blip r:embed="rId16">
            <a:alphaModFix amt="30000"/>
          </a:blip>
          <a:srcRect/>
          <a:stretch>
            <a:fillRect/>
          </a:stretch>
        </p:blipFill>
        <p:spPr>
          <a:xfrm>
            <a:off x="1" y="-1"/>
            <a:ext cx="9144002" cy="6858001"/>
          </a:xfrm>
          <a:prstGeom prst="rect">
            <a:avLst/>
          </a:prstGeom>
          <a:noFill/>
          <a:ln>
            <a:noFill/>
          </a:ln>
        </p:spPr>
      </p:pic>
      <p:grpSp>
        <p:nvGrpSpPr>
          <p:cNvPr id="91" name="Google Shape;91;p14"/>
          <p:cNvGrpSpPr/>
          <p:nvPr/>
        </p:nvGrpSpPr>
        <p:grpSpPr>
          <a:xfrm>
            <a:off x="-12191" y="0"/>
            <a:ext cx="9040367" cy="6858000"/>
            <a:chOff x="-12192" y="0"/>
            <a:chExt cx="9039741" cy="6858001"/>
          </a:xfrm>
        </p:grpSpPr>
        <p:pic>
          <p:nvPicPr>
            <p:cNvPr id="92" name="Google Shape;92;p14"/>
            <p:cNvPicPr preferRelativeResize="0"/>
            <p:nvPr/>
          </p:nvPicPr>
          <p:blipFill rotWithShape="1">
            <a:blip r:embed="rId17"/>
            <a:srcRect/>
            <a:stretch>
              <a:fillRect/>
            </a:stretch>
          </p:blipFill>
          <p:spPr>
            <a:xfrm>
              <a:off x="-12192" y="0"/>
              <a:ext cx="1213020" cy="6858001"/>
            </a:xfrm>
            <a:prstGeom prst="rect">
              <a:avLst/>
            </a:prstGeom>
            <a:noFill/>
            <a:ln>
              <a:noFill/>
            </a:ln>
          </p:spPr>
        </p:pic>
        <p:pic>
          <p:nvPicPr>
            <p:cNvPr id="93" name="Google Shape;93;p14"/>
            <p:cNvPicPr preferRelativeResize="0"/>
            <p:nvPr/>
          </p:nvPicPr>
          <p:blipFill rotWithShape="1">
            <a:blip r:embed="rId18"/>
            <a:srcRect/>
            <a:stretch>
              <a:fillRect/>
            </a:stretch>
          </p:blipFill>
          <p:spPr>
            <a:xfrm>
              <a:off x="8357035" y="0"/>
              <a:ext cx="670514" cy="6845809"/>
            </a:xfrm>
            <a:prstGeom prst="rect">
              <a:avLst/>
            </a:prstGeom>
            <a:noFill/>
            <a:ln>
              <a:noFill/>
            </a:ln>
          </p:spPr>
        </p:pic>
      </p:grpSp>
      <p:sp>
        <p:nvSpPr>
          <p:cNvPr id="94" name="Google Shape;94;p14"/>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1pPr>
            <a:lvl2pPr marR="0" lvl="1"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2pPr>
            <a:lvl3pPr marR="0" lvl="2"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3pPr>
            <a:lvl4pPr marR="0" lvl="3"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4pPr>
            <a:lvl5pPr marR="0" lvl="4"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5pPr>
            <a:lvl6pPr marR="0" lvl="5"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6pPr>
            <a:lvl7pPr marR="0" lvl="6"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7pPr>
            <a:lvl8pPr marR="0" lvl="7"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8pPr>
            <a:lvl9pPr marR="0" lvl="8"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9pPr>
          </a:lstStyle>
          <a:p/>
        </p:txBody>
      </p:sp>
      <p:sp>
        <p:nvSpPr>
          <p:cNvPr id="95" name="Google Shape;95;p14"/>
          <p:cNvSpPr txBox="1"/>
          <p:nvPr>
            <p:ph type="body" idx="1"/>
          </p:nvPr>
        </p:nvSpPr>
        <p:spPr>
          <a:xfrm>
            <a:off x="855662" y="2249487"/>
            <a:ext cx="7429500" cy="3541712"/>
          </a:xfrm>
          <a:prstGeom prst="rect">
            <a:avLst/>
          </a:prstGeom>
          <a:noFill/>
          <a:ln>
            <a:noFill/>
          </a:ln>
        </p:spPr>
        <p:txBody>
          <a:bodyPr spcFirstLastPara="1" wrap="square" lIns="91425" tIns="45700" rIns="91425" bIns="45700" anchor="t" anchorCtr="0">
            <a:noAutofit/>
          </a:bodyPr>
          <a:lstStyle>
            <a:lvl1pPr marL="457200" marR="0" lvl="0" indent="-419100" algn="l" rtl="0">
              <a:lnSpc>
                <a:spcPct val="120000"/>
              </a:lnSpc>
              <a:spcBef>
                <a:spcPts val="1000"/>
              </a:spcBef>
              <a:spcAft>
                <a:spcPts val="0"/>
              </a:spcAft>
              <a:buClr>
                <a:schemeClr val="lt1"/>
              </a:buClr>
              <a:buSzPts val="3000"/>
              <a:buFont typeface="Arial" panose="020B0704020202020204"/>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panose="020B0704020202020204"/>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panose="020B0704020202020204"/>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9pPr>
          </a:lstStyle>
          <a:p/>
        </p:txBody>
      </p:sp>
      <p:sp>
        <p:nvSpPr>
          <p:cNvPr id="96" name="Google Shape;96;p14"/>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97" name="Google Shape;97;p14"/>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98" name="Google Shape;98;p14"/>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sz="1400">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92" name="Shape 192"/>
        <p:cNvGrpSpPr/>
        <p:nvPr/>
      </p:nvGrpSpPr>
      <p:grpSpPr>
        <a:xfrm>
          <a:off x="0" y="0"/>
          <a:ext cx="0" cy="0"/>
          <a:chOff x="0" y="0"/>
          <a:chExt cx="0" cy="0"/>
        </a:xfrm>
      </p:grpSpPr>
      <p:sp>
        <p:nvSpPr>
          <p:cNvPr id="193" name="Google Shape;193;p29"/>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R="0" lvl="1"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R="0" lvl="2"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R="0" lvl="3"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R="0" lvl="4"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R="0" lvl="5"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R="0" lvl="6"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R="0" lvl="7"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R="0" lvl="8" algn="ctr" rtl="0">
              <a:spcBef>
                <a:spcPts val="0"/>
              </a:spcBef>
              <a:spcAft>
                <a:spcPts val="0"/>
              </a:spcAft>
              <a:buSzPts val="1400"/>
              <a:buNone/>
              <a:defRPr sz="44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p:txBody>
      </p:sp>
      <p:sp>
        <p:nvSpPr>
          <p:cNvPr id="194" name="Google Shape;194;p29"/>
          <p:cNvSpPr txBox="1"/>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704020202020204"/>
              <a:buChar char="•"/>
              <a:defRPr sz="32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406400" algn="l" rtl="0">
              <a:spcBef>
                <a:spcPts val="560"/>
              </a:spcBef>
              <a:spcAft>
                <a:spcPts val="0"/>
              </a:spcAft>
              <a:buClr>
                <a:schemeClr val="dk1"/>
              </a:buClr>
              <a:buSzPts val="2800"/>
              <a:buFont typeface="Arial" panose="020B0704020202020204"/>
              <a:buChar char="–"/>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381000" algn="l" rtl="0">
              <a:spcBef>
                <a:spcPts val="480"/>
              </a:spcBef>
              <a:spcAft>
                <a:spcPts val="0"/>
              </a:spcAft>
              <a:buClr>
                <a:schemeClr val="dk1"/>
              </a:buClr>
              <a:buSzPts val="2400"/>
              <a:buFont typeface="Arial" panose="020B0704020202020204"/>
              <a:buChar char="•"/>
              <a:defRPr sz="2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95" name="Google Shape;195;p29"/>
          <p:cNvSpPr txBox="1"/>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96" name="Google Shape;196;p29"/>
          <p:cNvSpPr txBox="1"/>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97" name="Google Shape;197;p29"/>
          <p:cNvSpPr txBox="1"/>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1pPr>
            <a:lvl2pPr marL="0" marR="0" lvl="1"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2pPr>
            <a:lvl3pPr marL="0" marR="0" lvl="2"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3pPr>
            <a:lvl4pPr marL="0" marR="0" lvl="3"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4pPr>
            <a:lvl5pPr marL="0" marR="0" lvl="4"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5pPr>
            <a:lvl6pPr marL="0" marR="0" lvl="5"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6pPr>
            <a:lvl7pPr marL="0" marR="0" lvl="6"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7pPr>
            <a:lvl8pPr marL="0" marR="0" lvl="7"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8pPr>
            <a:lvl9pPr marL="0" marR="0" lvl="8" indent="0" algn="r" rtl="0">
              <a:lnSpc>
                <a:spcPct val="100000"/>
              </a:lnSpc>
              <a:spcBef>
                <a:spcPts val="0"/>
              </a:spcBef>
              <a:spcAft>
                <a:spcPts val="0"/>
              </a:spcAft>
              <a:buClr>
                <a:schemeClr val="dk1"/>
              </a:buClr>
              <a:buSzPts val="1400"/>
              <a:buFont typeface="Arial" panose="020B0704020202020204"/>
              <a:buNone/>
              <a:defRPr sz="1400" b="0" i="0" u="none">
                <a:solidFill>
                  <a:schemeClr val="dk1"/>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US"/>
            </a:fld>
            <a:endParaRPr>
              <a:solidFill>
                <a:srgbClr val="000000"/>
              </a:solidFill>
            </a:endParaRPr>
          </a:p>
        </p:txBody>
      </p:sp>
    </p:spTree>
  </p:cSld>
  <p:clrMap bg1="lt1" tx1="dk1" bg2="dk2" tx2="lt2" accent1="accent1" accent2="accent2" accent3="accent3" accent4="accent4" accent5="accent5" accent6="accent6" hlink="hlink" folHlink="folHlink"/>
  <p:sldLayoutIdLst>
    <p:sldLayoutId id="214748367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06" name="Shape 206"/>
        <p:cNvGrpSpPr/>
        <p:nvPr/>
      </p:nvGrpSpPr>
      <p:grpSpPr>
        <a:xfrm>
          <a:off x="0" y="0"/>
          <a:ext cx="0" cy="0"/>
          <a:chOff x="0" y="0"/>
          <a:chExt cx="0" cy="0"/>
        </a:xfrm>
      </p:grpSpPr>
      <p:sp>
        <p:nvSpPr>
          <p:cNvPr id="207" name="Google Shape;207;p31"/>
          <p:cNvSpPr txBox="1"/>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p:txBody>
      </p:sp>
      <p:sp>
        <p:nvSpPr>
          <p:cNvPr id="208" name="Google Shape;208;p31"/>
          <p:cNvSpPr txBox="1"/>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panose="020B0704020202020204"/>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panose="020B0704020202020204"/>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panose="020B0704020202020204"/>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panose="020B0704020202020204"/>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9pPr>
          </a:lstStyle>
          <a:p/>
        </p:txBody>
      </p:sp>
      <p:sp>
        <p:nvSpPr>
          <p:cNvPr id="209" name="Google Shape;209;p31"/>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210" name="Google Shape;210;p31"/>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211" name="Google Shape;211;p31"/>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sz="1400">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sldLayoutIdLst>
    <p:sldLayoutId id="214748367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20" name="Shape 220"/>
        <p:cNvGrpSpPr/>
        <p:nvPr/>
      </p:nvGrpSpPr>
      <p:grpSpPr>
        <a:xfrm>
          <a:off x="0" y="0"/>
          <a:ext cx="0" cy="0"/>
          <a:chOff x="0" y="0"/>
          <a:chExt cx="0" cy="0"/>
        </a:xfrm>
      </p:grpSpPr>
      <p:sp>
        <p:nvSpPr>
          <p:cNvPr id="221" name="Google Shape;221;p33"/>
          <p:cNvSpPr txBox="1"/>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p:txBody>
      </p:sp>
      <p:sp>
        <p:nvSpPr>
          <p:cNvPr id="222" name="Google Shape;222;p33"/>
          <p:cNvSpPr txBox="1"/>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panose="020B0704020202020204"/>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panose="020B0704020202020204"/>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panose="020B0704020202020204"/>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panose="020B0704020202020204"/>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panose="020B0704020202020204"/>
              <a:buChar char="•"/>
              <a:defRPr sz="1350" b="0" i="0" u="none" strike="noStrike" cap="none">
                <a:solidFill>
                  <a:schemeClr val="dk1"/>
                </a:solidFill>
                <a:latin typeface="Calibri"/>
                <a:ea typeface="Calibri"/>
                <a:cs typeface="Calibri"/>
                <a:sym typeface="Calibri"/>
              </a:defRPr>
            </a:lvl9pPr>
          </a:lstStyle>
          <a:p/>
        </p:txBody>
      </p:sp>
      <p:sp>
        <p:nvSpPr>
          <p:cNvPr id="223" name="Google Shape;223;p33"/>
          <p:cNvSpPr txBox="1"/>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224" name="Google Shape;224;p33"/>
          <p:cNvSpPr txBox="1"/>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225" name="Google Shape;225;p33"/>
          <p:cNvSpPr txBox="1"/>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898989"/>
              </a:buClr>
              <a:buSzPts val="900"/>
              <a:buFont typeface="Times New Roman" panose="02020603050405020304"/>
              <a:buNone/>
              <a:defRPr sz="900" b="0" i="0" u="none">
                <a:solidFill>
                  <a:srgbClr val="898989"/>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sz="1400">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295" name="Shape 295"/>
        <p:cNvGrpSpPr/>
        <p:nvPr/>
      </p:nvGrpSpPr>
      <p:grpSpPr>
        <a:xfrm>
          <a:off x="0" y="0"/>
          <a:ext cx="0" cy="0"/>
          <a:chOff x="0" y="0"/>
          <a:chExt cx="0" cy="0"/>
        </a:xfrm>
      </p:grpSpPr>
      <p:pic>
        <p:nvPicPr>
          <p:cNvPr id="296" name="Google Shape;296;p45" descr="\\DROBO-FS\QuickDrops\JB\PPTX NG\Droplets\LightingOverlay.png"/>
          <p:cNvPicPr preferRelativeResize="0"/>
          <p:nvPr/>
        </p:nvPicPr>
        <p:blipFill rotWithShape="1">
          <a:blip r:embed="rId3">
            <a:alphaModFix amt="30000"/>
          </a:blip>
          <a:srcRect/>
          <a:stretch>
            <a:fillRect/>
          </a:stretch>
        </p:blipFill>
        <p:spPr>
          <a:xfrm>
            <a:off x="1" y="-1"/>
            <a:ext cx="9144002" cy="6858001"/>
          </a:xfrm>
          <a:prstGeom prst="rect">
            <a:avLst/>
          </a:prstGeom>
          <a:noFill/>
          <a:ln>
            <a:noFill/>
          </a:ln>
        </p:spPr>
      </p:pic>
      <p:pic>
        <p:nvPicPr>
          <p:cNvPr id="297" name="Google Shape;297;p45"/>
          <p:cNvPicPr preferRelativeResize="0"/>
          <p:nvPr/>
        </p:nvPicPr>
        <p:blipFill rotWithShape="1">
          <a:blip r:embed="rId4"/>
          <a:srcRect/>
          <a:stretch>
            <a:fillRect/>
          </a:stretch>
        </p:blipFill>
        <p:spPr>
          <a:xfrm>
            <a:off x="0" y="0"/>
            <a:ext cx="2298700" cy="6858000"/>
          </a:xfrm>
          <a:prstGeom prst="rect">
            <a:avLst/>
          </a:prstGeom>
          <a:noFill/>
          <a:ln>
            <a:noFill/>
          </a:ln>
        </p:spPr>
      </p:pic>
      <p:sp>
        <p:nvSpPr>
          <p:cNvPr id="298" name="Google Shape;298;p45"/>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1pPr>
            <a:lvl2pPr marR="0" lvl="1"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2pPr>
            <a:lvl3pPr marR="0" lvl="2"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3pPr>
            <a:lvl4pPr marR="0" lvl="3"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4pPr>
            <a:lvl5pPr marR="0" lvl="4"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5pPr>
            <a:lvl6pPr marR="0" lvl="5"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6pPr>
            <a:lvl7pPr marR="0" lvl="6"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7pPr>
            <a:lvl8pPr marR="0" lvl="7"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8pPr>
            <a:lvl9pPr marR="0" lvl="8"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9pPr>
          </a:lstStyle>
          <a:p/>
        </p:txBody>
      </p:sp>
      <p:sp>
        <p:nvSpPr>
          <p:cNvPr id="299" name="Google Shape;299;p45"/>
          <p:cNvSpPr txBox="1"/>
          <p:nvPr>
            <p:ph type="body" idx="1"/>
          </p:nvPr>
        </p:nvSpPr>
        <p:spPr>
          <a:xfrm>
            <a:off x="855662" y="2249487"/>
            <a:ext cx="7429500" cy="3541712"/>
          </a:xfrm>
          <a:prstGeom prst="rect">
            <a:avLst/>
          </a:prstGeom>
          <a:noFill/>
          <a:ln>
            <a:noFill/>
          </a:ln>
        </p:spPr>
        <p:txBody>
          <a:bodyPr spcFirstLastPara="1" wrap="square" lIns="91425" tIns="45700" rIns="91425" bIns="45700" anchor="t" anchorCtr="0">
            <a:noAutofit/>
          </a:bodyPr>
          <a:lstStyle>
            <a:lvl1pPr marL="457200" marR="0" lvl="0" indent="-419100" algn="l" rtl="0">
              <a:lnSpc>
                <a:spcPct val="120000"/>
              </a:lnSpc>
              <a:spcBef>
                <a:spcPts val="1000"/>
              </a:spcBef>
              <a:spcAft>
                <a:spcPts val="0"/>
              </a:spcAft>
              <a:buClr>
                <a:schemeClr val="lt1"/>
              </a:buClr>
              <a:buSzPts val="3000"/>
              <a:buFont typeface="Arial" panose="020B0704020202020204"/>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panose="020B0704020202020204"/>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panose="020B0704020202020204"/>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9pPr>
          </a:lstStyle>
          <a:p/>
        </p:txBody>
      </p:sp>
      <p:sp>
        <p:nvSpPr>
          <p:cNvPr id="300" name="Google Shape;300;p45"/>
          <p:cNvSpPr txBox="1"/>
          <p:nvPr>
            <p:ph type="dt" idx="10"/>
          </p:nvPr>
        </p:nvSpPr>
        <p:spPr>
          <a:xfrm>
            <a:off x="5800725" y="541020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01" name="Google Shape;301;p45"/>
          <p:cNvSpPr txBox="1"/>
          <p:nvPr>
            <p:ph type="ftr" idx="11"/>
          </p:nvPr>
        </p:nvSpPr>
        <p:spPr>
          <a:xfrm>
            <a:off x="1900237" y="5410200"/>
            <a:ext cx="3843337"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02" name="Google Shape;302;p45"/>
          <p:cNvSpPr txBox="1"/>
          <p:nvPr>
            <p:ph type="sldNum" idx="12"/>
          </p:nvPr>
        </p:nvSpPr>
        <p:spPr>
          <a:xfrm>
            <a:off x="7915275" y="5410200"/>
            <a:ext cx="57943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sz="1400">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sldLayoutIdLst>
    <p:sldLayoutId id="214748369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309" name="Shape 309"/>
        <p:cNvGrpSpPr/>
        <p:nvPr/>
      </p:nvGrpSpPr>
      <p:grpSpPr>
        <a:xfrm>
          <a:off x="0" y="0"/>
          <a:ext cx="0" cy="0"/>
          <a:chOff x="0" y="0"/>
          <a:chExt cx="0" cy="0"/>
        </a:xfrm>
      </p:grpSpPr>
      <p:pic>
        <p:nvPicPr>
          <p:cNvPr id="310" name="Google Shape;310;p47" descr="\\DROBO-FS\QuickDrops\JB\PPTX NG\Droplets\LightingOverlay.png"/>
          <p:cNvPicPr preferRelativeResize="0"/>
          <p:nvPr/>
        </p:nvPicPr>
        <p:blipFill rotWithShape="1">
          <a:blip r:embed="rId3">
            <a:alphaModFix amt="30000"/>
          </a:blip>
          <a:srcRect/>
          <a:stretch>
            <a:fillRect/>
          </a:stretch>
        </p:blipFill>
        <p:spPr>
          <a:xfrm>
            <a:off x="1" y="-1"/>
            <a:ext cx="9144002" cy="6858001"/>
          </a:xfrm>
          <a:prstGeom prst="rect">
            <a:avLst/>
          </a:prstGeom>
          <a:noFill/>
          <a:ln>
            <a:noFill/>
          </a:ln>
        </p:spPr>
      </p:pic>
      <p:grpSp>
        <p:nvGrpSpPr>
          <p:cNvPr id="311" name="Google Shape;311;p47"/>
          <p:cNvGrpSpPr/>
          <p:nvPr/>
        </p:nvGrpSpPr>
        <p:grpSpPr>
          <a:xfrm>
            <a:off x="-12191" y="0"/>
            <a:ext cx="9040367" cy="6858000"/>
            <a:chOff x="-12192" y="0"/>
            <a:chExt cx="9039741" cy="6858001"/>
          </a:xfrm>
        </p:grpSpPr>
        <p:pic>
          <p:nvPicPr>
            <p:cNvPr id="312" name="Google Shape;312;p47"/>
            <p:cNvPicPr preferRelativeResize="0"/>
            <p:nvPr/>
          </p:nvPicPr>
          <p:blipFill rotWithShape="1">
            <a:blip r:embed="rId4"/>
            <a:srcRect/>
            <a:stretch>
              <a:fillRect/>
            </a:stretch>
          </p:blipFill>
          <p:spPr>
            <a:xfrm>
              <a:off x="-12192" y="0"/>
              <a:ext cx="1213020" cy="6858001"/>
            </a:xfrm>
            <a:prstGeom prst="rect">
              <a:avLst/>
            </a:prstGeom>
            <a:noFill/>
            <a:ln>
              <a:noFill/>
            </a:ln>
          </p:spPr>
        </p:pic>
        <p:pic>
          <p:nvPicPr>
            <p:cNvPr id="313" name="Google Shape;313;p47"/>
            <p:cNvPicPr preferRelativeResize="0"/>
            <p:nvPr/>
          </p:nvPicPr>
          <p:blipFill rotWithShape="1">
            <a:blip r:embed="rId5"/>
            <a:srcRect/>
            <a:stretch>
              <a:fillRect/>
            </a:stretch>
          </p:blipFill>
          <p:spPr>
            <a:xfrm>
              <a:off x="8357035" y="0"/>
              <a:ext cx="670514" cy="6845809"/>
            </a:xfrm>
            <a:prstGeom prst="rect">
              <a:avLst/>
            </a:prstGeom>
            <a:noFill/>
            <a:ln>
              <a:noFill/>
            </a:ln>
          </p:spPr>
        </p:pic>
      </p:grpSp>
      <p:sp>
        <p:nvSpPr>
          <p:cNvPr id="314" name="Google Shape;314;p47"/>
          <p:cNvSpPr txBox="1"/>
          <p:nvPr/>
        </p:nvSpPr>
        <p:spPr>
          <a:xfrm>
            <a:off x="696912" y="719137"/>
            <a:ext cx="457200" cy="58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Twentieth Century"/>
              <a:buNone/>
            </a:pPr>
            <a:r>
              <a:rPr lang="en-US" sz="8000" b="0" i="0" u="none">
                <a:solidFill>
                  <a:schemeClr val="lt1"/>
                </a:solidFill>
                <a:latin typeface="Twentieth Century"/>
                <a:ea typeface="Twentieth Century"/>
                <a:cs typeface="Twentieth Century"/>
                <a:sym typeface="Twentieth Century"/>
              </a:rPr>
              <a:t>“</a:t>
            </a:r>
            <a:endParaRPr lang="en-US" sz="8000" b="0" i="0" u="none">
              <a:solidFill>
                <a:schemeClr val="lt1"/>
              </a:solidFill>
              <a:latin typeface="Twentieth Century"/>
              <a:ea typeface="Twentieth Century"/>
              <a:cs typeface="Twentieth Century"/>
              <a:sym typeface="Twentieth Century"/>
            </a:endParaRPr>
          </a:p>
        </p:txBody>
      </p:sp>
      <p:sp>
        <p:nvSpPr>
          <p:cNvPr id="315" name="Google Shape;315;p47"/>
          <p:cNvSpPr txBox="1"/>
          <p:nvPr/>
        </p:nvSpPr>
        <p:spPr>
          <a:xfrm>
            <a:off x="7816850" y="2765425"/>
            <a:ext cx="457200" cy="58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Twentieth Century"/>
              <a:buNone/>
            </a:pPr>
            <a:r>
              <a:rPr lang="en-US" sz="8000" b="0" i="0" u="none">
                <a:solidFill>
                  <a:schemeClr val="lt1"/>
                </a:solidFill>
                <a:latin typeface="Twentieth Century"/>
                <a:ea typeface="Twentieth Century"/>
                <a:cs typeface="Twentieth Century"/>
                <a:sym typeface="Twentieth Century"/>
              </a:rPr>
              <a:t>”</a:t>
            </a:r>
            <a:endParaRPr lang="en-US" sz="8000" b="0" i="0" u="none">
              <a:solidFill>
                <a:schemeClr val="lt1"/>
              </a:solidFill>
              <a:latin typeface="Twentieth Century"/>
              <a:ea typeface="Twentieth Century"/>
              <a:cs typeface="Twentieth Century"/>
              <a:sym typeface="Twentieth Century"/>
            </a:endParaRPr>
          </a:p>
        </p:txBody>
      </p:sp>
      <p:sp>
        <p:nvSpPr>
          <p:cNvPr id="316" name="Google Shape;316;p47"/>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1pPr>
            <a:lvl2pPr marR="0" lvl="1"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2pPr>
            <a:lvl3pPr marR="0" lvl="2"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3pPr>
            <a:lvl4pPr marR="0" lvl="3"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4pPr>
            <a:lvl5pPr marR="0" lvl="4"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5pPr>
            <a:lvl6pPr marR="0" lvl="5"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6pPr>
            <a:lvl7pPr marR="0" lvl="6"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7pPr>
            <a:lvl8pPr marR="0" lvl="7"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8pPr>
            <a:lvl9pPr marR="0" lvl="8"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9pPr>
          </a:lstStyle>
          <a:p/>
        </p:txBody>
      </p:sp>
      <p:sp>
        <p:nvSpPr>
          <p:cNvPr id="317" name="Google Shape;317;p47"/>
          <p:cNvSpPr txBox="1"/>
          <p:nvPr>
            <p:ph type="body" idx="1"/>
          </p:nvPr>
        </p:nvSpPr>
        <p:spPr>
          <a:xfrm>
            <a:off x="855662" y="2249487"/>
            <a:ext cx="7429500" cy="3541712"/>
          </a:xfrm>
          <a:prstGeom prst="rect">
            <a:avLst/>
          </a:prstGeom>
          <a:noFill/>
          <a:ln>
            <a:noFill/>
          </a:ln>
        </p:spPr>
        <p:txBody>
          <a:bodyPr spcFirstLastPara="1" wrap="square" lIns="91425" tIns="45700" rIns="91425" bIns="45700" anchor="t" anchorCtr="0">
            <a:noAutofit/>
          </a:bodyPr>
          <a:lstStyle>
            <a:lvl1pPr marL="457200" marR="0" lvl="0" indent="-419100" algn="l" rtl="0">
              <a:lnSpc>
                <a:spcPct val="120000"/>
              </a:lnSpc>
              <a:spcBef>
                <a:spcPts val="1000"/>
              </a:spcBef>
              <a:spcAft>
                <a:spcPts val="0"/>
              </a:spcAft>
              <a:buClr>
                <a:schemeClr val="lt1"/>
              </a:buClr>
              <a:buSzPts val="3000"/>
              <a:buFont typeface="Arial" panose="020B0704020202020204"/>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panose="020B0704020202020204"/>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panose="020B0704020202020204"/>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9pPr>
          </a:lstStyle>
          <a:p/>
        </p:txBody>
      </p:sp>
      <p:sp>
        <p:nvSpPr>
          <p:cNvPr id="318" name="Google Shape;318;p47"/>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19" name="Google Shape;319;p47"/>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20" name="Google Shape;320;p47"/>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sz="1400">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sldLayoutIdLst>
    <p:sldLayoutId id="214748369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328" name="Shape 328"/>
        <p:cNvGrpSpPr/>
        <p:nvPr/>
      </p:nvGrpSpPr>
      <p:grpSpPr>
        <a:xfrm>
          <a:off x="0" y="0"/>
          <a:ext cx="0" cy="0"/>
          <a:chOff x="0" y="0"/>
          <a:chExt cx="0" cy="0"/>
        </a:xfrm>
      </p:grpSpPr>
      <p:pic>
        <p:nvPicPr>
          <p:cNvPr id="329" name="Google Shape;329;p49" descr="\\DROBO-FS\QuickDrops\JB\PPTX NG\Droplets\LightingOverlay.png"/>
          <p:cNvPicPr preferRelativeResize="0"/>
          <p:nvPr/>
        </p:nvPicPr>
        <p:blipFill rotWithShape="1">
          <a:blip r:embed="rId3">
            <a:alphaModFix amt="30000"/>
          </a:blip>
          <a:srcRect/>
          <a:stretch>
            <a:fillRect/>
          </a:stretch>
        </p:blipFill>
        <p:spPr>
          <a:xfrm>
            <a:off x="1" y="-1"/>
            <a:ext cx="9144002" cy="6858001"/>
          </a:xfrm>
          <a:prstGeom prst="rect">
            <a:avLst/>
          </a:prstGeom>
          <a:noFill/>
          <a:ln>
            <a:noFill/>
          </a:ln>
        </p:spPr>
      </p:pic>
      <p:grpSp>
        <p:nvGrpSpPr>
          <p:cNvPr id="330" name="Google Shape;330;p49"/>
          <p:cNvGrpSpPr/>
          <p:nvPr/>
        </p:nvGrpSpPr>
        <p:grpSpPr>
          <a:xfrm>
            <a:off x="-12191" y="0"/>
            <a:ext cx="9040367" cy="6858000"/>
            <a:chOff x="-12192" y="0"/>
            <a:chExt cx="9039741" cy="6858001"/>
          </a:xfrm>
        </p:grpSpPr>
        <p:pic>
          <p:nvPicPr>
            <p:cNvPr id="331" name="Google Shape;331;p49"/>
            <p:cNvPicPr preferRelativeResize="0"/>
            <p:nvPr/>
          </p:nvPicPr>
          <p:blipFill rotWithShape="1">
            <a:blip r:embed="rId4"/>
            <a:srcRect/>
            <a:stretch>
              <a:fillRect/>
            </a:stretch>
          </p:blipFill>
          <p:spPr>
            <a:xfrm>
              <a:off x="-12192" y="0"/>
              <a:ext cx="1213020" cy="6858001"/>
            </a:xfrm>
            <a:prstGeom prst="rect">
              <a:avLst/>
            </a:prstGeom>
            <a:noFill/>
            <a:ln>
              <a:noFill/>
            </a:ln>
          </p:spPr>
        </p:pic>
        <p:pic>
          <p:nvPicPr>
            <p:cNvPr id="332" name="Google Shape;332;p49"/>
            <p:cNvPicPr preferRelativeResize="0"/>
            <p:nvPr/>
          </p:nvPicPr>
          <p:blipFill rotWithShape="1">
            <a:blip r:embed="rId5"/>
            <a:srcRect/>
            <a:stretch>
              <a:fillRect/>
            </a:stretch>
          </p:blipFill>
          <p:spPr>
            <a:xfrm>
              <a:off x="8357035" y="0"/>
              <a:ext cx="670514" cy="6845809"/>
            </a:xfrm>
            <a:prstGeom prst="rect">
              <a:avLst/>
            </a:prstGeom>
            <a:noFill/>
            <a:ln>
              <a:noFill/>
            </a:ln>
          </p:spPr>
        </p:pic>
      </p:grpSp>
      <p:sp>
        <p:nvSpPr>
          <p:cNvPr id="333" name="Google Shape;333;p49"/>
          <p:cNvSpPr txBox="1"/>
          <p:nvPr>
            <p:ph type="title"/>
          </p:nvPr>
        </p:nvSpPr>
        <p:spPr>
          <a:xfrm>
            <a:off x="855662" y="619125"/>
            <a:ext cx="7429500" cy="147796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1pPr>
            <a:lvl2pPr marR="0" lvl="1"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2pPr>
            <a:lvl3pPr marR="0" lvl="2"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3pPr>
            <a:lvl4pPr marR="0" lvl="3"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4pPr>
            <a:lvl5pPr marR="0" lvl="4"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5pPr>
            <a:lvl6pPr marR="0" lvl="5"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6pPr>
            <a:lvl7pPr marR="0" lvl="6"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7pPr>
            <a:lvl8pPr marR="0" lvl="7"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8pPr>
            <a:lvl9pPr marR="0" lvl="8" algn="l" rtl="0">
              <a:lnSpc>
                <a:spcPct val="90000"/>
              </a:lnSpc>
              <a:spcBef>
                <a:spcPts val="0"/>
              </a:spcBef>
              <a:spcAft>
                <a:spcPts val="0"/>
              </a:spcAft>
              <a:buSzPts val="1400"/>
              <a:buNone/>
              <a:defRPr sz="3600" b="0" i="0" u="none" strike="noStrike" cap="none">
                <a:solidFill>
                  <a:schemeClr val="lt1"/>
                </a:solidFill>
                <a:latin typeface="Twentieth Century"/>
                <a:ea typeface="Twentieth Century"/>
                <a:cs typeface="Twentieth Century"/>
                <a:sym typeface="Twentieth Century"/>
              </a:defRPr>
            </a:lvl9pPr>
          </a:lstStyle>
          <a:p/>
        </p:txBody>
      </p:sp>
      <p:sp>
        <p:nvSpPr>
          <p:cNvPr id="334" name="Google Shape;334;p49"/>
          <p:cNvSpPr txBox="1"/>
          <p:nvPr>
            <p:ph type="body" idx="1"/>
          </p:nvPr>
        </p:nvSpPr>
        <p:spPr>
          <a:xfrm>
            <a:off x="855662" y="2249487"/>
            <a:ext cx="7429500" cy="3541712"/>
          </a:xfrm>
          <a:prstGeom prst="rect">
            <a:avLst/>
          </a:prstGeom>
          <a:noFill/>
          <a:ln>
            <a:noFill/>
          </a:ln>
        </p:spPr>
        <p:txBody>
          <a:bodyPr spcFirstLastPara="1" wrap="square" lIns="91425" tIns="45700" rIns="91425" bIns="45700" anchor="t" anchorCtr="0">
            <a:noAutofit/>
          </a:bodyPr>
          <a:lstStyle>
            <a:lvl1pPr marL="457200" marR="0" lvl="0" indent="-419100" algn="l" rtl="0">
              <a:lnSpc>
                <a:spcPct val="120000"/>
              </a:lnSpc>
              <a:spcBef>
                <a:spcPts val="1000"/>
              </a:spcBef>
              <a:spcAft>
                <a:spcPts val="0"/>
              </a:spcAft>
              <a:buClr>
                <a:schemeClr val="lt1"/>
              </a:buClr>
              <a:buSzPts val="3000"/>
              <a:buFont typeface="Arial" panose="020B0704020202020204"/>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panose="020B0704020202020204"/>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panose="020B0704020202020204"/>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panose="020B0704020202020204"/>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panose="020B0704020202020204"/>
              <a:buChar char="•"/>
              <a:defRPr sz="1400" b="0" i="0" u="none" strike="noStrike" cap="none">
                <a:solidFill>
                  <a:schemeClr val="lt1"/>
                </a:solidFill>
                <a:latin typeface="Twentieth Century"/>
                <a:ea typeface="Twentieth Century"/>
                <a:cs typeface="Twentieth Century"/>
                <a:sym typeface="Twentieth Century"/>
              </a:defRPr>
            </a:lvl9pPr>
          </a:lstStyle>
          <a:p/>
        </p:txBody>
      </p:sp>
      <p:sp>
        <p:nvSpPr>
          <p:cNvPr id="335" name="Google Shape;335;p49"/>
          <p:cNvSpPr txBox="1"/>
          <p:nvPr>
            <p:ph type="dt" idx="10"/>
          </p:nvPr>
        </p:nvSpPr>
        <p:spPr>
          <a:xfrm>
            <a:off x="5592762" y="5883275"/>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36" name="Google Shape;336;p49"/>
          <p:cNvSpPr txBox="1"/>
          <p:nvPr>
            <p:ph type="ftr" idx="11"/>
          </p:nvPr>
        </p:nvSpPr>
        <p:spPr>
          <a:xfrm>
            <a:off x="855662" y="5883275"/>
            <a:ext cx="46799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1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37" name="Google Shape;337;p49"/>
          <p:cNvSpPr txBox="1"/>
          <p:nvPr>
            <p:ph type="sldNum" idx="12"/>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rgbClr val="FFFFFF"/>
              </a:buClr>
              <a:buSzPts val="1000"/>
              <a:buFont typeface="Times New Roman" panose="02020603050405020304"/>
              <a:buNone/>
              <a:defRPr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sz="1400">
              <a:solidFill>
                <a:srgbClr val="000000"/>
              </a:solidFill>
              <a:latin typeface="Arial" panose="020B0704020202020204"/>
              <a:ea typeface="Arial" panose="020B0704020202020204"/>
              <a:cs typeface="Arial" panose="020B0704020202020204"/>
              <a:sym typeface="Arial" panose="020B0704020202020204"/>
            </a:endParaRPr>
          </a:p>
        </p:txBody>
      </p:sp>
    </p:spTree>
  </p:cSld>
  <p:clrMap bg1="lt1" tx1="dk1" bg2="dk2" tx2="lt2" accent1="accent1" accent2="accent2" accent3="accent3" accent4="accent4" accent5="accent5" accent6="accent6" hlink="hlink" folHlink="folHlink"/>
  <p:sldLayoutIdLst>
    <p:sldLayoutId id="214748369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7.xml"/><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7.xml"/><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7.xml"/><Relationship Id="rId2" Type="http://schemas.openxmlformats.org/officeDocument/2006/relationships/image" Target="../media/image29.png"/><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7.xml"/><Relationship Id="rId2" Type="http://schemas.openxmlformats.org/officeDocument/2006/relationships/image" Target="../media/image31.png"/><Relationship Id="rId1"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7.xml"/><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7.xml"/><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3" Type="http://schemas.openxmlformats.org/officeDocument/2006/relationships/notesSlide" Target="../notesSlides/notesSlide18.xml"/><Relationship Id="rId12" Type="http://schemas.openxmlformats.org/officeDocument/2006/relationships/slideLayout" Target="../slideLayouts/slideLayout27.xml"/><Relationship Id="rId11" Type="http://schemas.openxmlformats.org/officeDocument/2006/relationships/image" Target="../media/image44.png"/><Relationship Id="rId10" Type="http://schemas.openxmlformats.org/officeDocument/2006/relationships/image" Target="../media/image43.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7.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8.xml"/><Relationship Id="rId1"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8.xml"/><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55" name="Shape 355"/>
        <p:cNvGrpSpPr/>
        <p:nvPr/>
      </p:nvGrpSpPr>
      <p:grpSpPr>
        <a:xfrm>
          <a:off x="0" y="0"/>
          <a:ext cx="0" cy="0"/>
          <a:chOff x="0" y="0"/>
          <a:chExt cx="0" cy="0"/>
        </a:xfrm>
      </p:grpSpPr>
      <p:pic>
        <p:nvPicPr>
          <p:cNvPr id="356" name="Google Shape;356;p51"/>
          <p:cNvPicPr preferRelativeResize="0"/>
          <p:nvPr/>
        </p:nvPicPr>
        <p:blipFill rotWithShape="1">
          <a:blip r:embed="rId1"/>
          <a:srcRect/>
          <a:stretch>
            <a:fillRect/>
          </a:stretch>
        </p:blipFill>
        <p:spPr>
          <a:xfrm>
            <a:off x="117475" y="209550"/>
            <a:ext cx="3590925" cy="2913062"/>
          </a:xfrm>
          <a:prstGeom prst="rect">
            <a:avLst/>
          </a:prstGeom>
          <a:noFill/>
          <a:ln>
            <a:noFill/>
          </a:ln>
        </p:spPr>
      </p:pic>
      <p:pic>
        <p:nvPicPr>
          <p:cNvPr id="357" name="Google Shape;357;p51"/>
          <p:cNvPicPr preferRelativeResize="0"/>
          <p:nvPr/>
        </p:nvPicPr>
        <p:blipFill rotWithShape="1">
          <a:blip r:embed="rId2"/>
          <a:srcRect/>
          <a:stretch>
            <a:fillRect/>
          </a:stretch>
        </p:blipFill>
        <p:spPr>
          <a:xfrm>
            <a:off x="3873500" y="3198812"/>
            <a:ext cx="5146675" cy="3540125"/>
          </a:xfrm>
          <a:prstGeom prst="rect">
            <a:avLst/>
          </a:prstGeom>
          <a:noFill/>
          <a:ln>
            <a:noFill/>
          </a:ln>
        </p:spPr>
      </p:pic>
      <p:pic>
        <p:nvPicPr>
          <p:cNvPr id="358" name="Google Shape;358;p51"/>
          <p:cNvPicPr preferRelativeResize="0"/>
          <p:nvPr/>
        </p:nvPicPr>
        <p:blipFill rotWithShape="1">
          <a:blip r:embed="rId3"/>
          <a:srcRect/>
          <a:stretch>
            <a:fillRect/>
          </a:stretch>
        </p:blipFill>
        <p:spPr>
          <a:xfrm>
            <a:off x="3897312" y="180975"/>
            <a:ext cx="5075237" cy="2862262"/>
          </a:xfrm>
          <a:prstGeom prst="rect">
            <a:avLst/>
          </a:prstGeom>
          <a:noFill/>
          <a:ln>
            <a:noFill/>
          </a:ln>
        </p:spPr>
      </p:pic>
      <p:pic>
        <p:nvPicPr>
          <p:cNvPr id="359" name="Google Shape;359;p51"/>
          <p:cNvPicPr preferRelativeResize="0"/>
          <p:nvPr/>
        </p:nvPicPr>
        <p:blipFill rotWithShape="1">
          <a:blip r:embed="rId4"/>
          <a:srcRect/>
          <a:stretch>
            <a:fillRect/>
          </a:stretch>
        </p:blipFill>
        <p:spPr>
          <a:xfrm>
            <a:off x="117475" y="3303587"/>
            <a:ext cx="3590925" cy="3330575"/>
          </a:xfrm>
          <a:prstGeom prst="rect">
            <a:avLst/>
          </a:prstGeom>
          <a:noFill/>
          <a:ln>
            <a:noFill/>
          </a:ln>
        </p:spPr>
      </p:pic>
      <p:sp>
        <p:nvSpPr>
          <p:cNvPr id="360" name="Google Shape;360;p51"/>
          <p:cNvSpPr txBox="1"/>
          <p:nvPr/>
        </p:nvSpPr>
        <p:spPr>
          <a:xfrm>
            <a:off x="1066800" y="2362200"/>
            <a:ext cx="7010400" cy="2860040"/>
          </a:xfrm>
          <a:prstGeom prst="rect">
            <a:avLst/>
          </a:prstGeom>
          <a:solidFill>
            <a:schemeClr val="accent1">
              <a:lumMod val="7500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6000"/>
              <a:buFont typeface="Times New Roman" panose="02020603050405020304"/>
              <a:buNone/>
            </a:pPr>
            <a:r>
              <a:rPr lang="en-US" sz="6000" b="1" i="0" u="none" strike="noStrike" cap="none">
                <a:solidFill>
                  <a:srgbClr val="FF0000"/>
                </a:solidFill>
                <a:latin typeface="Silom" panose="00000400000000000000" charset="0"/>
                <a:ea typeface="Times New Roman" panose="02020603050405020304"/>
                <a:cs typeface="Silom" panose="00000400000000000000" charset="0"/>
                <a:sym typeface="Times New Roman" panose="02020603050405020304"/>
              </a:rPr>
              <a:t>Bài 14:  </a:t>
            </a:r>
            <a:endParaRPr lang="en-US" sz="6000" b="1" i="0" u="none" strike="noStrike" cap="none">
              <a:solidFill>
                <a:srgbClr val="FF0000"/>
              </a:solidFill>
              <a:latin typeface="Silom" panose="00000400000000000000" charset="0"/>
              <a:ea typeface="Times New Roman" panose="02020603050405020304"/>
              <a:cs typeface="Silom" panose="00000400000000000000" charset="0"/>
              <a:sym typeface="Times New Roman" panose="02020603050405020304"/>
            </a:endParaRPr>
          </a:p>
          <a:p>
            <a:pPr marL="0" marR="0" lvl="0" indent="0" algn="ctr" rtl="0">
              <a:lnSpc>
                <a:spcPct val="100000"/>
              </a:lnSpc>
              <a:spcBef>
                <a:spcPts val="0"/>
              </a:spcBef>
              <a:spcAft>
                <a:spcPts val="0"/>
              </a:spcAft>
              <a:buClr>
                <a:srgbClr val="FF0000"/>
              </a:buClr>
              <a:buSzPts val="6000"/>
              <a:buFont typeface="Times New Roman" panose="02020603050405020304"/>
              <a:buNone/>
            </a:pPr>
            <a:r>
              <a:rPr lang="en-US" sz="6000" b="1" i="0" u="none" strike="noStrike" cap="none">
                <a:solidFill>
                  <a:srgbClr val="FF0000"/>
                </a:solidFill>
                <a:latin typeface="Silom" panose="00000400000000000000" charset="0"/>
                <a:ea typeface="Times New Roman" panose="02020603050405020304"/>
                <a:cs typeface="Silom" panose="00000400000000000000" charset="0"/>
                <a:sym typeface="Times New Roman" panose="02020603050405020304"/>
              </a:rPr>
              <a:t>BÀI TẬP VỀ SÓNG</a:t>
            </a:r>
            <a:endParaRPr lang="en-US" sz="6000" b="1" i="0" u="none" strike="noStrike" cap="none">
              <a:solidFill>
                <a:srgbClr val="FF0000"/>
              </a:solidFill>
              <a:latin typeface="Silom" panose="00000400000000000000" charset="0"/>
              <a:ea typeface="Times New Roman" panose="02020603050405020304"/>
              <a:cs typeface="Silom" panose="00000400000000000000" charset="0"/>
              <a:sym typeface="Times New Roman" panose="02020603050405020304"/>
            </a:endParaRPr>
          </a:p>
          <a:p>
            <a:pPr marL="0" marR="0" lvl="0" indent="0" algn="l" rtl="0">
              <a:lnSpc>
                <a:spcPct val="100000"/>
              </a:lnSpc>
              <a:spcBef>
                <a:spcPts val="0"/>
              </a:spcBef>
              <a:spcAft>
                <a:spcPts val="0"/>
              </a:spcAft>
              <a:buNone/>
            </a:pPr>
            <a:endParaRPr sz="6000" b="1" i="0" u="none">
              <a:solidFill>
                <a:srgbClr val="FF0000"/>
              </a:solidFill>
              <a:latin typeface="Silom" panose="00000400000000000000" charset="0"/>
              <a:ea typeface="Times New Roman" panose="02020603050405020304"/>
              <a:cs typeface="Silom" panose="00000400000000000000" charset="0"/>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52"/>
          <p:cNvSpPr txBox="1"/>
          <p:nvPr/>
        </p:nvSpPr>
        <p:spPr>
          <a:xfrm>
            <a:off x="7707312" y="5883275"/>
            <a:ext cx="57785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000"/>
              <a:buFont typeface="Times New Roman" panose="02020603050405020304"/>
              <a:buNone/>
            </a:pPr>
            <a:fld id="{00000000-1234-1234-1234-123412341234}" type="slidenum">
              <a:rPr lang="en-US"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rPr>
            </a:fld>
            <a:endParaRPr lang="en-US" sz="1000" b="0" i="0" u="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6" name="Google Shape;366;p52"/>
          <p:cNvSpPr/>
          <p:nvPr/>
        </p:nvSpPr>
        <p:spPr>
          <a:xfrm>
            <a:off x="685800" y="2133600"/>
            <a:ext cx="7543800" cy="914400"/>
          </a:xfrm>
          <a:prstGeom prst="rect">
            <a:avLst/>
          </a:prstGeom>
        </p:spPr>
        <p:txBody>
          <a:bodyPr>
            <a:prstTxWarp prst="textPlain">
              <a:avLst/>
            </a:prstTxWarp>
          </a:bodyPr>
          <a:lstStyle/>
          <a:p>
            <a:pPr lvl="0" algn="l"/>
            <a:r>
              <a:rPr b="0" i="1">
                <a:ln w="9525" cap="flat" cmpd="sng">
                  <a:solidFill>
                    <a:srgbClr val="FF0000"/>
                  </a:solidFill>
                  <a:prstDash val="solid"/>
                  <a:miter lim="800000"/>
                  <a:headEnd type="none" w="sm" len="sm"/>
                  <a:tailEnd type="none" w="sm" len="sm"/>
                </a:ln>
                <a:gradFill>
                  <a:gsLst>
                    <a:gs pos="0">
                      <a:srgbClr val="FF6600"/>
                    </a:gs>
                    <a:gs pos="50000">
                      <a:srgbClr val="FFD3B6"/>
                    </a:gs>
                    <a:gs pos="100000">
                      <a:srgbClr val="FF6600"/>
                    </a:gs>
                  </a:gsLst>
                  <a:lin ang="5400000" scaled="0"/>
                </a:gradFill>
                <a:latin typeface="Times New Roman" panose="02020603050405020304"/>
              </a:rPr>
              <a:t>TÌM NGÔI SAO MAY MẮN ! </a:t>
            </a:r>
            <a:endParaRPr b="0" i="1">
              <a:ln w="9525" cap="flat" cmpd="sng">
                <a:solidFill>
                  <a:srgbClr val="FF0000"/>
                </a:solidFill>
                <a:prstDash val="solid"/>
                <a:miter lim="800000"/>
                <a:headEnd type="none" w="sm" len="sm"/>
                <a:tailEnd type="none" w="sm" len="sm"/>
              </a:ln>
              <a:gradFill>
                <a:gsLst>
                  <a:gs pos="0">
                    <a:srgbClr val="FF6600"/>
                  </a:gs>
                  <a:gs pos="50000">
                    <a:srgbClr val="FFD3B6"/>
                  </a:gs>
                  <a:gs pos="100000">
                    <a:srgbClr val="FF6600"/>
                  </a:gs>
                </a:gsLst>
                <a:lin ang="5400000" scaled="0"/>
              </a:gradFill>
              <a:latin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70" name="Shape 370"/>
        <p:cNvGrpSpPr/>
        <p:nvPr/>
      </p:nvGrpSpPr>
      <p:grpSpPr>
        <a:xfrm>
          <a:off x="0" y="0"/>
          <a:ext cx="0" cy="0"/>
          <a:chOff x="0" y="0"/>
          <a:chExt cx="0" cy="0"/>
        </a:xfrm>
      </p:grpSpPr>
      <p:sp>
        <p:nvSpPr>
          <p:cNvPr id="371" name="Google Shape;371;p53"/>
          <p:cNvSpPr txBox="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Arial" panose="020B0704020202020204"/>
              <a:buNone/>
            </a:pPr>
            <a:r>
              <a:rPr lang="en-US" sz="1400" b="0" i="0" u="none">
                <a:solidFill>
                  <a:schemeClr val="dk1"/>
                </a:solidFill>
                <a:latin typeface="Arial" panose="020B0704020202020204"/>
                <a:ea typeface="Arial" panose="020B0704020202020204"/>
                <a:cs typeface="Arial" panose="020B0704020202020204"/>
                <a:sym typeface="Arial" panose="020B0704020202020204"/>
              </a:rPr>
              <a:t>Hoàng Thị Thanh Thảo</a:t>
            </a:r>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372" name="Google Shape;372;p53"/>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373" name="Google Shape;373;p53" descr="Dotted grid"/>
          <p:cNvSpPr txBox="1"/>
          <p:nvPr/>
        </p:nvSpPr>
        <p:spPr>
          <a:xfrm>
            <a:off x="0" y="0"/>
            <a:ext cx="9144000" cy="7366000"/>
          </a:xfrm>
          <a:prstGeom prst="rect">
            <a:avLst/>
          </a:prstGeom>
          <a:blipFill rotWithShape="1">
            <a:blip r:embed="rId1"/>
            <a:stretch>
              <a:fillRect/>
            </a:stretch>
          </a:blipFill>
          <a:ln w="9525" cap="flat" cmpd="sng">
            <a:solidFill>
              <a:srgbClr val="00006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endParaRPr sz="2800" b="1" i="0" u="none">
              <a:solidFill>
                <a:srgbClr val="0000CC"/>
              </a:solidFill>
              <a:latin typeface="Verdana" panose="020B0604030504040204"/>
              <a:ea typeface="Verdana" panose="020B0604030504040204"/>
              <a:cs typeface="Verdana" panose="020B0604030504040204"/>
              <a:sym typeface="Verdana" panose="020B0604030504040204"/>
            </a:endParaRPr>
          </a:p>
          <a:p>
            <a:pPr marL="0" marR="0" lvl="0" indent="0" algn="just" rtl="0">
              <a:lnSpc>
                <a:spcPct val="100000"/>
              </a:lnSpc>
              <a:spcBef>
                <a:spcPts val="1400"/>
              </a:spcBef>
              <a:spcAft>
                <a:spcPts val="0"/>
              </a:spcAft>
              <a:buClr>
                <a:schemeClr val="lt1"/>
              </a:buClr>
              <a:buSzPts val="2800"/>
              <a:buFont typeface="Times New Roman" panose="02020603050405020304"/>
              <a:buNone/>
            </a:pP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Có 6 ngôi sao, trong đó là 5 ngôi sao ẩn chứa 5 câu hỏi tương ứng và 1 ngôi sao MAY MẮN.</a:t>
            </a:r>
            <a:endPar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rgbClr val="FF00FF"/>
              </a:buClr>
              <a:buSzPts val="2800"/>
              <a:buFont typeface="Times New Roman" panose="02020603050405020304"/>
              <a:buNone/>
            </a:pPr>
            <a:r>
              <a:rPr lang="en-US" sz="2800" b="1" i="0" u="none">
                <a:solidFill>
                  <a:srgbClr val="FF00FF"/>
                </a:solidFill>
                <a:latin typeface="Times New Roman" panose="02020603050405020304"/>
                <a:ea typeface="Times New Roman" panose="02020603050405020304"/>
                <a:cs typeface="Times New Roman" panose="02020603050405020304"/>
                <a:sym typeface="Times New Roman" panose="02020603050405020304"/>
              </a:rPr>
              <a:t>	</a:t>
            </a:r>
            <a:r>
              <a:rPr lang="en-US" sz="2800" b="1" i="0" u="none">
                <a:solidFill>
                  <a:srgbClr val="FF6600"/>
                </a:solidFill>
                <a:latin typeface="Times New Roman" panose="02020603050405020304"/>
                <a:ea typeface="Times New Roman" panose="02020603050405020304"/>
                <a:cs typeface="Times New Roman" panose="02020603050405020304"/>
                <a:sym typeface="Times New Roman" panose="02020603050405020304"/>
              </a:rPr>
              <a:t>Mỗi nhóm lần lượt chọn một ngôi sao. </a:t>
            </a:r>
            <a:endParaRPr lang="en-US" sz="2800" b="1" i="0" u="none">
              <a:solidFill>
                <a:srgbClr val="FF66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chemeClr val="lt1"/>
              </a:buClr>
              <a:buSzPts val="2800"/>
              <a:buFont typeface="Times New Roman" panose="02020603050405020304"/>
              <a:buNone/>
            </a:pP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 Nhóm chọn ngôi sao và trả lời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đầy đủ</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câu hỏi được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10 điểm</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trả lời sai không được điểm. Thời gian suy nghĩ là </a:t>
            </a:r>
            <a:r>
              <a:rPr lang="en-US" sz="2800" b="1" i="0" u="none">
                <a:solidFill>
                  <a:srgbClr val="FF6600"/>
                </a:solidFill>
                <a:latin typeface="Times New Roman" panose="02020603050405020304"/>
                <a:ea typeface="Times New Roman" panose="02020603050405020304"/>
                <a:cs typeface="Times New Roman" panose="02020603050405020304"/>
                <a:sym typeface="Times New Roman" panose="02020603050405020304"/>
              </a:rPr>
              <a:t>5 giây</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chemeClr val="lt1"/>
              </a:buClr>
              <a:buSzPts val="2800"/>
              <a:buFont typeface="Times New Roman" panose="02020603050405020304"/>
              <a:buNone/>
            </a:pP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 Nhóm chọn ngôi sao ẩn sau là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ngôi sao may mắn</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sẽ được cộng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10 điểm thưởng</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và được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chọn ngôi sao tiếp</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theo</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để trả lời câu hỏi.</a:t>
            </a:r>
            <a:endPar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chemeClr val="lt1"/>
              </a:buClr>
              <a:buSzPts val="2800"/>
              <a:buFont typeface="Times New Roman" panose="02020603050405020304"/>
              <a:buNone/>
            </a:pP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 Nếu nhóm chọn trả lời sai thì các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nhóm khác</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 dành quyền trả lời (bằng cách đưa tay). Nếu trả lời đúng được </a:t>
            </a:r>
            <a:r>
              <a:rPr lang="en-US" sz="2800" b="1" i="0" u="none">
                <a:solidFill>
                  <a:srgbClr val="FF9933"/>
                </a:solidFill>
                <a:latin typeface="Times New Roman" panose="02020603050405020304"/>
                <a:ea typeface="Times New Roman" panose="02020603050405020304"/>
                <a:cs typeface="Times New Roman" panose="02020603050405020304"/>
                <a:sym typeface="Times New Roman" panose="02020603050405020304"/>
              </a:rPr>
              <a:t>5 điểm</a:t>
            </a:r>
            <a:r>
              <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8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4" name="Google Shape;374;p53"/>
          <p:cNvSpPr/>
          <p:nvPr/>
        </p:nvSpPr>
        <p:spPr>
          <a:xfrm>
            <a:off x="8181975" y="247650"/>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5" name="Google Shape;375;p53"/>
          <p:cNvSpPr/>
          <p:nvPr/>
        </p:nvSpPr>
        <p:spPr>
          <a:xfrm>
            <a:off x="8229600" y="6308725"/>
            <a:ext cx="427037" cy="576262"/>
          </a:xfrm>
          <a:custGeom>
            <a:avLst/>
            <a:gdLst/>
            <a:ahLst/>
            <a:cxnLst/>
            <a:rect l="l" t="t" r="r" b="b"/>
            <a:pathLst>
              <a:path w="120000" h="120000" extrusionOk="0">
                <a:moveTo>
                  <a:pt x="0" y="0"/>
                </a:moveTo>
                <a:lnTo>
                  <a:pt x="120000" y="0"/>
                </a:lnTo>
                <a:lnTo>
                  <a:pt x="120000" y="120000"/>
                </a:lnTo>
                <a:lnTo>
                  <a:pt x="0" y="120000"/>
                </a:lnTo>
                <a:close/>
                <a:moveTo>
                  <a:pt x="105000" y="60000"/>
                </a:moveTo>
                <a:lnTo>
                  <a:pt x="15000" y="26653"/>
                </a:lnTo>
                <a:lnTo>
                  <a:pt x="15000" y="93347"/>
                </a:lnTo>
                <a:close/>
              </a:path>
              <a:path w="120000" h="120000" fill="darken" extrusionOk="0">
                <a:moveTo>
                  <a:pt x="105000" y="60000"/>
                </a:moveTo>
                <a:lnTo>
                  <a:pt x="15000" y="26653"/>
                </a:lnTo>
                <a:lnTo>
                  <a:pt x="15000" y="93347"/>
                </a:lnTo>
                <a:close/>
              </a:path>
              <a:path w="120000" h="120000" fill="none" extrusionOk="0">
                <a:moveTo>
                  <a:pt x="105000" y="60000"/>
                </a:moveTo>
                <a:lnTo>
                  <a:pt x="15000" y="93347"/>
                </a:lnTo>
                <a:lnTo>
                  <a:pt x="15000" y="26653"/>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6" name="Google Shape;376;p53"/>
          <p:cNvSpPr/>
          <p:nvPr/>
        </p:nvSpPr>
        <p:spPr>
          <a:xfrm>
            <a:off x="2819400" y="152400"/>
            <a:ext cx="4038600" cy="611187"/>
          </a:xfrm>
          <a:prstGeom prst="rect">
            <a:avLst/>
          </a:prstGeom>
        </p:spPr>
        <p:txBody>
          <a:bodyPr>
            <a:prstTxWarp prst="textPlain">
              <a:avLst/>
            </a:prstTxWarp>
          </a:bodyPr>
          <a:lstStyle/>
          <a:p>
            <a:pPr lvl="0" algn="l"/>
            <a:r>
              <a:rPr b="0" i="1">
                <a:ln w="9525" cap="flat" cmpd="sng">
                  <a:solidFill>
                    <a:srgbClr val="FF0066"/>
                  </a:solidFill>
                  <a:prstDash val="solid"/>
                  <a:miter lim="800000"/>
                  <a:headEnd type="none" w="sm" len="sm"/>
                  <a:tailEnd type="none" w="sm" len="sm"/>
                </a:ln>
                <a:solidFill>
                  <a:srgbClr val="FFCC00"/>
                </a:solidFill>
                <a:latin typeface="Times New Roman" panose="02020603050405020304"/>
              </a:rPr>
              <a:t>LUẬT CHƠI </a:t>
            </a:r>
            <a:endParaRPr b="0" i="1">
              <a:ln w="9525" cap="flat" cmpd="sng">
                <a:solidFill>
                  <a:srgbClr val="FF0066"/>
                </a:solidFill>
                <a:prstDash val="solid"/>
                <a:miter lim="800000"/>
                <a:headEnd type="none" w="sm" len="sm"/>
                <a:tailEnd type="none" w="sm" len="sm"/>
              </a:ln>
              <a:solidFill>
                <a:srgbClr val="FFCC00"/>
              </a:solidFill>
              <a:latin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000" fill="hold"/>
                                        <p:tgtEl>
                                          <p:spTgt spid="37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80" name="Shape 380"/>
        <p:cNvGrpSpPr/>
        <p:nvPr/>
      </p:nvGrpSpPr>
      <p:grpSpPr>
        <a:xfrm>
          <a:off x="0" y="0"/>
          <a:ext cx="0" cy="0"/>
          <a:chOff x="0" y="0"/>
          <a:chExt cx="0" cy="0"/>
        </a:xfrm>
      </p:grpSpPr>
      <p:sp>
        <p:nvSpPr>
          <p:cNvPr id="381" name="Google Shape;381;p54"/>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382" name="Google Shape;382;p54"/>
          <p:cNvSpPr/>
          <p:nvPr/>
        </p:nvSpPr>
        <p:spPr>
          <a:xfrm>
            <a:off x="3636962" y="3773487"/>
            <a:ext cx="1720850" cy="1319212"/>
          </a:xfrm>
          <a:custGeom>
            <a:avLst/>
            <a:gdLst/>
            <a:ahLst/>
            <a:cxnLst/>
            <a:rect l="l" t="t" r="r" b="b"/>
            <a:pathLst>
              <a:path w="1720850" h="1319212" extrusionOk="0">
                <a:moveTo>
                  <a:pt x="2" y="503893"/>
                </a:moveTo>
                <a:lnTo>
                  <a:pt x="657310" y="503896"/>
                </a:lnTo>
                <a:lnTo>
                  <a:pt x="860425" y="0"/>
                </a:lnTo>
                <a:lnTo>
                  <a:pt x="1063540" y="503896"/>
                </a:lnTo>
                <a:lnTo>
                  <a:pt x="1720848" y="503893"/>
                </a:lnTo>
                <a:lnTo>
                  <a:pt x="1189072" y="815314"/>
                </a:lnTo>
                <a:lnTo>
                  <a:pt x="1392196" y="1319209"/>
                </a:lnTo>
                <a:lnTo>
                  <a:pt x="860425" y="1007781"/>
                </a:lnTo>
                <a:lnTo>
                  <a:pt x="328654" y="1319209"/>
                </a:lnTo>
                <a:lnTo>
                  <a:pt x="531778" y="815314"/>
                </a:lnTo>
                <a:lnTo>
                  <a:pt x="2" y="503893"/>
                </a:lnTo>
                <a:close/>
              </a:path>
            </a:pathLst>
          </a:custGeom>
          <a:gradFill>
            <a:gsLst>
              <a:gs pos="0">
                <a:srgbClr val="6600CC"/>
              </a:gs>
              <a:gs pos="50000">
                <a:schemeClr val="dk1"/>
              </a:gs>
              <a:gs pos="100000">
                <a:srgbClr val="6600CC"/>
              </a:gs>
            </a:gsLst>
            <a:lin ang="5400000" scaled="0"/>
          </a:gradFill>
          <a:ln w="9525" cap="flat" cmpd="sng">
            <a:solidFill>
              <a:srgbClr val="0000C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3" name="Google Shape;383;p54"/>
          <p:cNvSpPr/>
          <p:nvPr/>
        </p:nvSpPr>
        <p:spPr>
          <a:xfrm>
            <a:off x="5256212" y="4545012"/>
            <a:ext cx="1720850" cy="1319212"/>
          </a:xfrm>
          <a:custGeom>
            <a:avLst/>
            <a:gdLst/>
            <a:ahLst/>
            <a:cxnLst/>
            <a:rect l="l" t="t" r="r" b="b"/>
            <a:pathLst>
              <a:path w="1720850" h="1319212" extrusionOk="0">
                <a:moveTo>
                  <a:pt x="2" y="503893"/>
                </a:moveTo>
                <a:lnTo>
                  <a:pt x="657310" y="503896"/>
                </a:lnTo>
                <a:lnTo>
                  <a:pt x="860425" y="0"/>
                </a:lnTo>
                <a:lnTo>
                  <a:pt x="1063540" y="503896"/>
                </a:lnTo>
                <a:lnTo>
                  <a:pt x="1720848" y="503893"/>
                </a:lnTo>
                <a:lnTo>
                  <a:pt x="1189072" y="815314"/>
                </a:lnTo>
                <a:lnTo>
                  <a:pt x="1392196" y="1319209"/>
                </a:lnTo>
                <a:lnTo>
                  <a:pt x="860425" y="1007781"/>
                </a:lnTo>
                <a:lnTo>
                  <a:pt x="328654" y="1319209"/>
                </a:lnTo>
                <a:lnTo>
                  <a:pt x="531778" y="815314"/>
                </a:lnTo>
                <a:lnTo>
                  <a:pt x="2" y="503893"/>
                </a:lnTo>
                <a:close/>
              </a:path>
            </a:pathLst>
          </a:custGeom>
          <a:solidFill>
            <a:srgbClr val="990099"/>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4" name="Google Shape;384;p54"/>
          <p:cNvSpPr/>
          <p:nvPr/>
        </p:nvSpPr>
        <p:spPr>
          <a:xfrm rot="-420000">
            <a:off x="6816725" y="3630612"/>
            <a:ext cx="1658937" cy="1168400"/>
          </a:xfrm>
          <a:custGeom>
            <a:avLst/>
            <a:gdLst/>
            <a:ahLst/>
            <a:cxnLst/>
            <a:rect l="l" t="t" r="r" b="b"/>
            <a:pathLst>
              <a:path w="1658938" h="1168400" extrusionOk="0">
                <a:moveTo>
                  <a:pt x="2" y="446288"/>
                </a:moveTo>
                <a:lnTo>
                  <a:pt x="633661" y="446291"/>
                </a:lnTo>
                <a:lnTo>
                  <a:pt x="829469" y="0"/>
                </a:lnTo>
                <a:lnTo>
                  <a:pt x="1025277" y="446291"/>
                </a:lnTo>
                <a:lnTo>
                  <a:pt x="1658936" y="446288"/>
                </a:lnTo>
                <a:lnTo>
                  <a:pt x="1146292" y="722108"/>
                </a:lnTo>
                <a:lnTo>
                  <a:pt x="1342108" y="1168397"/>
                </a:lnTo>
                <a:lnTo>
                  <a:pt x="829469" y="892572"/>
                </a:lnTo>
                <a:lnTo>
                  <a:pt x="316830" y="1168397"/>
                </a:lnTo>
                <a:lnTo>
                  <a:pt x="512646" y="722108"/>
                </a:lnTo>
                <a:lnTo>
                  <a:pt x="2" y="446288"/>
                </a:lnTo>
                <a:close/>
              </a:path>
            </a:pathLst>
          </a:custGeom>
          <a:solidFill>
            <a:schemeClr val="accent2"/>
          </a:solidFill>
          <a:ln w="9525" cap="flat" cmpd="sng">
            <a:solidFill>
              <a:srgbClr val="FFFF66"/>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5" name="Google Shape;385;p54"/>
          <p:cNvSpPr/>
          <p:nvPr/>
        </p:nvSpPr>
        <p:spPr>
          <a:xfrm>
            <a:off x="6578600" y="2065337"/>
            <a:ext cx="1795462" cy="1293812"/>
          </a:xfrm>
          <a:custGeom>
            <a:avLst/>
            <a:gdLst/>
            <a:ahLst/>
            <a:cxnLst/>
            <a:rect l="l" t="t" r="r" b="b"/>
            <a:pathLst>
              <a:path w="1795463" h="1293812" extrusionOk="0">
                <a:moveTo>
                  <a:pt x="2" y="494191"/>
                </a:moveTo>
                <a:lnTo>
                  <a:pt x="685810" y="494194"/>
                </a:lnTo>
                <a:lnTo>
                  <a:pt x="897732" y="0"/>
                </a:lnTo>
                <a:lnTo>
                  <a:pt x="1109653" y="494194"/>
                </a:lnTo>
                <a:lnTo>
                  <a:pt x="1795461" y="494191"/>
                </a:lnTo>
                <a:lnTo>
                  <a:pt x="1240628" y="799616"/>
                </a:lnTo>
                <a:lnTo>
                  <a:pt x="1452559" y="1293809"/>
                </a:lnTo>
                <a:lnTo>
                  <a:pt x="897732" y="988378"/>
                </a:lnTo>
                <a:lnTo>
                  <a:pt x="342904" y="1293809"/>
                </a:lnTo>
                <a:lnTo>
                  <a:pt x="554835" y="799616"/>
                </a:lnTo>
                <a:lnTo>
                  <a:pt x="2" y="494191"/>
                </a:lnTo>
                <a:close/>
              </a:path>
            </a:pathLst>
          </a:custGeom>
          <a:solidFill>
            <a:schemeClr val="hlink"/>
          </a:solidFill>
          <a:ln w="9525" cap="flat" cmpd="sng">
            <a:solidFill>
              <a:schemeClr val="folHlink"/>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6" name="Google Shape;386;p54"/>
          <p:cNvSpPr/>
          <p:nvPr/>
        </p:nvSpPr>
        <p:spPr>
          <a:xfrm>
            <a:off x="5289550" y="1247775"/>
            <a:ext cx="1709737" cy="1495425"/>
          </a:xfrm>
          <a:custGeom>
            <a:avLst/>
            <a:gdLst/>
            <a:ahLst/>
            <a:cxnLst/>
            <a:rect l="l" t="t" r="r" b="b"/>
            <a:pathLst>
              <a:path w="1709738" h="1495425" extrusionOk="0">
                <a:moveTo>
                  <a:pt x="2" y="571200"/>
                </a:moveTo>
                <a:lnTo>
                  <a:pt x="653065" y="571204"/>
                </a:lnTo>
                <a:lnTo>
                  <a:pt x="854869" y="0"/>
                </a:lnTo>
                <a:lnTo>
                  <a:pt x="1056673" y="571204"/>
                </a:lnTo>
                <a:lnTo>
                  <a:pt x="1709736" y="571200"/>
                </a:lnTo>
                <a:lnTo>
                  <a:pt x="1181394" y="924220"/>
                </a:lnTo>
                <a:lnTo>
                  <a:pt x="1383206" y="1495421"/>
                </a:lnTo>
                <a:lnTo>
                  <a:pt x="854869" y="1142395"/>
                </a:lnTo>
                <a:lnTo>
                  <a:pt x="326532" y="1495421"/>
                </a:lnTo>
                <a:lnTo>
                  <a:pt x="528344" y="924220"/>
                </a:lnTo>
                <a:lnTo>
                  <a:pt x="2" y="571200"/>
                </a:lnTo>
                <a:close/>
              </a:path>
            </a:pathLst>
          </a:custGeom>
          <a:gradFill>
            <a:gsLst>
              <a:gs pos="0">
                <a:srgbClr val="D60093"/>
              </a:gs>
              <a:gs pos="50000">
                <a:schemeClr val="dk1"/>
              </a:gs>
              <a:gs pos="100000">
                <a:srgbClr val="D60093"/>
              </a:gs>
            </a:gsLst>
            <a:lin ang="5400000" scaled="0"/>
          </a:gradFill>
          <a:ln w="9525" cap="flat" cmpd="sng">
            <a:solidFill>
              <a:srgbClr val="D60093"/>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7" name="Google Shape;387;p54"/>
          <p:cNvSpPr txBox="1"/>
          <p:nvPr/>
        </p:nvSpPr>
        <p:spPr>
          <a:xfrm>
            <a:off x="7239000" y="6381750"/>
            <a:ext cx="1443037" cy="466725"/>
          </a:xfrm>
          <a:prstGeom prst="rect">
            <a:avLst/>
          </a:prstGeom>
          <a:solidFill>
            <a:srgbClr val="FFFF66"/>
          </a:solidFill>
          <a:ln w="9525" cap="flat" cmpd="sng">
            <a:solidFill>
              <a:srgbClr val="0066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D0"/>
              </a:buClr>
              <a:buSzPts val="2400"/>
              <a:buFont typeface="Times New Roman" panose="02020603050405020304"/>
              <a:buNone/>
            </a:pPr>
            <a:r>
              <a:rPr lang="en-US" sz="2400" b="0" i="0" u="none">
                <a:solidFill>
                  <a:srgbClr val="0000D0"/>
                </a:solidFill>
                <a:latin typeface="Times New Roman" panose="02020603050405020304"/>
                <a:ea typeface="Times New Roman" panose="02020603050405020304"/>
                <a:cs typeface="Times New Roman" panose="02020603050405020304"/>
                <a:sym typeface="Times New Roman" panose="02020603050405020304"/>
              </a:rPr>
              <a:t>Luật chơi</a:t>
            </a:r>
            <a:endParaRPr lang="en-US" sz="2400" b="0" i="0" u="none">
              <a:solidFill>
                <a:srgbClr val="0000D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8" name="Google Shape;388;p54"/>
          <p:cNvSpPr/>
          <p:nvPr/>
        </p:nvSpPr>
        <p:spPr>
          <a:xfrm>
            <a:off x="8305800" y="304800"/>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9" name="Google Shape;389;p54"/>
          <p:cNvSpPr/>
          <p:nvPr/>
        </p:nvSpPr>
        <p:spPr>
          <a:xfrm>
            <a:off x="4235450" y="1997075"/>
            <a:ext cx="3509962" cy="3433762"/>
          </a:xfrm>
          <a:prstGeom prst="ellipse">
            <a:avLst/>
          </a:prstGeom>
          <a:noFill/>
          <a:ln w="9525" cap="flat" cmpd="sng">
            <a:solidFill>
              <a:srgbClr val="CC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0" name="Google Shape;390;p54"/>
          <p:cNvSpPr/>
          <p:nvPr/>
        </p:nvSpPr>
        <p:spPr>
          <a:xfrm>
            <a:off x="4627562" y="2425700"/>
            <a:ext cx="2903537" cy="2133600"/>
          </a:xfrm>
          <a:custGeom>
            <a:avLst/>
            <a:gdLst/>
            <a:ahLst/>
            <a:cxnLst/>
            <a:rect l="l" t="t" r="r" b="b"/>
            <a:pathLst>
              <a:path w="2903537" h="2133600" extrusionOk="0">
                <a:moveTo>
                  <a:pt x="3" y="814961"/>
                </a:moveTo>
                <a:lnTo>
                  <a:pt x="1109059" y="814966"/>
                </a:lnTo>
                <a:lnTo>
                  <a:pt x="1451769" y="0"/>
                </a:lnTo>
                <a:lnTo>
                  <a:pt x="1794478" y="814966"/>
                </a:lnTo>
                <a:lnTo>
                  <a:pt x="2903534" y="814961"/>
                </a:lnTo>
                <a:lnTo>
                  <a:pt x="2006285" y="1318632"/>
                </a:lnTo>
                <a:lnTo>
                  <a:pt x="2349009" y="2133595"/>
                </a:lnTo>
                <a:lnTo>
                  <a:pt x="1451769" y="1629914"/>
                </a:lnTo>
                <a:lnTo>
                  <a:pt x="554528" y="2133595"/>
                </a:lnTo>
                <a:lnTo>
                  <a:pt x="897252" y="1318632"/>
                </a:lnTo>
                <a:lnTo>
                  <a:pt x="3" y="814961"/>
                </a:lnTo>
                <a:close/>
              </a:path>
            </a:pathLst>
          </a:custGeom>
          <a:gradFill>
            <a:gsLst>
              <a:gs pos="0">
                <a:srgbClr val="FFFF00"/>
              </a:gs>
              <a:gs pos="100000">
                <a:srgbClr val="FF0000"/>
              </a:gs>
            </a:gsLst>
            <a:path path="circle">
              <a:fillToRect l="50000" t="50000" r="50000" b="50000"/>
            </a:path>
            <a:tileRect/>
          </a:gradFill>
          <a:ln w="9525" cap="flat" cmpd="sng">
            <a:solidFill>
              <a:schemeClr val="accent1"/>
            </a:solidFill>
            <a:prstDash val="solid"/>
            <a:miter lim="524288"/>
            <a:headEnd type="none" w="sm" len="sm"/>
            <a:tailEnd type="none" w="sm" len="sm"/>
          </a:ln>
          <a:effectLst>
            <a:outerShdw blurRad="63500" dist="107763" dir="13500000" sx="75000" sy="75000">
              <a:schemeClr val="lt2">
                <a:alpha val="4980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1" name="Google Shape;391;p54"/>
          <p:cNvSpPr/>
          <p:nvPr/>
        </p:nvSpPr>
        <p:spPr>
          <a:xfrm>
            <a:off x="5338762" y="1228725"/>
            <a:ext cx="1709737" cy="1495425"/>
          </a:xfrm>
          <a:custGeom>
            <a:avLst/>
            <a:gdLst/>
            <a:ahLst/>
            <a:cxnLst/>
            <a:rect l="l" t="t" r="r" b="b"/>
            <a:pathLst>
              <a:path w="1709737" h="1495425" extrusionOk="0">
                <a:moveTo>
                  <a:pt x="2" y="571200"/>
                </a:moveTo>
                <a:lnTo>
                  <a:pt x="653065" y="571204"/>
                </a:lnTo>
                <a:lnTo>
                  <a:pt x="854869" y="0"/>
                </a:lnTo>
                <a:lnTo>
                  <a:pt x="1056672" y="571204"/>
                </a:lnTo>
                <a:lnTo>
                  <a:pt x="1709735" y="571200"/>
                </a:lnTo>
                <a:lnTo>
                  <a:pt x="1181393" y="924220"/>
                </a:lnTo>
                <a:lnTo>
                  <a:pt x="1383205" y="1495421"/>
                </a:lnTo>
                <a:lnTo>
                  <a:pt x="854869" y="1142395"/>
                </a:lnTo>
                <a:lnTo>
                  <a:pt x="326532" y="1495421"/>
                </a:lnTo>
                <a:lnTo>
                  <a:pt x="528344" y="924220"/>
                </a:lnTo>
                <a:lnTo>
                  <a:pt x="2" y="571200"/>
                </a:lnTo>
                <a:close/>
              </a:path>
            </a:pathLst>
          </a:custGeom>
          <a:gradFill>
            <a:gsLst>
              <a:gs pos="0">
                <a:srgbClr val="6600CC"/>
              </a:gs>
              <a:gs pos="100000">
                <a:srgbClr val="E2CEF5"/>
              </a:gs>
            </a:gsLst>
            <a:path path="circle">
              <a:fillToRect l="50000" t="50000" r="50000" b="50000"/>
            </a:path>
            <a:tileRect/>
          </a:gradFill>
          <a:ln>
            <a:noFill/>
          </a:ln>
          <a:effectLst>
            <a:outerShdw blurRad="63500" dist="107763" dir="13500000" sx="75000" sy="75000">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3600"/>
              <a:buFont typeface="Times New Roman" panose="02020603050405020304"/>
              <a:buNone/>
            </a:pPr>
            <a:r>
              <a:rPr lang="en-US" sz="36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1</a:t>
            </a:r>
            <a:endParaRPr lang="en-US" sz="36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2" name="Google Shape;392;p54"/>
          <p:cNvSpPr/>
          <p:nvPr/>
        </p:nvSpPr>
        <p:spPr>
          <a:xfrm>
            <a:off x="6681787" y="2017712"/>
            <a:ext cx="1795462" cy="1293812"/>
          </a:xfrm>
          <a:custGeom>
            <a:avLst/>
            <a:gdLst/>
            <a:ahLst/>
            <a:cxnLst/>
            <a:rect l="l" t="t" r="r" b="b"/>
            <a:pathLst>
              <a:path w="1795462" h="1293812" extrusionOk="0">
                <a:moveTo>
                  <a:pt x="2" y="494191"/>
                </a:moveTo>
                <a:lnTo>
                  <a:pt x="685809" y="494194"/>
                </a:lnTo>
                <a:lnTo>
                  <a:pt x="897731" y="0"/>
                </a:lnTo>
                <a:lnTo>
                  <a:pt x="1109653" y="494194"/>
                </a:lnTo>
                <a:lnTo>
                  <a:pt x="1795460" y="494191"/>
                </a:lnTo>
                <a:lnTo>
                  <a:pt x="1240628" y="799616"/>
                </a:lnTo>
                <a:lnTo>
                  <a:pt x="1452558" y="1293809"/>
                </a:lnTo>
                <a:lnTo>
                  <a:pt x="897731" y="988378"/>
                </a:lnTo>
                <a:lnTo>
                  <a:pt x="342904" y="1293809"/>
                </a:lnTo>
                <a:lnTo>
                  <a:pt x="554834" y="799616"/>
                </a:lnTo>
                <a:lnTo>
                  <a:pt x="2" y="494191"/>
                </a:lnTo>
                <a:close/>
              </a:path>
            </a:pathLst>
          </a:custGeom>
          <a:gradFill>
            <a:gsLst>
              <a:gs pos="0">
                <a:srgbClr val="9900CC"/>
              </a:gs>
              <a:gs pos="100000">
                <a:srgbClr val="00FFFF"/>
              </a:gs>
            </a:gsLst>
            <a:path path="circle">
              <a:fillToRect l="50000" t="50000" r="50000" b="50000"/>
            </a:path>
            <a:tileRect/>
          </a:gradFill>
          <a:ln>
            <a:noFill/>
          </a:ln>
          <a:effectLst>
            <a:outerShdw blurRad="63500" dist="107763" dir="13500000" sx="75000" sy="75000">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3600"/>
              <a:buFont typeface="Times New Roman" panose="02020603050405020304"/>
              <a:buNone/>
            </a:pPr>
            <a:r>
              <a:rPr lang="en-US" sz="36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2</a:t>
            </a:r>
            <a:endParaRPr lang="en-US" sz="36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3" name="Google Shape;393;p54"/>
          <p:cNvSpPr/>
          <p:nvPr/>
        </p:nvSpPr>
        <p:spPr>
          <a:xfrm rot="-420000">
            <a:off x="6765925" y="3644900"/>
            <a:ext cx="1687512" cy="1168400"/>
          </a:xfrm>
          <a:custGeom>
            <a:avLst/>
            <a:gdLst/>
            <a:ahLst/>
            <a:cxnLst/>
            <a:rect l="l" t="t" r="r" b="b"/>
            <a:pathLst>
              <a:path w="1687513" h="1168400" extrusionOk="0">
                <a:moveTo>
                  <a:pt x="2" y="446288"/>
                </a:moveTo>
                <a:lnTo>
                  <a:pt x="644576" y="446291"/>
                </a:lnTo>
                <a:lnTo>
                  <a:pt x="843757" y="0"/>
                </a:lnTo>
                <a:lnTo>
                  <a:pt x="1042937" y="446291"/>
                </a:lnTo>
                <a:lnTo>
                  <a:pt x="1687511" y="446288"/>
                </a:lnTo>
                <a:lnTo>
                  <a:pt x="1166037" y="722108"/>
                </a:lnTo>
                <a:lnTo>
                  <a:pt x="1365226" y="1168397"/>
                </a:lnTo>
                <a:lnTo>
                  <a:pt x="843757" y="892572"/>
                </a:lnTo>
                <a:lnTo>
                  <a:pt x="322287" y="1168397"/>
                </a:lnTo>
                <a:lnTo>
                  <a:pt x="521476" y="722108"/>
                </a:lnTo>
                <a:lnTo>
                  <a:pt x="2" y="446288"/>
                </a:lnTo>
                <a:close/>
              </a:path>
            </a:pathLst>
          </a:custGeom>
          <a:gradFill>
            <a:gsLst>
              <a:gs pos="0">
                <a:schemeClr val="lt1"/>
              </a:gs>
              <a:gs pos="100000">
                <a:srgbClr val="CC0099"/>
              </a:gs>
            </a:gsLst>
            <a:path path="circle">
              <a:fillToRect l="50000" t="50000" r="50000" b="50000"/>
            </a:path>
            <a:tileRect/>
          </a:gradFill>
          <a:ln>
            <a:noFill/>
          </a:ln>
          <a:effectLst>
            <a:outerShdw blurRad="63500" dist="107763" dir="13500000" sx="75000" sy="75000">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6600"/>
              </a:buClr>
              <a:buSzPts val="3600"/>
              <a:buFont typeface="Times New Roman" panose="02020603050405020304"/>
              <a:buNone/>
            </a:pPr>
            <a:r>
              <a:rPr lang="en-US" sz="3600" b="1" i="0" u="none">
                <a:solidFill>
                  <a:srgbClr val="006600"/>
                </a:solidFill>
                <a:latin typeface="Times New Roman" panose="02020603050405020304"/>
                <a:ea typeface="Times New Roman" panose="02020603050405020304"/>
                <a:cs typeface="Times New Roman" panose="02020603050405020304"/>
                <a:sym typeface="Times New Roman" panose="02020603050405020304"/>
              </a:rPr>
              <a:t>3</a:t>
            </a:r>
            <a:endParaRPr lang="en-US" sz="3600" b="1" i="0" u="none">
              <a:solidFill>
                <a:srgbClr val="0066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4" name="Google Shape;394;p54"/>
          <p:cNvSpPr/>
          <p:nvPr/>
        </p:nvSpPr>
        <p:spPr>
          <a:xfrm>
            <a:off x="5238750" y="4518025"/>
            <a:ext cx="1720850" cy="1319212"/>
          </a:xfrm>
          <a:custGeom>
            <a:avLst/>
            <a:gdLst/>
            <a:ahLst/>
            <a:cxnLst/>
            <a:rect l="l" t="t" r="r" b="b"/>
            <a:pathLst>
              <a:path w="1720850" h="1319213" extrusionOk="0">
                <a:moveTo>
                  <a:pt x="2" y="503893"/>
                </a:moveTo>
                <a:lnTo>
                  <a:pt x="657310" y="503897"/>
                </a:lnTo>
                <a:lnTo>
                  <a:pt x="860425" y="0"/>
                </a:lnTo>
                <a:lnTo>
                  <a:pt x="1063540" y="503897"/>
                </a:lnTo>
                <a:lnTo>
                  <a:pt x="1720848" y="503893"/>
                </a:lnTo>
                <a:lnTo>
                  <a:pt x="1189072" y="815315"/>
                </a:lnTo>
                <a:lnTo>
                  <a:pt x="1392196" y="1319210"/>
                </a:lnTo>
                <a:lnTo>
                  <a:pt x="860425" y="1007782"/>
                </a:lnTo>
                <a:lnTo>
                  <a:pt x="328654" y="1319210"/>
                </a:lnTo>
                <a:lnTo>
                  <a:pt x="531778" y="815315"/>
                </a:lnTo>
                <a:lnTo>
                  <a:pt x="2" y="503893"/>
                </a:lnTo>
                <a:close/>
              </a:path>
            </a:pathLst>
          </a:custGeom>
          <a:gradFill>
            <a:gsLst>
              <a:gs pos="0">
                <a:srgbClr val="156B13"/>
              </a:gs>
              <a:gs pos="50000">
                <a:srgbClr val="9CB86E"/>
              </a:gs>
              <a:gs pos="100000">
                <a:srgbClr val="DDEBCF"/>
              </a:gs>
            </a:gsLst>
            <a:path path="circle">
              <a:fillToRect l="50000" t="50000" r="50000" b="50000"/>
            </a:path>
            <a:tileRect/>
          </a:gradFill>
          <a:ln>
            <a:noFill/>
          </a:ln>
          <a:effectLst>
            <a:outerShdw blurRad="63500" dist="107763" dir="13500000" sx="75000" sy="75000">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0099"/>
              </a:buClr>
              <a:buSzPts val="3600"/>
              <a:buFont typeface="Times New Roman" panose="02020603050405020304"/>
              <a:buNone/>
            </a:pPr>
            <a:r>
              <a:rPr lang="en-US" sz="3600" b="1" i="0" u="none">
                <a:solidFill>
                  <a:srgbClr val="CC0099"/>
                </a:solidFill>
                <a:latin typeface="Times New Roman" panose="02020603050405020304"/>
                <a:ea typeface="Times New Roman" panose="02020603050405020304"/>
                <a:cs typeface="Times New Roman" panose="02020603050405020304"/>
                <a:sym typeface="Times New Roman" panose="02020603050405020304"/>
              </a:rPr>
              <a:t>4</a:t>
            </a:r>
            <a:endParaRPr lang="en-US" sz="3600" b="1" i="0" u="none">
              <a:solidFill>
                <a:srgbClr val="CC00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5" name="Google Shape;395;p54"/>
          <p:cNvSpPr/>
          <p:nvPr/>
        </p:nvSpPr>
        <p:spPr>
          <a:xfrm>
            <a:off x="3705225" y="3795712"/>
            <a:ext cx="1720850" cy="1306512"/>
          </a:xfrm>
          <a:custGeom>
            <a:avLst/>
            <a:gdLst/>
            <a:ahLst/>
            <a:cxnLst/>
            <a:rect l="l" t="t" r="r" b="b"/>
            <a:pathLst>
              <a:path w="1720850" h="1306512" extrusionOk="0">
                <a:moveTo>
                  <a:pt x="2" y="499042"/>
                </a:moveTo>
                <a:lnTo>
                  <a:pt x="657310" y="499045"/>
                </a:lnTo>
                <a:lnTo>
                  <a:pt x="860425" y="0"/>
                </a:lnTo>
                <a:lnTo>
                  <a:pt x="1063540" y="499045"/>
                </a:lnTo>
                <a:lnTo>
                  <a:pt x="1720848" y="499042"/>
                </a:lnTo>
                <a:lnTo>
                  <a:pt x="1189072" y="807465"/>
                </a:lnTo>
                <a:lnTo>
                  <a:pt x="1392196" y="1306509"/>
                </a:lnTo>
                <a:lnTo>
                  <a:pt x="860425" y="998079"/>
                </a:lnTo>
                <a:lnTo>
                  <a:pt x="328654" y="1306509"/>
                </a:lnTo>
                <a:lnTo>
                  <a:pt x="531778" y="807465"/>
                </a:lnTo>
                <a:lnTo>
                  <a:pt x="2" y="499042"/>
                </a:lnTo>
                <a:close/>
              </a:path>
            </a:pathLst>
          </a:custGeom>
          <a:gradFill>
            <a:gsLst>
              <a:gs pos="0">
                <a:srgbClr val="00FFFF"/>
              </a:gs>
              <a:gs pos="100000">
                <a:srgbClr val="FF0066">
                  <a:alpha val="97647"/>
                </a:srgbClr>
              </a:gs>
            </a:gsLst>
            <a:path path="circle">
              <a:fillToRect l="50000" t="50000" r="50000" b="50000"/>
            </a:path>
            <a:tileRect/>
          </a:gradFill>
          <a:ln w="9525" cap="flat" cmpd="sng">
            <a:solidFill>
              <a:srgbClr val="FF0000"/>
            </a:solidFill>
            <a:prstDash val="solid"/>
            <a:miter lim="800000"/>
            <a:headEnd type="none" w="sm" len="sm"/>
            <a:tailEnd type="none" w="sm" len="sm"/>
          </a:ln>
          <a:effectLst>
            <a:outerShdw blurRad="63500" dist="107763" dir="13500000" sx="75000" sy="75000">
              <a:schemeClr val="lt2">
                <a:alpha val="49803"/>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3600"/>
              <a:buFont typeface="Times New Roman" panose="02020603050405020304"/>
              <a:buNone/>
            </a:pPr>
            <a:r>
              <a:rPr lang="en-US" sz="36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5</a:t>
            </a:r>
            <a:endParaRPr lang="en-US" sz="36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6" name="Google Shape;396;p54"/>
          <p:cNvSpPr/>
          <p:nvPr/>
        </p:nvSpPr>
        <p:spPr>
          <a:xfrm>
            <a:off x="8748712" y="5867400"/>
            <a:ext cx="395287" cy="519112"/>
          </a:xfrm>
          <a:custGeom>
            <a:avLst/>
            <a:gdLst/>
            <a:ahLst/>
            <a:cxnLst/>
            <a:rect l="l" t="t" r="r" b="b"/>
            <a:pathLst>
              <a:path w="120000" h="120000" extrusionOk="0">
                <a:moveTo>
                  <a:pt x="0" y="0"/>
                </a:moveTo>
                <a:lnTo>
                  <a:pt x="120000" y="0"/>
                </a:lnTo>
                <a:lnTo>
                  <a:pt x="120000" y="120000"/>
                </a:lnTo>
                <a:lnTo>
                  <a:pt x="0" y="120000"/>
                </a:lnTo>
                <a:close/>
                <a:moveTo>
                  <a:pt x="15000" y="60000"/>
                </a:moveTo>
                <a:lnTo>
                  <a:pt x="105000" y="25734"/>
                </a:lnTo>
                <a:lnTo>
                  <a:pt x="105000" y="94266"/>
                </a:lnTo>
                <a:close/>
              </a:path>
              <a:path w="120000" h="120000" fill="darken" extrusionOk="0">
                <a:moveTo>
                  <a:pt x="15000" y="60000"/>
                </a:moveTo>
                <a:lnTo>
                  <a:pt x="105000" y="25734"/>
                </a:lnTo>
                <a:lnTo>
                  <a:pt x="105000" y="94266"/>
                </a:lnTo>
                <a:close/>
              </a:path>
              <a:path w="120000" h="120000" fill="none" extrusionOk="0">
                <a:moveTo>
                  <a:pt x="15000" y="60000"/>
                </a:moveTo>
                <a:lnTo>
                  <a:pt x="105000" y="25734"/>
                </a:lnTo>
                <a:lnTo>
                  <a:pt x="105000" y="94266"/>
                </a:lnTo>
                <a:close/>
              </a:path>
              <a:path w="120000" h="120000" fill="none" extrusionOk="0">
                <a:moveTo>
                  <a:pt x="0" y="0"/>
                </a:moveTo>
                <a:lnTo>
                  <a:pt x="120000" y="0"/>
                </a:lnTo>
                <a:lnTo>
                  <a:pt x="120000" y="120000"/>
                </a:lnTo>
                <a:lnTo>
                  <a:pt x="0" y="120000"/>
                </a:lnTo>
                <a:close/>
              </a:path>
            </a:pathLst>
          </a:custGeom>
          <a:solidFill>
            <a:srgbClr val="FFFF99"/>
          </a:solidFill>
          <a:ln w="9525" cap="flat" cmpd="sng">
            <a:solidFill>
              <a:srgbClr val="FFFF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7" name="Google Shape;397;p54"/>
          <p:cNvSpPr txBox="1"/>
          <p:nvPr/>
        </p:nvSpPr>
        <p:spPr>
          <a:xfrm>
            <a:off x="112712" y="2714625"/>
            <a:ext cx="1092200" cy="638175"/>
          </a:xfrm>
          <a:prstGeom prst="rect">
            <a:avLst/>
          </a:prstGeom>
          <a:gradFill>
            <a:gsLst>
              <a:gs pos="0">
                <a:srgbClr val="00FF00"/>
              </a:gs>
              <a:gs pos="50000">
                <a:schemeClr val="lt1"/>
              </a:gs>
              <a:gs pos="100000">
                <a:srgbClr val="00FF00"/>
              </a:gs>
            </a:gsLst>
            <a:lin ang="5400000" scaled="0"/>
          </a:gradFill>
          <a:ln>
            <a:noFill/>
          </a:ln>
          <a:effectLst>
            <a:outerShdw blurRad="63500" sy="2147483647">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Nhóm 1</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8" name="Google Shape;398;p54"/>
          <p:cNvSpPr/>
          <p:nvPr/>
        </p:nvSpPr>
        <p:spPr>
          <a:xfrm>
            <a:off x="2209800" y="1463675"/>
            <a:ext cx="822325" cy="669925"/>
          </a:xfrm>
          <a:custGeom>
            <a:avLst/>
            <a:gdLst/>
            <a:ahLst/>
            <a:cxnLst/>
            <a:rect l="l" t="t" r="r" b="b"/>
            <a:pathLst>
              <a:path w="822325" h="669925" extrusionOk="0">
                <a:moveTo>
                  <a:pt x="1" y="255888"/>
                </a:moveTo>
                <a:lnTo>
                  <a:pt x="314102" y="255890"/>
                </a:lnTo>
                <a:lnTo>
                  <a:pt x="411163" y="0"/>
                </a:lnTo>
                <a:lnTo>
                  <a:pt x="508223" y="255890"/>
                </a:lnTo>
                <a:lnTo>
                  <a:pt x="822324" y="255888"/>
                </a:lnTo>
                <a:lnTo>
                  <a:pt x="568210" y="414035"/>
                </a:lnTo>
                <a:lnTo>
                  <a:pt x="665274" y="669923"/>
                </a:lnTo>
                <a:lnTo>
                  <a:pt x="411163" y="511774"/>
                </a:lnTo>
                <a:lnTo>
                  <a:pt x="157051" y="669923"/>
                </a:lnTo>
                <a:lnTo>
                  <a:pt x="254115" y="414035"/>
                </a:lnTo>
                <a:lnTo>
                  <a:pt x="1" y="255888"/>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a:effectLst>
            <a:outerShdw blurRad="63500" dist="107763" dir="8100000">
              <a:schemeClr val="lt2">
                <a:alpha val="4980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9" name="Google Shape;399;p54"/>
          <p:cNvSpPr/>
          <p:nvPr/>
        </p:nvSpPr>
        <p:spPr>
          <a:xfrm>
            <a:off x="1219200" y="381000"/>
            <a:ext cx="7162800" cy="685800"/>
          </a:xfrm>
          <a:prstGeom prst="rect">
            <a:avLst/>
          </a:prstGeom>
        </p:spPr>
        <p:txBody>
          <a:bodyPr>
            <a:prstTxWarp prst="textPlain">
              <a:avLst/>
            </a:prstTxWarp>
          </a:bodyPr>
          <a:lstStyle/>
          <a:p>
            <a:pPr lvl="0" algn="l"/>
            <a:r>
              <a:rPr b="0" i="1">
                <a:ln w="9525" cap="flat" cmpd="sng">
                  <a:solidFill>
                    <a:srgbClr val="FF0000"/>
                  </a:solidFill>
                  <a:prstDash val="solid"/>
                  <a:miter lim="800000"/>
                  <a:headEnd type="none" w="sm" len="sm"/>
                  <a:tailEnd type="none" w="sm" len="sm"/>
                </a:ln>
                <a:gradFill>
                  <a:gsLst>
                    <a:gs pos="0">
                      <a:srgbClr val="FF6600"/>
                    </a:gs>
                    <a:gs pos="50000">
                      <a:srgbClr val="FFD3B6"/>
                    </a:gs>
                    <a:gs pos="100000">
                      <a:srgbClr val="FF6600"/>
                    </a:gs>
                  </a:gsLst>
                  <a:lin ang="5400000" scaled="0"/>
                </a:gradFill>
                <a:latin typeface="Times New Roman" panose="02020603050405020304"/>
              </a:rPr>
              <a:t>TÌM NGÔI SAO MAY MẮN ! </a:t>
            </a:r>
            <a:endParaRPr b="0" i="1">
              <a:ln w="9525" cap="flat" cmpd="sng">
                <a:solidFill>
                  <a:srgbClr val="FF0000"/>
                </a:solidFill>
                <a:prstDash val="solid"/>
                <a:miter lim="800000"/>
                <a:headEnd type="none" w="sm" len="sm"/>
                <a:tailEnd type="none" w="sm" len="sm"/>
              </a:ln>
              <a:gradFill>
                <a:gsLst>
                  <a:gs pos="0">
                    <a:srgbClr val="FF6600"/>
                  </a:gs>
                  <a:gs pos="50000">
                    <a:srgbClr val="FFD3B6"/>
                  </a:gs>
                  <a:gs pos="100000">
                    <a:srgbClr val="FF6600"/>
                  </a:gs>
                </a:gsLst>
                <a:lin ang="5400000" scaled="0"/>
              </a:gradFill>
              <a:latin typeface="Times New Roman" panose="02020603050405020304"/>
            </a:endParaRPr>
          </a:p>
        </p:txBody>
      </p:sp>
      <p:sp>
        <p:nvSpPr>
          <p:cNvPr id="400" name="Google Shape;400;p54"/>
          <p:cNvSpPr txBox="1"/>
          <p:nvPr/>
        </p:nvSpPr>
        <p:spPr>
          <a:xfrm>
            <a:off x="112712" y="4143375"/>
            <a:ext cx="1106487" cy="638175"/>
          </a:xfrm>
          <a:prstGeom prst="rect">
            <a:avLst/>
          </a:prstGeom>
          <a:gradFill>
            <a:gsLst>
              <a:gs pos="0">
                <a:srgbClr val="0000FF"/>
              </a:gs>
              <a:gs pos="50000">
                <a:schemeClr val="lt1"/>
              </a:gs>
              <a:gs pos="100000">
                <a:srgbClr val="0000FF"/>
              </a:gs>
            </a:gsLst>
            <a:lin ang="5400000" scaled="0"/>
          </a:gradFill>
          <a:ln>
            <a:noFill/>
          </a:ln>
          <a:effectLst>
            <a:outerShdw blurRad="63500" sy="2147483647">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Nhóm 2</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1" name="Google Shape;401;p54"/>
          <p:cNvSpPr txBox="1"/>
          <p:nvPr/>
        </p:nvSpPr>
        <p:spPr>
          <a:xfrm>
            <a:off x="1752600" y="2724150"/>
            <a:ext cx="1106487" cy="638175"/>
          </a:xfrm>
          <a:prstGeom prst="rect">
            <a:avLst/>
          </a:prstGeom>
          <a:gradFill>
            <a:gsLst>
              <a:gs pos="0">
                <a:srgbClr val="FFFF00"/>
              </a:gs>
              <a:gs pos="50000">
                <a:schemeClr val="lt1"/>
              </a:gs>
              <a:gs pos="100000">
                <a:srgbClr val="FFFF00"/>
              </a:gs>
            </a:gsLst>
            <a:lin ang="5400000" scaled="0"/>
          </a:gradFill>
          <a:ln>
            <a:noFill/>
          </a:ln>
          <a:effectLst>
            <a:outerShdw blurRad="63500" sy="2147483647">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Nhóm 3</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2" name="Google Shape;402;p54"/>
          <p:cNvSpPr/>
          <p:nvPr/>
        </p:nvSpPr>
        <p:spPr>
          <a:xfrm rot="-420000">
            <a:off x="3565525" y="2160587"/>
            <a:ext cx="1658937" cy="1168400"/>
          </a:xfrm>
          <a:custGeom>
            <a:avLst/>
            <a:gdLst/>
            <a:ahLst/>
            <a:cxnLst/>
            <a:rect l="l" t="t" r="r" b="b"/>
            <a:pathLst>
              <a:path w="1658938" h="1168400" extrusionOk="0">
                <a:moveTo>
                  <a:pt x="2" y="446288"/>
                </a:moveTo>
                <a:lnTo>
                  <a:pt x="633661" y="446291"/>
                </a:lnTo>
                <a:lnTo>
                  <a:pt x="829469" y="0"/>
                </a:lnTo>
                <a:lnTo>
                  <a:pt x="1025277" y="446291"/>
                </a:lnTo>
                <a:lnTo>
                  <a:pt x="1658936" y="446288"/>
                </a:lnTo>
                <a:lnTo>
                  <a:pt x="1146292" y="722108"/>
                </a:lnTo>
                <a:lnTo>
                  <a:pt x="1342108" y="1168397"/>
                </a:lnTo>
                <a:lnTo>
                  <a:pt x="829469" y="892572"/>
                </a:lnTo>
                <a:lnTo>
                  <a:pt x="316830" y="1168397"/>
                </a:lnTo>
                <a:lnTo>
                  <a:pt x="512646" y="722108"/>
                </a:lnTo>
                <a:lnTo>
                  <a:pt x="2" y="446288"/>
                </a:lnTo>
                <a:close/>
              </a:path>
            </a:pathLst>
          </a:custGeom>
          <a:solidFill>
            <a:schemeClr val="accent2"/>
          </a:solidFill>
          <a:ln w="9525" cap="flat" cmpd="sng">
            <a:solidFill>
              <a:srgbClr val="FFFF66"/>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3" name="Google Shape;403;p54"/>
          <p:cNvSpPr/>
          <p:nvPr/>
        </p:nvSpPr>
        <p:spPr>
          <a:xfrm rot="-420000">
            <a:off x="3536950" y="2165350"/>
            <a:ext cx="1687512" cy="1168400"/>
          </a:xfrm>
          <a:custGeom>
            <a:avLst/>
            <a:gdLst/>
            <a:ahLst/>
            <a:cxnLst/>
            <a:rect l="l" t="t" r="r" b="b"/>
            <a:pathLst>
              <a:path w="1687513" h="1168400" extrusionOk="0">
                <a:moveTo>
                  <a:pt x="2" y="446288"/>
                </a:moveTo>
                <a:lnTo>
                  <a:pt x="644576" y="446291"/>
                </a:lnTo>
                <a:lnTo>
                  <a:pt x="843757" y="0"/>
                </a:lnTo>
                <a:lnTo>
                  <a:pt x="1042937" y="446291"/>
                </a:lnTo>
                <a:lnTo>
                  <a:pt x="1687511" y="446288"/>
                </a:lnTo>
                <a:lnTo>
                  <a:pt x="1166037" y="722108"/>
                </a:lnTo>
                <a:lnTo>
                  <a:pt x="1365226" y="1168397"/>
                </a:lnTo>
                <a:lnTo>
                  <a:pt x="843757" y="892572"/>
                </a:lnTo>
                <a:lnTo>
                  <a:pt x="322287" y="1168397"/>
                </a:lnTo>
                <a:lnTo>
                  <a:pt x="521476" y="722108"/>
                </a:lnTo>
                <a:lnTo>
                  <a:pt x="2" y="446288"/>
                </a:lnTo>
                <a:close/>
              </a:path>
            </a:pathLst>
          </a:custGeom>
          <a:gradFill>
            <a:gsLst>
              <a:gs pos="0">
                <a:schemeClr val="lt1"/>
              </a:gs>
              <a:gs pos="100000">
                <a:srgbClr val="CC0099"/>
              </a:gs>
            </a:gsLst>
            <a:path path="circle">
              <a:fillToRect l="50000" t="50000" r="50000" b="50000"/>
            </a:path>
            <a:tileRect/>
          </a:gradFill>
          <a:ln>
            <a:noFill/>
          </a:ln>
          <a:effectLst>
            <a:outerShdw blurRad="63500" dist="107763" dir="13500000" sx="75000" sy="75000">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6600"/>
              </a:buClr>
              <a:buSzPts val="3600"/>
              <a:buFont typeface="Times New Roman" panose="02020603050405020304"/>
              <a:buNone/>
            </a:pPr>
            <a:r>
              <a:rPr lang="en-US" sz="3600" b="1" i="0" u="none">
                <a:solidFill>
                  <a:srgbClr val="006600"/>
                </a:solidFill>
                <a:latin typeface="Times New Roman" panose="02020603050405020304"/>
                <a:ea typeface="Times New Roman" panose="02020603050405020304"/>
                <a:cs typeface="Times New Roman" panose="02020603050405020304"/>
                <a:sym typeface="Times New Roman" panose="02020603050405020304"/>
              </a:rPr>
              <a:t>6</a:t>
            </a:r>
            <a:endParaRPr lang="en-US" sz="3600" b="1" i="0" u="none">
              <a:solidFill>
                <a:srgbClr val="0066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4" name="Google Shape;404;p54"/>
          <p:cNvSpPr txBox="1"/>
          <p:nvPr/>
        </p:nvSpPr>
        <p:spPr>
          <a:xfrm>
            <a:off x="1725612" y="4143375"/>
            <a:ext cx="1093787" cy="638175"/>
          </a:xfrm>
          <a:prstGeom prst="rect">
            <a:avLst/>
          </a:prstGeom>
          <a:gradFill>
            <a:gsLst>
              <a:gs pos="0">
                <a:srgbClr val="00FF00"/>
              </a:gs>
              <a:gs pos="50000">
                <a:schemeClr val="lt1"/>
              </a:gs>
              <a:gs pos="100000">
                <a:srgbClr val="00FF00"/>
              </a:gs>
            </a:gsLst>
            <a:lin ang="5400000" scaled="0"/>
          </a:gradFill>
          <a:ln>
            <a:noFill/>
          </a:ln>
          <a:effectLst>
            <a:outerShdw blurRad="63500" sy="2147483647">
              <a:srgbClr val="808080">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Times New Roman" panose="02020603050405020304"/>
              <a:buNone/>
            </a:pP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Nhóm 4</a:t>
            </a:r>
            <a:endPar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2000"/>
                                        <p:tgtEl>
                                          <p:spTgt spid="387"/>
                                        </p:tgtEl>
                                      </p:cBhvr>
                                    </p:animEffect>
                                  </p:childTnLst>
                                </p:cTn>
                              </p:par>
                              <p:par>
                                <p:cTn id="8" presetID="8" presetClass="emph" presetSubtype="0" fill="hold" nodeType="withEffect">
                                  <p:stCondLst>
                                    <p:cond delay="0"/>
                                  </p:stCondLst>
                                  <p:childTnLst>
                                    <p:animRot by="-21600000">
                                      <p:cBhvr>
                                        <p:cTn id="9" dur="2000" fill="hold"/>
                                        <p:tgtEl>
                                          <p:spTgt spid="388"/>
                                        </p:tgtEl>
                                        <p:attrNameLst>
                                          <p:attrName>r</p:attrName>
                                        </p:attrNameLst>
                                      </p:cBhvr>
                                    </p:animRot>
                                  </p:childTnLst>
                                </p:cTn>
                              </p:par>
                              <p:par>
                                <p:cTn id="10" presetID="8" presetClass="emph" presetSubtype="0" fill="hold" nodeType="withEffect">
                                  <p:stCondLst>
                                    <p:cond delay="0"/>
                                  </p:stCondLst>
                                  <p:childTnLst>
                                    <p:animRot by="-21600000">
                                      <p:cBhvr>
                                        <p:cTn id="11" dur="2000" fill="hold"/>
                                        <p:tgtEl>
                                          <p:spTgt spid="398"/>
                                        </p:tgtEl>
                                        <p:attrNameLst>
                                          <p:attrName>r</p:attrName>
                                        </p:attrNameLst>
                                      </p:cBhvr>
                                    </p:animRo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2000"/>
                                        <p:tgtEl>
                                          <p:spTgt spid="392"/>
                                        </p:tgtEl>
                                      </p:cBhvr>
                                    </p:animEffect>
                                    <p:set>
                                      <p:cBhvr>
                                        <p:cTn id="16" dur="1" fill="hold">
                                          <p:stCondLst>
                                            <p:cond delay="2000"/>
                                          </p:stCondLst>
                                        </p:cTn>
                                        <p:tgtEl>
                                          <p:spTgt spid="39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2000"/>
                                        <p:tgtEl>
                                          <p:spTgt spid="391"/>
                                        </p:tgtEl>
                                      </p:cBhvr>
                                    </p:animEffect>
                                    <p:set>
                                      <p:cBhvr>
                                        <p:cTn id="21" dur="1" fill="hold">
                                          <p:stCondLst>
                                            <p:cond delay="2000"/>
                                          </p:stCondLst>
                                        </p:cTn>
                                        <p:tgtEl>
                                          <p:spTgt spid="39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2000"/>
                                        <p:tgtEl>
                                          <p:spTgt spid="394"/>
                                        </p:tgtEl>
                                      </p:cBhvr>
                                    </p:animEffect>
                                    <p:set>
                                      <p:cBhvr>
                                        <p:cTn id="26" dur="1" fill="hold">
                                          <p:stCondLst>
                                            <p:cond delay="2000"/>
                                          </p:stCondLst>
                                        </p:cTn>
                                        <p:tgtEl>
                                          <p:spTgt spid="39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2000"/>
                                        <p:tgtEl>
                                          <p:spTgt spid="393"/>
                                        </p:tgtEl>
                                      </p:cBhvr>
                                    </p:animEffect>
                                    <p:set>
                                      <p:cBhvr>
                                        <p:cTn id="31" dur="1" fill="hold">
                                          <p:stCondLst>
                                            <p:cond delay="2000"/>
                                          </p:stCondLst>
                                        </p:cTn>
                                        <p:tgtEl>
                                          <p:spTgt spid="39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2000"/>
                                        <p:tgtEl>
                                          <p:spTgt spid="390"/>
                                        </p:tgtEl>
                                      </p:cBhvr>
                                    </p:animEffect>
                                    <p:set>
                                      <p:cBhvr>
                                        <p:cTn id="36" dur="1" fill="hold">
                                          <p:stCondLst>
                                            <p:cond delay="2000"/>
                                          </p:stCondLst>
                                        </p:cTn>
                                        <p:tgtEl>
                                          <p:spTgt spid="39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2000"/>
                                        <p:tgtEl>
                                          <p:spTgt spid="395"/>
                                        </p:tgtEl>
                                      </p:cBhvr>
                                    </p:animEffect>
                                    <p:set>
                                      <p:cBhvr>
                                        <p:cTn id="41" dur="1" fill="hold">
                                          <p:stCondLst>
                                            <p:cond delay="2000"/>
                                          </p:stCondLst>
                                        </p:cTn>
                                        <p:tgtEl>
                                          <p:spTgt spid="39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2000"/>
                                        <p:tgtEl>
                                          <p:spTgt spid="403"/>
                                        </p:tgtEl>
                                      </p:cBhvr>
                                    </p:animEffect>
                                    <p:set>
                                      <p:cBhvr>
                                        <p:cTn id="46" dur="1" fill="hold">
                                          <p:stCondLst>
                                            <p:cond delay="2000"/>
                                          </p:stCondLst>
                                        </p:cTn>
                                        <p:tgtEl>
                                          <p:spTgt spid="40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09" name="Shape 409"/>
        <p:cNvGrpSpPr/>
        <p:nvPr/>
      </p:nvGrpSpPr>
      <p:grpSpPr>
        <a:xfrm>
          <a:off x="0" y="0"/>
          <a:ext cx="0" cy="0"/>
          <a:chOff x="0" y="0"/>
          <a:chExt cx="0" cy="0"/>
        </a:xfrm>
      </p:grpSpPr>
      <p:sp>
        <p:nvSpPr>
          <p:cNvPr id="410" name="Google Shape;410;p55"/>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411" name="Google Shape;411;p55"/>
          <p:cNvSpPr/>
          <p:nvPr/>
        </p:nvSpPr>
        <p:spPr>
          <a:xfrm>
            <a:off x="8750300" y="6429375"/>
            <a:ext cx="393700" cy="428625"/>
          </a:xfrm>
          <a:custGeom>
            <a:avLst/>
            <a:gdLst/>
            <a:ahLst/>
            <a:cxnLst/>
            <a:rect l="l" t="t" r="r" b="b"/>
            <a:pathLst>
              <a:path w="120000" h="120000" extrusionOk="0">
                <a:moveTo>
                  <a:pt x="0" y="0"/>
                </a:moveTo>
                <a:lnTo>
                  <a:pt x="120000" y="0"/>
                </a:lnTo>
                <a:lnTo>
                  <a:pt x="120000" y="120000"/>
                </a:lnTo>
                <a:lnTo>
                  <a:pt x="0" y="120000"/>
                </a:lnTo>
                <a:close/>
                <a:moveTo>
                  <a:pt x="105000" y="39333"/>
                </a:moveTo>
                <a:lnTo>
                  <a:pt x="82500" y="18667"/>
                </a:lnTo>
                <a:lnTo>
                  <a:pt x="60000" y="39333"/>
                </a:lnTo>
                <a:lnTo>
                  <a:pt x="71250" y="39333"/>
                </a:lnTo>
                <a:lnTo>
                  <a:pt x="71250" y="70333"/>
                </a:lnTo>
                <a:cubicBezTo>
                  <a:pt x="71250" y="76040"/>
                  <a:pt x="66213" y="80667"/>
                  <a:pt x="60000" y="80667"/>
                </a:cubicBezTo>
                <a:lnTo>
                  <a:pt x="48750" y="80667"/>
                </a:lnTo>
                <a:cubicBezTo>
                  <a:pt x="42537" y="80667"/>
                  <a:pt x="37500" y="76040"/>
                  <a:pt x="37500" y="70333"/>
                </a:cubicBezTo>
                <a:lnTo>
                  <a:pt x="37500" y="39333"/>
                </a:lnTo>
                <a:lnTo>
                  <a:pt x="15000" y="39333"/>
                </a:lnTo>
                <a:lnTo>
                  <a:pt x="15000" y="70333"/>
                </a:lnTo>
                <a:cubicBezTo>
                  <a:pt x="15000" y="87454"/>
                  <a:pt x="30110" y="101333"/>
                  <a:pt x="48750" y="101333"/>
                </a:cubicBezTo>
                <a:lnTo>
                  <a:pt x="60000" y="101333"/>
                </a:lnTo>
                <a:cubicBezTo>
                  <a:pt x="78640" y="101333"/>
                  <a:pt x="93750" y="87454"/>
                  <a:pt x="93750" y="70333"/>
                </a:cubicBezTo>
                <a:lnTo>
                  <a:pt x="93750" y="39333"/>
                </a:lnTo>
                <a:close/>
              </a:path>
              <a:path w="120000" h="120000" fill="darken" extrusionOk="0">
                <a:moveTo>
                  <a:pt x="105000" y="39333"/>
                </a:moveTo>
                <a:lnTo>
                  <a:pt x="82500" y="18667"/>
                </a:lnTo>
                <a:lnTo>
                  <a:pt x="60000" y="39333"/>
                </a:lnTo>
                <a:lnTo>
                  <a:pt x="71250" y="39333"/>
                </a:lnTo>
                <a:lnTo>
                  <a:pt x="71250" y="70333"/>
                </a:lnTo>
                <a:cubicBezTo>
                  <a:pt x="71250" y="76040"/>
                  <a:pt x="66213" y="80667"/>
                  <a:pt x="60000" y="80667"/>
                </a:cubicBezTo>
                <a:lnTo>
                  <a:pt x="48750" y="80667"/>
                </a:lnTo>
                <a:cubicBezTo>
                  <a:pt x="42537" y="80667"/>
                  <a:pt x="37500" y="76040"/>
                  <a:pt x="37500" y="70333"/>
                </a:cubicBezTo>
                <a:lnTo>
                  <a:pt x="37500" y="39333"/>
                </a:lnTo>
                <a:lnTo>
                  <a:pt x="15000" y="39333"/>
                </a:lnTo>
                <a:lnTo>
                  <a:pt x="15000" y="70333"/>
                </a:lnTo>
                <a:cubicBezTo>
                  <a:pt x="15000" y="87454"/>
                  <a:pt x="30110" y="101333"/>
                  <a:pt x="48750" y="101333"/>
                </a:cubicBezTo>
                <a:lnTo>
                  <a:pt x="60000" y="101333"/>
                </a:lnTo>
                <a:cubicBezTo>
                  <a:pt x="78640" y="101333"/>
                  <a:pt x="93750" y="87454"/>
                  <a:pt x="93750" y="70333"/>
                </a:cubicBezTo>
                <a:lnTo>
                  <a:pt x="93750" y="39333"/>
                </a:lnTo>
                <a:close/>
              </a:path>
              <a:path w="120000" h="120000" fill="none" extrusionOk="0">
                <a:moveTo>
                  <a:pt x="105000" y="39333"/>
                </a:moveTo>
                <a:lnTo>
                  <a:pt x="93750" y="39333"/>
                </a:lnTo>
                <a:lnTo>
                  <a:pt x="93750" y="70333"/>
                </a:lnTo>
                <a:cubicBezTo>
                  <a:pt x="93750" y="87454"/>
                  <a:pt x="78640" y="101333"/>
                  <a:pt x="60000" y="101333"/>
                </a:cubicBezTo>
                <a:lnTo>
                  <a:pt x="48750" y="101333"/>
                </a:lnTo>
                <a:cubicBezTo>
                  <a:pt x="30110" y="101333"/>
                  <a:pt x="15000" y="87454"/>
                  <a:pt x="15000" y="70333"/>
                </a:cubicBezTo>
                <a:lnTo>
                  <a:pt x="15000" y="39333"/>
                </a:lnTo>
                <a:lnTo>
                  <a:pt x="37500" y="39333"/>
                </a:lnTo>
                <a:lnTo>
                  <a:pt x="37500" y="70333"/>
                </a:lnTo>
                <a:cubicBezTo>
                  <a:pt x="37500" y="76040"/>
                  <a:pt x="42537" y="80667"/>
                  <a:pt x="48750" y="80667"/>
                </a:cubicBezTo>
                <a:lnTo>
                  <a:pt x="60000" y="80667"/>
                </a:lnTo>
                <a:cubicBezTo>
                  <a:pt x="66213" y="80667"/>
                  <a:pt x="71250" y="76040"/>
                  <a:pt x="71250" y="70333"/>
                </a:cubicBezTo>
                <a:lnTo>
                  <a:pt x="71250" y="39333"/>
                </a:lnTo>
                <a:lnTo>
                  <a:pt x="60000" y="39333"/>
                </a:lnTo>
                <a:lnTo>
                  <a:pt x="82500" y="18667"/>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2" name="Google Shape;412;p55"/>
          <p:cNvSpPr/>
          <p:nvPr/>
        </p:nvSpPr>
        <p:spPr>
          <a:xfrm>
            <a:off x="0" y="0"/>
            <a:ext cx="1044575" cy="1057275"/>
          </a:xfrm>
          <a:custGeom>
            <a:avLst/>
            <a:gdLst/>
            <a:ahLst/>
            <a:cxnLst/>
            <a:rect l="l" t="t" r="r" b="b"/>
            <a:pathLst>
              <a:path w="1044575" h="1057275" extrusionOk="0">
                <a:moveTo>
                  <a:pt x="1" y="403842"/>
                </a:moveTo>
                <a:lnTo>
                  <a:pt x="398994" y="403845"/>
                </a:lnTo>
                <a:lnTo>
                  <a:pt x="522288" y="0"/>
                </a:lnTo>
                <a:lnTo>
                  <a:pt x="645581" y="403845"/>
                </a:lnTo>
                <a:lnTo>
                  <a:pt x="1044574" y="403842"/>
                </a:lnTo>
                <a:lnTo>
                  <a:pt x="721780" y="653429"/>
                </a:lnTo>
                <a:lnTo>
                  <a:pt x="845078" y="1057272"/>
                </a:lnTo>
                <a:lnTo>
                  <a:pt x="522288" y="807681"/>
                </a:lnTo>
                <a:lnTo>
                  <a:pt x="199497" y="1057272"/>
                </a:lnTo>
                <a:lnTo>
                  <a:pt x="322795" y="653429"/>
                </a:lnTo>
                <a:lnTo>
                  <a:pt x="1" y="403842"/>
                </a:lnTo>
                <a:close/>
              </a:path>
            </a:pathLst>
          </a:custGeom>
          <a:gradFill>
            <a:gsLst>
              <a:gs pos="0">
                <a:srgbClr val="6600CC"/>
              </a:gs>
              <a:gs pos="100000">
                <a:srgbClr val="E2CEF5"/>
              </a:gs>
            </a:gsLst>
            <a:path path="circle">
              <a:fillToRect l="50000" t="50000" r="50000" b="50000"/>
            </a:path>
            <a:tileRect/>
          </a:gradFill>
          <a:ln w="9525" cap="flat" cmpd="sng">
            <a:solidFill>
              <a:srgbClr val="00C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3200"/>
              <a:buFont typeface="Times New Roman" panose="02020603050405020304"/>
              <a:buNone/>
            </a:pPr>
            <a:r>
              <a:rPr lang="en-US" sz="32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1</a:t>
            </a:r>
            <a:endParaRPr lang="en-US" sz="32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3" name="Google Shape;413;p55"/>
          <p:cNvSpPr/>
          <p:nvPr/>
        </p:nvSpPr>
        <p:spPr>
          <a:xfrm>
            <a:off x="8382000" y="239712"/>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4" name="Google Shape;414;p55" descr="Large grid"/>
          <p:cNvSpPr txBox="1"/>
          <p:nvPr/>
        </p:nvSpPr>
        <p:spPr>
          <a:xfrm>
            <a:off x="1371600" y="304800"/>
            <a:ext cx="6781800" cy="554037"/>
          </a:xfrm>
          <a:prstGeom prst="rect">
            <a:avLst/>
          </a:prstGeom>
          <a:blipFill rotWithShape="1">
            <a:blip r:embed="rId1"/>
            <a:stretch>
              <a:fillRect/>
            </a:stretch>
          </a:blipFill>
          <a:ln w="28575" cap="flat" cmpd="sng">
            <a:solidFill>
              <a:srgbClr val="FF66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3000"/>
              <a:buFont typeface="Times New Roman" panose="02020603050405020304"/>
              <a:buNone/>
            </a:pPr>
            <a:r>
              <a:rPr lang="en-US" sz="3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Hãy trả lời câu hỏi sau</a:t>
            </a:r>
            <a:endParaRPr lang="en-US" sz="3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5" name="Google Shape;415;p55" descr="Dotted grid"/>
          <p:cNvSpPr/>
          <p:nvPr/>
        </p:nvSpPr>
        <p:spPr>
          <a:xfrm>
            <a:off x="838200" y="2879725"/>
            <a:ext cx="7010400" cy="3749675"/>
          </a:xfrm>
          <a:prstGeom prst="roundRect">
            <a:avLst>
              <a:gd name="adj" fmla="val 16667"/>
            </a:avLst>
          </a:prstGeom>
          <a:blipFill rotWithShape="1">
            <a:blip r:embed="rId2"/>
            <a:stretch>
              <a:fillRect/>
            </a:stretch>
          </a:blipFill>
          <a:ln w="28575" cap="flat" cmpd="sng">
            <a:solidFill>
              <a:srgbClr val="66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Các đại lượng đặc trưng của sóng là:</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Biên độ sóng</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Bước sóng: λ (m)</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Chu kì: T (s)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Tần số: f (Hz)</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Tốc độ: v (m/s)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Cường độ sóng: I (W/m</a:t>
            </a:r>
            <a:r>
              <a:rPr lang="en-US" sz="2800" b="0"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0" i="0" u="none">
                <a:solidFill>
                  <a:srgbClr val="0000CC"/>
                </a:solidFill>
                <a:latin typeface="Times New Roman" panose="02020603050405020304"/>
                <a:ea typeface="Times New Roman" panose="02020603050405020304"/>
                <a:cs typeface="Times New Roman" panose="02020603050405020304"/>
                <a:sym typeface="Times New Roman" panose="02020603050405020304"/>
              </a:rPr>
              <a:t> </a:t>
            </a:r>
            <a:endParaRPr lang="en-US" sz="2800" b="0" i="0" u="none">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16" name="Google Shape;416;p55" descr="Picture4"/>
          <p:cNvPicPr preferRelativeResize="0"/>
          <p:nvPr/>
        </p:nvPicPr>
        <p:blipFill rotWithShape="1">
          <a:blip r:embed="rId3"/>
          <a:srcRect/>
          <a:stretch>
            <a:fillRect/>
          </a:stretch>
        </p:blipFill>
        <p:spPr>
          <a:xfrm rot="720000">
            <a:off x="6919912" y="5635625"/>
            <a:ext cx="790575" cy="914400"/>
          </a:xfrm>
          <a:prstGeom prst="rect">
            <a:avLst/>
          </a:prstGeom>
          <a:noFill/>
          <a:ln>
            <a:noFill/>
          </a:ln>
        </p:spPr>
      </p:pic>
      <p:sp>
        <p:nvSpPr>
          <p:cNvPr id="417" name="Google Shape;417;p55"/>
          <p:cNvSpPr/>
          <p:nvPr/>
        </p:nvSpPr>
        <p:spPr>
          <a:xfrm>
            <a:off x="80772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1</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18" name="Google Shape;418;p55"/>
          <p:cNvSpPr/>
          <p:nvPr/>
        </p:nvSpPr>
        <p:spPr>
          <a:xfrm>
            <a:off x="80772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2</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19" name="Google Shape;419;p55"/>
          <p:cNvSpPr/>
          <p:nvPr/>
        </p:nvSpPr>
        <p:spPr>
          <a:xfrm>
            <a:off x="80772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3</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20" name="Google Shape;420;p55"/>
          <p:cNvSpPr/>
          <p:nvPr/>
        </p:nvSpPr>
        <p:spPr>
          <a:xfrm>
            <a:off x="80772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4</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21" name="Google Shape;421;p55"/>
          <p:cNvSpPr/>
          <p:nvPr/>
        </p:nvSpPr>
        <p:spPr>
          <a:xfrm>
            <a:off x="8077200" y="32004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5</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pic>
        <p:nvPicPr>
          <p:cNvPr id="422" name="Google Shape;422;p55" descr="j0234131"/>
          <p:cNvPicPr preferRelativeResize="0"/>
          <p:nvPr/>
        </p:nvPicPr>
        <p:blipFill rotWithShape="1">
          <a:blip r:embed="rId4"/>
          <a:srcRect/>
          <a:stretch>
            <a:fillRect/>
          </a:stretch>
        </p:blipFill>
        <p:spPr>
          <a:xfrm>
            <a:off x="7848600" y="4800600"/>
            <a:ext cx="838200" cy="914400"/>
          </a:xfrm>
          <a:prstGeom prst="rect">
            <a:avLst/>
          </a:prstGeom>
          <a:noFill/>
          <a:ln>
            <a:noFill/>
          </a:ln>
        </p:spPr>
      </p:pic>
      <p:sp>
        <p:nvSpPr>
          <p:cNvPr id="423" name="Google Shape;423;p55"/>
          <p:cNvSpPr/>
          <p:nvPr/>
        </p:nvSpPr>
        <p:spPr>
          <a:xfrm rot="900000">
            <a:off x="304800" y="4094162"/>
            <a:ext cx="609600" cy="381000"/>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lnTo>
                  <a:pt x="16200" y="0"/>
                </a:lnTo>
                <a:close/>
              </a:path>
              <a:path w="21600" h="21600" extrusionOk="0">
                <a:moveTo>
                  <a:pt x="1350" y="5400"/>
                </a:moveTo>
                <a:lnTo>
                  <a:pt x="1350" y="16200"/>
                </a:lnTo>
                <a:lnTo>
                  <a:pt x="2700" y="16200"/>
                </a:lnTo>
                <a:lnTo>
                  <a:pt x="2700" y="5400"/>
                </a:lnTo>
                <a:lnTo>
                  <a:pt x="1350" y="5400"/>
                </a:lnTo>
                <a:close/>
              </a:path>
              <a:path w="21600" h="21600" extrusionOk="0">
                <a:moveTo>
                  <a:pt x="0" y="5400"/>
                </a:moveTo>
                <a:lnTo>
                  <a:pt x="0" y="16200"/>
                </a:lnTo>
                <a:lnTo>
                  <a:pt x="675" y="16200"/>
                </a:lnTo>
                <a:lnTo>
                  <a:pt x="675" y="5400"/>
                </a:lnTo>
                <a:lnTo>
                  <a:pt x="0" y="5400"/>
                </a:lnTo>
                <a:close/>
              </a:path>
            </a:pathLst>
          </a:custGeom>
          <a:solidFill>
            <a:srgbClr val="FFFF00"/>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4" name="Google Shape;424;p55"/>
          <p:cNvSpPr txBox="1"/>
          <p:nvPr/>
        </p:nvSpPr>
        <p:spPr>
          <a:xfrm>
            <a:off x="609600" y="990600"/>
            <a:ext cx="8001000" cy="1754187"/>
          </a:xfrm>
          <a:prstGeom prst="rect">
            <a:avLst/>
          </a:prstGeom>
          <a:solidFill>
            <a:srgbClr val="FFFF99"/>
          </a:solidFill>
          <a:ln w="2857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3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Em hãy nêu các đại lượng đặc trưng của sóng và kí hiệu, đơn vị thường sử dụng của các đại lượng đó?</a:t>
            </a:r>
            <a:endParaRPr lang="en-US" sz="3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000" fill="hold"/>
                                        <p:tgtEl>
                                          <p:spTgt spid="413"/>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1000"/>
                                  </p:stCondLst>
                                  <p:childTnLst>
                                    <p:set>
                                      <p:cBhvr>
                                        <p:cTn id="10" dur="1" fill="hold">
                                          <p:stCondLst>
                                            <p:cond delay="0"/>
                                          </p:stCondLst>
                                        </p:cTn>
                                        <p:tgtEl>
                                          <p:spTgt spid="417"/>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1000"/>
                                  </p:stCondLst>
                                  <p:childTnLst>
                                    <p:set>
                                      <p:cBhvr>
                                        <p:cTn id="13" dur="1" fill="hold">
                                          <p:stCondLst>
                                            <p:cond delay="0"/>
                                          </p:stCondLst>
                                        </p:cTn>
                                        <p:tgtEl>
                                          <p:spTgt spid="418"/>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nodeType="afterEffect">
                                  <p:stCondLst>
                                    <p:cond delay="1000"/>
                                  </p:stCondLst>
                                  <p:childTnLst>
                                    <p:set>
                                      <p:cBhvr>
                                        <p:cTn id="16" dur="1" fill="hold">
                                          <p:stCondLst>
                                            <p:cond delay="0"/>
                                          </p:stCondLst>
                                        </p:cTn>
                                        <p:tgtEl>
                                          <p:spTgt spid="419"/>
                                        </p:tgtEl>
                                        <p:attrNameLst>
                                          <p:attrName>style.visibility</p:attrName>
                                        </p:attrNameLst>
                                      </p:cBhvr>
                                      <p:to>
                                        <p:strVal val="visible"/>
                                      </p:to>
                                    </p:set>
                                  </p:childTnLst>
                                </p:cTn>
                              </p:par>
                            </p:childTnLst>
                          </p:cTn>
                        </p:par>
                        <p:par>
                          <p:cTn id="17" fill="hold">
                            <p:stCondLst>
                              <p:cond delay="3000"/>
                            </p:stCondLst>
                            <p:childTnLst>
                              <p:par>
                                <p:cTn id="18" presetID="1" presetClass="entr" presetSubtype="0" fill="hold" nodeType="afterEffect">
                                  <p:stCondLst>
                                    <p:cond delay="1000"/>
                                  </p:stCondLst>
                                  <p:childTnLst>
                                    <p:set>
                                      <p:cBhvr>
                                        <p:cTn id="19" dur="1" fill="hold">
                                          <p:stCondLst>
                                            <p:cond delay="0"/>
                                          </p:stCondLst>
                                        </p:cTn>
                                        <p:tgtEl>
                                          <p:spTgt spid="420"/>
                                        </p:tgtEl>
                                        <p:attrNameLst>
                                          <p:attrName>style.visibility</p:attrName>
                                        </p:attrNameLst>
                                      </p:cBhvr>
                                      <p:to>
                                        <p:strVal val="visible"/>
                                      </p:to>
                                    </p:set>
                                  </p:childTnLst>
                                </p:cTn>
                              </p:par>
                            </p:childTnLst>
                          </p:cTn>
                        </p:par>
                        <p:par>
                          <p:cTn id="20" fill="hold">
                            <p:stCondLst>
                              <p:cond delay="4000"/>
                            </p:stCondLst>
                            <p:childTnLst>
                              <p:par>
                                <p:cTn id="21" presetID="1" presetClass="entr" presetSubtype="0" fill="hold" nodeType="afterEffect">
                                  <p:stCondLst>
                                    <p:cond delay="1000"/>
                                  </p:stCondLst>
                                  <p:childTnLst>
                                    <p:set>
                                      <p:cBhvr>
                                        <p:cTn id="22" dur="1" fill="hold">
                                          <p:stCondLst>
                                            <p:cond delay="0"/>
                                          </p:stCondLst>
                                        </p:cTn>
                                        <p:tgtEl>
                                          <p:spTgt spid="4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6"/>
                                        </p:tgtEl>
                                        <p:attrNameLst>
                                          <p:attrName>style.visibility</p:attrName>
                                        </p:attrNameLst>
                                      </p:cBhvr>
                                      <p:to>
                                        <p:strVal val="visible"/>
                                      </p:to>
                                    </p:set>
                                    <p:animEffect transition="in" filter="fade">
                                      <p:cBhvr>
                                        <p:cTn id="27" dur="2000"/>
                                        <p:tgtEl>
                                          <p:spTgt spid="416"/>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415"/>
                                        </p:tgtEl>
                                        <p:attrNameLst>
                                          <p:attrName>style.visibility</p:attrName>
                                        </p:attrNameLst>
                                      </p:cBhvr>
                                      <p:to>
                                        <p:strVal val="visible"/>
                                      </p:to>
                                    </p:set>
                                    <p:anim calcmode="lin" valueType="num">
                                      <p:cBhvr additive="base">
                                        <p:cTn id="32" dur="500"/>
                                        <p:tgtEl>
                                          <p:spTgt spid="415"/>
                                        </p:tgtEl>
                                        <p:attrNameLst>
                                          <p:attrName>ppt_w</p:attrName>
                                        </p:attrNameLst>
                                      </p:cBhvr>
                                      <p:tavLst>
                                        <p:tav tm="0" fmla="">
                                          <p:val>
                                            <p:fltVal val="0"/>
                                          </p:val>
                                        </p:tav>
                                        <p:tav tm="100000" fmla="">
                                          <p:val>
                                            <p:strVal val="#ppt_w"/>
                                          </p:val>
                                        </p:tav>
                                      </p:tavLst>
                                    </p:anim>
                                    <p:anim calcmode="lin" valueType="num">
                                      <p:cBhvr additive="base">
                                        <p:cTn id="33" dur="500"/>
                                        <p:tgtEl>
                                          <p:spTgt spid="415"/>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28" name="Shape 428"/>
        <p:cNvGrpSpPr/>
        <p:nvPr/>
      </p:nvGrpSpPr>
      <p:grpSpPr>
        <a:xfrm>
          <a:off x="0" y="0"/>
          <a:ext cx="0" cy="0"/>
          <a:chOff x="0" y="0"/>
          <a:chExt cx="0" cy="0"/>
        </a:xfrm>
      </p:grpSpPr>
      <p:sp>
        <p:nvSpPr>
          <p:cNvPr id="429" name="Google Shape;429;p56"/>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430" name="Google Shape;430;p56"/>
          <p:cNvSpPr/>
          <p:nvPr/>
        </p:nvSpPr>
        <p:spPr>
          <a:xfrm>
            <a:off x="8305800" y="6096000"/>
            <a:ext cx="390525" cy="428625"/>
          </a:xfrm>
          <a:custGeom>
            <a:avLst/>
            <a:gdLst/>
            <a:ahLst/>
            <a:cxnLst/>
            <a:rect l="l" t="t" r="r" b="b"/>
            <a:pathLst>
              <a:path w="120000" h="120000" extrusionOk="0">
                <a:moveTo>
                  <a:pt x="0" y="0"/>
                </a:moveTo>
                <a:lnTo>
                  <a:pt x="120000" y="0"/>
                </a:lnTo>
                <a:lnTo>
                  <a:pt x="120000" y="120000"/>
                </a:lnTo>
                <a:lnTo>
                  <a:pt x="0" y="120000"/>
                </a:lnTo>
                <a:close/>
                <a:moveTo>
                  <a:pt x="105000" y="39500"/>
                </a:moveTo>
                <a:lnTo>
                  <a:pt x="82500" y="19000"/>
                </a:lnTo>
                <a:lnTo>
                  <a:pt x="60000" y="39500"/>
                </a:lnTo>
                <a:lnTo>
                  <a:pt x="71250" y="39500"/>
                </a:lnTo>
                <a:lnTo>
                  <a:pt x="71250" y="70250"/>
                </a:lnTo>
                <a:cubicBezTo>
                  <a:pt x="71250" y="75911"/>
                  <a:pt x="66213" y="80500"/>
                  <a:pt x="60000" y="80500"/>
                </a:cubicBezTo>
                <a:lnTo>
                  <a:pt x="48750" y="80500"/>
                </a:lnTo>
                <a:cubicBezTo>
                  <a:pt x="42537" y="80500"/>
                  <a:pt x="37500" y="75911"/>
                  <a:pt x="37500" y="70250"/>
                </a:cubicBezTo>
                <a:lnTo>
                  <a:pt x="37500" y="39500"/>
                </a:lnTo>
                <a:lnTo>
                  <a:pt x="15000" y="39500"/>
                </a:lnTo>
                <a:lnTo>
                  <a:pt x="15000" y="70250"/>
                </a:lnTo>
                <a:cubicBezTo>
                  <a:pt x="15000" y="87233"/>
                  <a:pt x="30110" y="101000"/>
                  <a:pt x="48750" y="101000"/>
                </a:cubicBezTo>
                <a:lnTo>
                  <a:pt x="60000" y="101000"/>
                </a:lnTo>
                <a:cubicBezTo>
                  <a:pt x="78640" y="101000"/>
                  <a:pt x="93750" y="87233"/>
                  <a:pt x="93750" y="70250"/>
                </a:cubicBezTo>
                <a:lnTo>
                  <a:pt x="93750" y="39500"/>
                </a:lnTo>
                <a:close/>
              </a:path>
              <a:path w="120000" h="120000" fill="darken" extrusionOk="0">
                <a:moveTo>
                  <a:pt x="105000" y="39500"/>
                </a:moveTo>
                <a:lnTo>
                  <a:pt x="82500" y="19000"/>
                </a:lnTo>
                <a:lnTo>
                  <a:pt x="60000" y="39500"/>
                </a:lnTo>
                <a:lnTo>
                  <a:pt x="71250" y="39500"/>
                </a:lnTo>
                <a:lnTo>
                  <a:pt x="71250" y="70250"/>
                </a:lnTo>
                <a:cubicBezTo>
                  <a:pt x="71250" y="75911"/>
                  <a:pt x="66213" y="80500"/>
                  <a:pt x="60000" y="80500"/>
                </a:cubicBezTo>
                <a:lnTo>
                  <a:pt x="48750" y="80500"/>
                </a:lnTo>
                <a:cubicBezTo>
                  <a:pt x="42537" y="80500"/>
                  <a:pt x="37500" y="75911"/>
                  <a:pt x="37500" y="70250"/>
                </a:cubicBezTo>
                <a:lnTo>
                  <a:pt x="37500" y="39500"/>
                </a:lnTo>
                <a:lnTo>
                  <a:pt x="15000" y="39500"/>
                </a:lnTo>
                <a:lnTo>
                  <a:pt x="15000" y="70250"/>
                </a:lnTo>
                <a:cubicBezTo>
                  <a:pt x="15000" y="87233"/>
                  <a:pt x="30110" y="101000"/>
                  <a:pt x="48750" y="101000"/>
                </a:cubicBezTo>
                <a:lnTo>
                  <a:pt x="60000" y="101000"/>
                </a:lnTo>
                <a:cubicBezTo>
                  <a:pt x="78640" y="101000"/>
                  <a:pt x="93750" y="87233"/>
                  <a:pt x="93750" y="70250"/>
                </a:cubicBezTo>
                <a:lnTo>
                  <a:pt x="93750" y="39500"/>
                </a:lnTo>
                <a:close/>
              </a:path>
              <a:path w="120000" h="120000" fill="none" extrusionOk="0">
                <a:moveTo>
                  <a:pt x="105000" y="39500"/>
                </a:moveTo>
                <a:lnTo>
                  <a:pt x="93750" y="39500"/>
                </a:lnTo>
                <a:lnTo>
                  <a:pt x="93750" y="70250"/>
                </a:lnTo>
                <a:lnTo>
                  <a:pt x="93750" y="70250"/>
                </a:lnTo>
                <a:cubicBezTo>
                  <a:pt x="93750" y="87233"/>
                  <a:pt x="78640" y="101000"/>
                  <a:pt x="60000" y="101000"/>
                </a:cubicBezTo>
                <a:lnTo>
                  <a:pt x="48750" y="101000"/>
                </a:lnTo>
                <a:cubicBezTo>
                  <a:pt x="30110" y="101000"/>
                  <a:pt x="15000" y="87233"/>
                  <a:pt x="15000" y="70250"/>
                </a:cubicBezTo>
                <a:lnTo>
                  <a:pt x="15000" y="39500"/>
                </a:lnTo>
                <a:lnTo>
                  <a:pt x="37500" y="39500"/>
                </a:lnTo>
                <a:lnTo>
                  <a:pt x="37500" y="70250"/>
                </a:lnTo>
                <a:cubicBezTo>
                  <a:pt x="37500" y="75911"/>
                  <a:pt x="42537" y="80500"/>
                  <a:pt x="48750" y="80500"/>
                </a:cubicBezTo>
                <a:lnTo>
                  <a:pt x="60000" y="80500"/>
                </a:lnTo>
                <a:cubicBezTo>
                  <a:pt x="66213" y="80500"/>
                  <a:pt x="71250" y="75911"/>
                  <a:pt x="71250" y="70250"/>
                </a:cubicBezTo>
                <a:lnTo>
                  <a:pt x="71250" y="39500"/>
                </a:lnTo>
                <a:lnTo>
                  <a:pt x="60000" y="39500"/>
                </a:lnTo>
                <a:lnTo>
                  <a:pt x="82500" y="19000"/>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1" name="Google Shape;431;p56"/>
          <p:cNvSpPr/>
          <p:nvPr/>
        </p:nvSpPr>
        <p:spPr>
          <a:xfrm>
            <a:off x="0" y="0"/>
            <a:ext cx="1306512" cy="1196975"/>
          </a:xfrm>
          <a:custGeom>
            <a:avLst/>
            <a:gdLst/>
            <a:ahLst/>
            <a:cxnLst/>
            <a:rect l="l" t="t" r="r" b="b"/>
            <a:pathLst>
              <a:path w="1306513" h="1196975" extrusionOk="0">
                <a:moveTo>
                  <a:pt x="1" y="457203"/>
                </a:moveTo>
                <a:lnTo>
                  <a:pt x="499046" y="457206"/>
                </a:lnTo>
                <a:lnTo>
                  <a:pt x="653257" y="0"/>
                </a:lnTo>
                <a:lnTo>
                  <a:pt x="807467" y="457206"/>
                </a:lnTo>
                <a:lnTo>
                  <a:pt x="1306512" y="457203"/>
                </a:lnTo>
                <a:lnTo>
                  <a:pt x="902774" y="739768"/>
                </a:lnTo>
                <a:lnTo>
                  <a:pt x="1056990" y="1196972"/>
                </a:lnTo>
                <a:lnTo>
                  <a:pt x="653257" y="914401"/>
                </a:lnTo>
                <a:lnTo>
                  <a:pt x="249523" y="1196972"/>
                </a:lnTo>
                <a:lnTo>
                  <a:pt x="403739" y="739768"/>
                </a:lnTo>
                <a:lnTo>
                  <a:pt x="1" y="457203"/>
                </a:lnTo>
                <a:close/>
              </a:path>
            </a:pathLst>
          </a:custGeom>
          <a:gradFill>
            <a:gsLst>
              <a:gs pos="0">
                <a:srgbClr val="009900"/>
              </a:gs>
              <a:gs pos="100000">
                <a:srgbClr val="D7EFD7"/>
              </a:gs>
            </a:gsLst>
            <a:path path="circle">
              <a:fillToRect l="50000" t="50000" r="50000" b="50000"/>
            </a:path>
            <a:tileRect/>
          </a:grad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3200"/>
              <a:buFont typeface="Times New Roman" panose="02020603050405020304"/>
              <a:buNone/>
            </a:pPr>
            <a:r>
              <a:rPr lang="en-US" sz="32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4</a:t>
            </a:r>
            <a:endParaRPr lang="en-US" sz="32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2" name="Google Shape;432;p56"/>
          <p:cNvSpPr/>
          <p:nvPr/>
        </p:nvSpPr>
        <p:spPr>
          <a:xfrm>
            <a:off x="8447087" y="228600"/>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3" name="Google Shape;433;p56"/>
          <p:cNvSpPr/>
          <p:nvPr/>
        </p:nvSpPr>
        <p:spPr>
          <a:xfrm rot="900000">
            <a:off x="74612" y="2936875"/>
            <a:ext cx="609600" cy="381000"/>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lnTo>
                  <a:pt x="16200" y="0"/>
                </a:lnTo>
                <a:close/>
              </a:path>
              <a:path w="21600" h="21600" extrusionOk="0">
                <a:moveTo>
                  <a:pt x="1350" y="5400"/>
                </a:moveTo>
                <a:lnTo>
                  <a:pt x="1350" y="16200"/>
                </a:lnTo>
                <a:lnTo>
                  <a:pt x="2700" y="16200"/>
                </a:lnTo>
                <a:lnTo>
                  <a:pt x="2700" y="5400"/>
                </a:lnTo>
                <a:lnTo>
                  <a:pt x="1350" y="5400"/>
                </a:lnTo>
                <a:close/>
              </a:path>
              <a:path w="21600" h="21600" extrusionOk="0">
                <a:moveTo>
                  <a:pt x="0" y="5400"/>
                </a:moveTo>
                <a:lnTo>
                  <a:pt x="0" y="16200"/>
                </a:lnTo>
                <a:lnTo>
                  <a:pt x="675" y="16200"/>
                </a:lnTo>
                <a:lnTo>
                  <a:pt x="675" y="5400"/>
                </a:lnTo>
                <a:lnTo>
                  <a:pt x="0" y="5400"/>
                </a:lnTo>
                <a:close/>
              </a:path>
            </a:pathLst>
          </a:custGeom>
          <a:solidFill>
            <a:srgbClr val="FFFF00"/>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4" name="Google Shape;434;p56"/>
          <p:cNvSpPr txBox="1"/>
          <p:nvPr/>
        </p:nvSpPr>
        <p:spPr>
          <a:xfrm>
            <a:off x="796925" y="793750"/>
            <a:ext cx="7508875" cy="1662112"/>
          </a:xfrm>
          <a:prstGeom prst="rect">
            <a:avLst/>
          </a:prstGeom>
          <a:solidFill>
            <a:srgbClr val="FFFF99"/>
          </a:solidFill>
          <a:ln w="28575"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3000"/>
              <a:buFont typeface="Times New Roman" panose="02020603050405020304"/>
              <a:buNone/>
            </a:pPr>
            <a:r>
              <a:rPr lang="en-US" sz="3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3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Em hãy viết công thức xác định vị trí vân sáng, vân tối trong hiện tượng giao thoa ánh sáng?</a:t>
            </a:r>
            <a:endParaRPr lang="en-US" sz="3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35" name="Google Shape;435;p56" descr="Picture4"/>
          <p:cNvPicPr preferRelativeResize="0"/>
          <p:nvPr/>
        </p:nvPicPr>
        <p:blipFill rotWithShape="1">
          <a:blip r:embed="rId1"/>
          <a:srcRect/>
          <a:stretch>
            <a:fillRect/>
          </a:stretch>
        </p:blipFill>
        <p:spPr>
          <a:xfrm rot="720000">
            <a:off x="6605587" y="5853112"/>
            <a:ext cx="790575" cy="914400"/>
          </a:xfrm>
          <a:prstGeom prst="rect">
            <a:avLst/>
          </a:prstGeom>
          <a:noFill/>
          <a:ln>
            <a:noFill/>
          </a:ln>
        </p:spPr>
      </p:pic>
      <p:sp>
        <p:nvSpPr>
          <p:cNvPr id="436" name="Google Shape;436;p56"/>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1</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37" name="Google Shape;437;p56"/>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2</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38" name="Google Shape;438;p56"/>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3</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39" name="Google Shape;439;p56"/>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4</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40" name="Google Shape;440;p56"/>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5</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pic>
        <p:nvPicPr>
          <p:cNvPr id="441" name="Google Shape;441;p56" descr="j0234131"/>
          <p:cNvPicPr preferRelativeResize="0"/>
          <p:nvPr/>
        </p:nvPicPr>
        <p:blipFill rotWithShape="1">
          <a:blip r:embed="rId2"/>
          <a:srcRect/>
          <a:stretch>
            <a:fillRect/>
          </a:stretch>
        </p:blipFill>
        <p:spPr>
          <a:xfrm>
            <a:off x="7583487" y="5043487"/>
            <a:ext cx="838200" cy="914400"/>
          </a:xfrm>
          <a:prstGeom prst="rect">
            <a:avLst/>
          </a:prstGeom>
          <a:noFill/>
          <a:ln>
            <a:noFill/>
          </a:ln>
        </p:spPr>
      </p:pic>
      <p:grpSp>
        <p:nvGrpSpPr>
          <p:cNvPr id="442" name="Google Shape;442;p56"/>
          <p:cNvGrpSpPr/>
          <p:nvPr/>
        </p:nvGrpSpPr>
        <p:grpSpPr>
          <a:xfrm>
            <a:off x="407987" y="3303587"/>
            <a:ext cx="6858000" cy="2562225"/>
            <a:chOff x="533400" y="3394364"/>
            <a:chExt cx="6858000" cy="2563404"/>
          </a:xfrm>
        </p:grpSpPr>
        <p:sp>
          <p:nvSpPr>
            <p:cNvPr id="443" name="Google Shape;443;p56" descr="Dotted grid"/>
            <p:cNvSpPr/>
            <p:nvPr/>
          </p:nvSpPr>
          <p:spPr>
            <a:xfrm>
              <a:off x="533400" y="3394364"/>
              <a:ext cx="6858000" cy="2563404"/>
            </a:xfrm>
            <a:prstGeom prst="roundRect">
              <a:avLst>
                <a:gd name="adj" fmla="val 16667"/>
              </a:avLst>
            </a:prstGeom>
            <a:blipFill rotWithShape="1">
              <a:blip r:embed="rId3"/>
              <a:stretch>
                <a:fillRect/>
              </a:stretch>
            </a:blipFill>
            <a:ln w="28575" cap="flat" cmpd="sng">
              <a:solidFill>
                <a:srgbClr val="66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Công thức xác định vị trí vân sáng, </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vân tối:</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endParaRPr sz="2800" b="0" i="0" u="none">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rgbClr val="0000CC"/>
                </a:buClr>
                <a:buSzPts val="2800"/>
                <a:buFont typeface="Times New Roman" panose="02020603050405020304"/>
                <a:buNone/>
              </a:pPr>
              <a:r>
                <a:rPr lang="en-US" sz="2800" b="0" i="0" u="none">
                  <a:solidFill>
                    <a:srgbClr val="0000CC"/>
                  </a:solidFill>
                  <a:latin typeface="Times New Roman" panose="02020603050405020304"/>
                  <a:ea typeface="Times New Roman" panose="02020603050405020304"/>
                  <a:cs typeface="Times New Roman" panose="02020603050405020304"/>
                  <a:sym typeface="Times New Roman" panose="02020603050405020304"/>
                </a:rPr>
                <a:t> </a:t>
              </a:r>
              <a:endParaRPr lang="en-US" sz="2800" b="0" i="0" u="none">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44" name="Google Shape;444;p56"/>
            <p:cNvPicPr preferRelativeResize="0"/>
            <p:nvPr/>
          </p:nvPicPr>
          <p:blipFill rotWithShape="1">
            <a:blip r:embed="rId4"/>
            <a:srcRect/>
            <a:stretch>
              <a:fillRect/>
            </a:stretch>
          </p:blipFill>
          <p:spPr>
            <a:xfrm>
              <a:off x="1313440" y="4614114"/>
              <a:ext cx="4812845" cy="110088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000" fill="hold"/>
                                        <p:tgtEl>
                                          <p:spTgt spid="432"/>
                                        </p:tgtEl>
                                        <p:attrNameLst>
                                          <p:attrName>r</p:attrName>
                                        </p:attrNameLst>
                                      </p:cBhvr>
                                    </p:animRot>
                                  </p:childTnLst>
                                </p:cTn>
                              </p:par>
                              <p:par>
                                <p:cTn id="7" presetID="10" presetClass="entr" presetSubtype="0" fill="hold" nodeType="withEffect">
                                  <p:stCondLst>
                                    <p:cond delay="0"/>
                                  </p:stCondLst>
                                  <p:childTnLst>
                                    <p:set>
                                      <p:cBhvr>
                                        <p:cTn id="8" dur="1" fill="hold">
                                          <p:stCondLst>
                                            <p:cond delay="0"/>
                                          </p:stCondLst>
                                        </p:cTn>
                                        <p:tgtEl>
                                          <p:spTgt spid="431"/>
                                        </p:tgtEl>
                                        <p:attrNameLst>
                                          <p:attrName>style.visibility</p:attrName>
                                        </p:attrNameLst>
                                      </p:cBhvr>
                                      <p:to>
                                        <p:strVal val="visible"/>
                                      </p:to>
                                    </p:set>
                                    <p:animEffect transition="in" filter="fade">
                                      <p:cBhvr>
                                        <p:cTn id="9" dur="5000"/>
                                        <p:tgtEl>
                                          <p:spTgt spid="431"/>
                                        </p:tgtEl>
                                      </p:cBhvr>
                                    </p:animEffect>
                                  </p:childTnLst>
                                </p:cTn>
                              </p:par>
                            </p:childTnLst>
                          </p:cTn>
                        </p:par>
                        <p:par>
                          <p:cTn id="10" fill="hold">
                            <p:stCondLst>
                              <p:cond delay="2000"/>
                            </p:stCondLst>
                            <p:childTnLst>
                              <p:par>
                                <p:cTn id="11" presetID="23" presetClass="entr" presetSubtype="16" fill="hold" nodeType="afterEffect">
                                  <p:stCondLst>
                                    <p:cond delay="0"/>
                                  </p:stCondLst>
                                  <p:childTnLst>
                                    <p:set>
                                      <p:cBhvr>
                                        <p:cTn id="12" dur="1" fill="hold">
                                          <p:stCondLst>
                                            <p:cond delay="0"/>
                                          </p:stCondLst>
                                        </p:cTn>
                                        <p:tgtEl>
                                          <p:spTgt spid="431"/>
                                        </p:tgtEl>
                                        <p:attrNameLst>
                                          <p:attrName>style.visibility</p:attrName>
                                        </p:attrNameLst>
                                      </p:cBhvr>
                                      <p:to>
                                        <p:strVal val="visible"/>
                                      </p:to>
                                    </p:set>
                                    <p:anim calcmode="lin" valueType="num">
                                      <p:cBhvr additive="base">
                                        <p:cTn id="13" dur="500"/>
                                        <p:tgtEl>
                                          <p:spTgt spid="431"/>
                                        </p:tgtEl>
                                        <p:attrNameLst>
                                          <p:attrName>ppt_w</p:attrName>
                                        </p:attrNameLst>
                                      </p:cBhvr>
                                      <p:tavLst>
                                        <p:tav tm="0" fmla="">
                                          <p:val>
                                            <p:fltVal val="0"/>
                                          </p:val>
                                        </p:tav>
                                        <p:tav tm="100000" fmla="">
                                          <p:val>
                                            <p:strVal val="#ppt_w"/>
                                          </p:val>
                                        </p:tav>
                                      </p:tavLst>
                                    </p:anim>
                                    <p:anim calcmode="lin" valueType="num">
                                      <p:cBhvr additive="base">
                                        <p:cTn id="14" dur="500"/>
                                        <p:tgtEl>
                                          <p:spTgt spid="431"/>
                                        </p:tgtEl>
                                        <p:attrNameLst>
                                          <p:attrName>ppt_h</p:attrName>
                                        </p:attrNameLst>
                                      </p:cBhvr>
                                      <p:tavLst>
                                        <p:tav tm="0" fmla="">
                                          <p:val>
                                            <p:fltVal val="0"/>
                                          </p:val>
                                        </p:tav>
                                        <p:tav tm="100000" fmla="">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1000"/>
                                  </p:stCondLst>
                                  <p:childTnLst>
                                    <p:set>
                                      <p:cBhvr>
                                        <p:cTn id="18" dur="1" fill="hold">
                                          <p:stCondLst>
                                            <p:cond delay="0"/>
                                          </p:stCondLst>
                                        </p:cTn>
                                        <p:tgtEl>
                                          <p:spTgt spid="436"/>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nodeType="afterEffect">
                                  <p:stCondLst>
                                    <p:cond delay="1300"/>
                                  </p:stCondLst>
                                  <p:childTnLst>
                                    <p:set>
                                      <p:cBhvr>
                                        <p:cTn id="21" dur="1" fill="hold">
                                          <p:stCondLst>
                                            <p:cond delay="0"/>
                                          </p:stCondLst>
                                        </p:cTn>
                                        <p:tgtEl>
                                          <p:spTgt spid="437"/>
                                        </p:tgtEl>
                                        <p:attrNameLst>
                                          <p:attrName>style.visibility</p:attrName>
                                        </p:attrNameLst>
                                      </p:cBhvr>
                                      <p:to>
                                        <p:strVal val="visible"/>
                                      </p:to>
                                    </p:set>
                                  </p:childTnLst>
                                </p:cTn>
                              </p:par>
                            </p:childTnLst>
                          </p:cTn>
                        </p:par>
                        <p:par>
                          <p:cTn id="22" fill="hold">
                            <p:stCondLst>
                              <p:cond delay="2300"/>
                            </p:stCondLst>
                            <p:childTnLst>
                              <p:par>
                                <p:cTn id="23" presetID="1" presetClass="entr" presetSubtype="0" fill="hold" nodeType="afterEffect">
                                  <p:stCondLst>
                                    <p:cond delay="2600"/>
                                  </p:stCondLst>
                                  <p:childTnLst>
                                    <p:set>
                                      <p:cBhvr>
                                        <p:cTn id="24" dur="1" fill="hold">
                                          <p:stCondLst>
                                            <p:cond delay="0"/>
                                          </p:stCondLst>
                                        </p:cTn>
                                        <p:tgtEl>
                                          <p:spTgt spid="438"/>
                                        </p:tgtEl>
                                        <p:attrNameLst>
                                          <p:attrName>style.visibility</p:attrName>
                                        </p:attrNameLst>
                                      </p:cBhvr>
                                      <p:to>
                                        <p:strVal val="visible"/>
                                      </p:to>
                                    </p:set>
                                  </p:childTnLst>
                                </p:cTn>
                              </p:par>
                            </p:childTnLst>
                          </p:cTn>
                        </p:par>
                        <p:par>
                          <p:cTn id="25" fill="hold">
                            <p:stCondLst>
                              <p:cond delay="4900"/>
                            </p:stCondLst>
                            <p:childTnLst>
                              <p:par>
                                <p:cTn id="26" presetID="1" presetClass="entr" presetSubtype="0" fill="hold" nodeType="afterEffect">
                                  <p:stCondLst>
                                    <p:cond delay="1200"/>
                                  </p:stCondLst>
                                  <p:childTnLst>
                                    <p:set>
                                      <p:cBhvr>
                                        <p:cTn id="27" dur="1" fill="hold">
                                          <p:stCondLst>
                                            <p:cond delay="0"/>
                                          </p:stCondLst>
                                        </p:cTn>
                                        <p:tgtEl>
                                          <p:spTgt spid="439"/>
                                        </p:tgtEl>
                                        <p:attrNameLst>
                                          <p:attrName>style.visibility</p:attrName>
                                        </p:attrNameLst>
                                      </p:cBhvr>
                                      <p:to>
                                        <p:strVal val="visible"/>
                                      </p:to>
                                    </p:set>
                                  </p:childTnLst>
                                </p:cTn>
                              </p:par>
                            </p:childTnLst>
                          </p:cTn>
                        </p:par>
                        <p:par>
                          <p:cTn id="28" fill="hold">
                            <p:stCondLst>
                              <p:cond delay="6100"/>
                            </p:stCondLst>
                            <p:childTnLst>
                              <p:par>
                                <p:cTn id="29" presetID="1" presetClass="entr" presetSubtype="0" fill="hold" nodeType="afterEffect">
                                  <p:stCondLst>
                                    <p:cond delay="1000"/>
                                  </p:stCondLst>
                                  <p:childTnLst>
                                    <p:set>
                                      <p:cBhvr>
                                        <p:cTn id="30" dur="1" fill="hold">
                                          <p:stCondLst>
                                            <p:cond delay="0"/>
                                          </p:stCondLst>
                                        </p:cTn>
                                        <p:tgtEl>
                                          <p:spTgt spid="4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35"/>
                                        </p:tgtEl>
                                        <p:attrNameLst>
                                          <p:attrName>style.visibility</p:attrName>
                                        </p:attrNameLst>
                                      </p:cBhvr>
                                      <p:to>
                                        <p:strVal val="visible"/>
                                      </p:to>
                                    </p:set>
                                    <p:animEffect transition="in" filter="fade">
                                      <p:cBhvr>
                                        <p:cTn id="35" dur="20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48" name="Shape 448"/>
        <p:cNvGrpSpPr/>
        <p:nvPr/>
      </p:nvGrpSpPr>
      <p:grpSpPr>
        <a:xfrm>
          <a:off x="0" y="0"/>
          <a:ext cx="0" cy="0"/>
          <a:chOff x="0" y="0"/>
          <a:chExt cx="0" cy="0"/>
        </a:xfrm>
      </p:grpSpPr>
      <p:sp>
        <p:nvSpPr>
          <p:cNvPr id="449" name="Google Shape;449;p57"/>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450" name="Google Shape;450;p57"/>
          <p:cNvSpPr/>
          <p:nvPr/>
        </p:nvSpPr>
        <p:spPr>
          <a:xfrm>
            <a:off x="0" y="0"/>
            <a:ext cx="1025525" cy="1225550"/>
          </a:xfrm>
          <a:custGeom>
            <a:avLst/>
            <a:gdLst/>
            <a:ahLst/>
            <a:cxnLst/>
            <a:rect l="l" t="t" r="r" b="b"/>
            <a:pathLst>
              <a:path w="1025525" h="1225550" extrusionOk="0">
                <a:moveTo>
                  <a:pt x="1" y="468117"/>
                </a:moveTo>
                <a:lnTo>
                  <a:pt x="391718" y="468121"/>
                </a:lnTo>
                <a:lnTo>
                  <a:pt x="512763" y="0"/>
                </a:lnTo>
                <a:lnTo>
                  <a:pt x="633807" y="468121"/>
                </a:lnTo>
                <a:lnTo>
                  <a:pt x="1025524" y="468117"/>
                </a:lnTo>
                <a:lnTo>
                  <a:pt x="708617" y="757428"/>
                </a:lnTo>
                <a:lnTo>
                  <a:pt x="829666" y="1225547"/>
                </a:lnTo>
                <a:lnTo>
                  <a:pt x="512763" y="936230"/>
                </a:lnTo>
                <a:lnTo>
                  <a:pt x="195859" y="1225547"/>
                </a:lnTo>
                <a:lnTo>
                  <a:pt x="316908" y="757428"/>
                </a:lnTo>
                <a:lnTo>
                  <a:pt x="1" y="468117"/>
                </a:lnTo>
                <a:close/>
              </a:path>
            </a:pathLst>
          </a:custGeom>
          <a:gradFill>
            <a:gsLst>
              <a:gs pos="0">
                <a:srgbClr val="660066"/>
              </a:gs>
              <a:gs pos="100000">
                <a:srgbClr val="00FFFF"/>
              </a:gs>
            </a:gsLst>
            <a:path path="circle">
              <a:fillToRect l="50000" t="50000" r="50000" b="50000"/>
            </a:path>
            <a:tileRect/>
          </a:gradFill>
          <a:ln w="9525" cap="flat" cmpd="sng">
            <a:solidFill>
              <a:schemeClr va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66"/>
              </a:buClr>
              <a:buSzPts val="3200"/>
              <a:buFont typeface="Times New Roman" panose="02020603050405020304"/>
              <a:buNone/>
            </a:pPr>
            <a:r>
              <a:rPr lang="en-US" sz="3200" b="1" i="0" u="none">
                <a:solidFill>
                  <a:srgbClr val="FF0066"/>
                </a:solidFill>
                <a:latin typeface="Times New Roman" panose="02020603050405020304"/>
                <a:ea typeface="Times New Roman" panose="02020603050405020304"/>
                <a:cs typeface="Times New Roman" panose="02020603050405020304"/>
                <a:sym typeface="Times New Roman" panose="02020603050405020304"/>
              </a:rPr>
              <a:t>2</a:t>
            </a:r>
            <a:endParaRPr lang="en-US" sz="3200" b="1" i="0" u="none">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1" name="Google Shape;451;p57"/>
          <p:cNvSpPr/>
          <p:nvPr/>
        </p:nvSpPr>
        <p:spPr>
          <a:xfrm>
            <a:off x="8305800" y="6324600"/>
            <a:ext cx="393700" cy="428625"/>
          </a:xfrm>
          <a:custGeom>
            <a:avLst/>
            <a:gdLst/>
            <a:ahLst/>
            <a:cxnLst/>
            <a:rect l="l" t="t" r="r" b="b"/>
            <a:pathLst>
              <a:path w="120000" h="120000" extrusionOk="0">
                <a:moveTo>
                  <a:pt x="0" y="0"/>
                </a:moveTo>
                <a:lnTo>
                  <a:pt x="120000" y="0"/>
                </a:lnTo>
                <a:lnTo>
                  <a:pt x="120000" y="120000"/>
                </a:lnTo>
                <a:lnTo>
                  <a:pt x="0" y="120000"/>
                </a:lnTo>
                <a:close/>
                <a:moveTo>
                  <a:pt x="105000" y="39333"/>
                </a:moveTo>
                <a:lnTo>
                  <a:pt x="82500" y="18667"/>
                </a:lnTo>
                <a:lnTo>
                  <a:pt x="60000" y="39333"/>
                </a:lnTo>
                <a:lnTo>
                  <a:pt x="71250" y="39333"/>
                </a:lnTo>
                <a:lnTo>
                  <a:pt x="71250" y="70333"/>
                </a:lnTo>
                <a:cubicBezTo>
                  <a:pt x="71250" y="76040"/>
                  <a:pt x="66213" y="80667"/>
                  <a:pt x="60000" y="80667"/>
                </a:cubicBezTo>
                <a:lnTo>
                  <a:pt x="48750" y="80667"/>
                </a:lnTo>
                <a:cubicBezTo>
                  <a:pt x="42537" y="80667"/>
                  <a:pt x="37500" y="76040"/>
                  <a:pt x="37500" y="70333"/>
                </a:cubicBezTo>
                <a:lnTo>
                  <a:pt x="37500" y="39333"/>
                </a:lnTo>
                <a:lnTo>
                  <a:pt x="15000" y="39333"/>
                </a:lnTo>
                <a:lnTo>
                  <a:pt x="15000" y="70333"/>
                </a:lnTo>
                <a:cubicBezTo>
                  <a:pt x="15000" y="87454"/>
                  <a:pt x="30110" y="101333"/>
                  <a:pt x="48750" y="101333"/>
                </a:cubicBezTo>
                <a:lnTo>
                  <a:pt x="60000" y="101333"/>
                </a:lnTo>
                <a:cubicBezTo>
                  <a:pt x="78640" y="101333"/>
                  <a:pt x="93750" y="87454"/>
                  <a:pt x="93750" y="70333"/>
                </a:cubicBezTo>
                <a:lnTo>
                  <a:pt x="93750" y="39333"/>
                </a:lnTo>
                <a:close/>
              </a:path>
              <a:path w="120000" h="120000" fill="darken" extrusionOk="0">
                <a:moveTo>
                  <a:pt x="105000" y="39333"/>
                </a:moveTo>
                <a:lnTo>
                  <a:pt x="82500" y="18667"/>
                </a:lnTo>
                <a:lnTo>
                  <a:pt x="60000" y="39333"/>
                </a:lnTo>
                <a:lnTo>
                  <a:pt x="71250" y="39333"/>
                </a:lnTo>
                <a:lnTo>
                  <a:pt x="71250" y="70333"/>
                </a:lnTo>
                <a:cubicBezTo>
                  <a:pt x="71250" y="76040"/>
                  <a:pt x="66213" y="80667"/>
                  <a:pt x="60000" y="80667"/>
                </a:cubicBezTo>
                <a:lnTo>
                  <a:pt x="48750" y="80667"/>
                </a:lnTo>
                <a:cubicBezTo>
                  <a:pt x="42537" y="80667"/>
                  <a:pt x="37500" y="76040"/>
                  <a:pt x="37500" y="70333"/>
                </a:cubicBezTo>
                <a:lnTo>
                  <a:pt x="37500" y="39333"/>
                </a:lnTo>
                <a:lnTo>
                  <a:pt x="15000" y="39333"/>
                </a:lnTo>
                <a:lnTo>
                  <a:pt x="15000" y="70333"/>
                </a:lnTo>
                <a:cubicBezTo>
                  <a:pt x="15000" y="87454"/>
                  <a:pt x="30110" y="101333"/>
                  <a:pt x="48750" y="101333"/>
                </a:cubicBezTo>
                <a:lnTo>
                  <a:pt x="60000" y="101333"/>
                </a:lnTo>
                <a:cubicBezTo>
                  <a:pt x="78640" y="101333"/>
                  <a:pt x="93750" y="87454"/>
                  <a:pt x="93750" y="70333"/>
                </a:cubicBezTo>
                <a:lnTo>
                  <a:pt x="93750" y="39333"/>
                </a:lnTo>
                <a:close/>
              </a:path>
              <a:path w="120000" h="120000" fill="none" extrusionOk="0">
                <a:moveTo>
                  <a:pt x="105000" y="39333"/>
                </a:moveTo>
                <a:lnTo>
                  <a:pt x="93750" y="39333"/>
                </a:lnTo>
                <a:lnTo>
                  <a:pt x="93750" y="70333"/>
                </a:lnTo>
                <a:cubicBezTo>
                  <a:pt x="93750" y="87454"/>
                  <a:pt x="78640" y="101333"/>
                  <a:pt x="60000" y="101333"/>
                </a:cubicBezTo>
                <a:lnTo>
                  <a:pt x="48750" y="101333"/>
                </a:lnTo>
                <a:cubicBezTo>
                  <a:pt x="30110" y="101333"/>
                  <a:pt x="15000" y="87454"/>
                  <a:pt x="15000" y="70333"/>
                </a:cubicBezTo>
                <a:lnTo>
                  <a:pt x="15000" y="39333"/>
                </a:lnTo>
                <a:lnTo>
                  <a:pt x="37500" y="39333"/>
                </a:lnTo>
                <a:lnTo>
                  <a:pt x="37500" y="70333"/>
                </a:lnTo>
                <a:cubicBezTo>
                  <a:pt x="37500" y="76040"/>
                  <a:pt x="42537" y="80667"/>
                  <a:pt x="48750" y="80667"/>
                </a:cubicBezTo>
                <a:lnTo>
                  <a:pt x="60000" y="80667"/>
                </a:lnTo>
                <a:cubicBezTo>
                  <a:pt x="66213" y="80667"/>
                  <a:pt x="71250" y="76040"/>
                  <a:pt x="71250" y="70333"/>
                </a:cubicBezTo>
                <a:lnTo>
                  <a:pt x="71250" y="39333"/>
                </a:lnTo>
                <a:lnTo>
                  <a:pt x="60000" y="39333"/>
                </a:lnTo>
                <a:lnTo>
                  <a:pt x="82500" y="18667"/>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2" name="Google Shape;452;p57"/>
          <p:cNvSpPr/>
          <p:nvPr/>
        </p:nvSpPr>
        <p:spPr>
          <a:xfrm>
            <a:off x="8686800" y="152400"/>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3" name="Google Shape;453;p57"/>
          <p:cNvSpPr/>
          <p:nvPr/>
        </p:nvSpPr>
        <p:spPr>
          <a:xfrm rot="1680000">
            <a:off x="152400" y="3505200"/>
            <a:ext cx="609600" cy="381000"/>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lnTo>
                  <a:pt x="16200" y="0"/>
                </a:lnTo>
                <a:close/>
              </a:path>
              <a:path w="21600" h="21600" extrusionOk="0">
                <a:moveTo>
                  <a:pt x="1350" y="5400"/>
                </a:moveTo>
                <a:lnTo>
                  <a:pt x="1350" y="16200"/>
                </a:lnTo>
                <a:lnTo>
                  <a:pt x="2700" y="16200"/>
                </a:lnTo>
                <a:lnTo>
                  <a:pt x="2700" y="5400"/>
                </a:lnTo>
                <a:lnTo>
                  <a:pt x="1350" y="5400"/>
                </a:lnTo>
                <a:close/>
              </a:path>
              <a:path w="21600" h="21600" extrusionOk="0">
                <a:moveTo>
                  <a:pt x="0" y="5400"/>
                </a:moveTo>
                <a:lnTo>
                  <a:pt x="0" y="16200"/>
                </a:lnTo>
                <a:lnTo>
                  <a:pt x="675" y="16200"/>
                </a:lnTo>
                <a:lnTo>
                  <a:pt x="675" y="5400"/>
                </a:lnTo>
                <a:lnTo>
                  <a:pt x="0" y="5400"/>
                </a:lnTo>
                <a:close/>
              </a:path>
            </a:pathLst>
          </a:custGeom>
          <a:solidFill>
            <a:srgbClr val="FFFF00"/>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4" name="Google Shape;454;p57" descr="Small grid"/>
          <p:cNvSpPr/>
          <p:nvPr/>
        </p:nvSpPr>
        <p:spPr>
          <a:xfrm>
            <a:off x="855662" y="3802062"/>
            <a:ext cx="4249737" cy="1371600"/>
          </a:xfrm>
          <a:prstGeom prst="roundRect">
            <a:avLst>
              <a:gd name="adj" fmla="val 16667"/>
            </a:avLst>
          </a:prstGeom>
          <a:blipFill rotWithShape="1">
            <a:blip r:embed="rId1"/>
            <a:stretch>
              <a:fillRect/>
            </a:stretch>
          </a:blipFill>
          <a:ln w="28575" cap="flat" cmpd="sng">
            <a:solidFill>
              <a:srgbClr val="FF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40000"/>
              </a:lnSpc>
              <a:spcBef>
                <a:spcPts val="0"/>
              </a:spcBef>
              <a:spcAft>
                <a:spcPts val="0"/>
              </a:spcAft>
              <a:buClr>
                <a:schemeClr val="dk1"/>
              </a:buClr>
              <a:buSzPts val="4000"/>
              <a:buFont typeface="Times New Roman" panose="02020603050405020304"/>
              <a:buNone/>
            </a:pPr>
            <a:r>
              <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 λ.f = λ/T</a:t>
            </a:r>
            <a:endPar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55" name="Google Shape;455;p57" descr="Picture4"/>
          <p:cNvPicPr preferRelativeResize="0"/>
          <p:nvPr/>
        </p:nvPicPr>
        <p:blipFill rotWithShape="1">
          <a:blip r:embed="rId2"/>
          <a:srcRect/>
          <a:stretch>
            <a:fillRect/>
          </a:stretch>
        </p:blipFill>
        <p:spPr>
          <a:xfrm rot="720000">
            <a:off x="5410200" y="5486400"/>
            <a:ext cx="790575" cy="914400"/>
          </a:xfrm>
          <a:prstGeom prst="rect">
            <a:avLst/>
          </a:prstGeom>
          <a:noFill/>
          <a:ln>
            <a:noFill/>
          </a:ln>
        </p:spPr>
      </p:pic>
      <p:sp>
        <p:nvSpPr>
          <p:cNvPr id="456" name="Google Shape;456;p57"/>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1</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57" name="Google Shape;457;p57"/>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2</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58" name="Google Shape;458;p57"/>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3</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59" name="Google Shape;459;p57"/>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4</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60" name="Google Shape;460;p57"/>
          <p:cNvSpPr/>
          <p:nvPr/>
        </p:nvSpPr>
        <p:spPr>
          <a:xfrm>
            <a:off x="7620000" y="3259137"/>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5</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pic>
        <p:nvPicPr>
          <p:cNvPr id="461" name="Google Shape;461;p57" descr="j0234131"/>
          <p:cNvPicPr preferRelativeResize="0"/>
          <p:nvPr/>
        </p:nvPicPr>
        <p:blipFill rotWithShape="1">
          <a:blip r:embed="rId3"/>
          <a:srcRect/>
          <a:stretch>
            <a:fillRect/>
          </a:stretch>
        </p:blipFill>
        <p:spPr>
          <a:xfrm>
            <a:off x="7086600" y="5105400"/>
            <a:ext cx="838200" cy="914400"/>
          </a:xfrm>
          <a:prstGeom prst="rect">
            <a:avLst/>
          </a:prstGeom>
          <a:noFill/>
          <a:ln>
            <a:noFill/>
          </a:ln>
        </p:spPr>
      </p:pic>
      <p:sp>
        <p:nvSpPr>
          <p:cNvPr id="462" name="Google Shape;462;p57"/>
          <p:cNvSpPr txBox="1"/>
          <p:nvPr/>
        </p:nvSpPr>
        <p:spPr>
          <a:xfrm>
            <a:off x="990600" y="914400"/>
            <a:ext cx="7162800" cy="1323975"/>
          </a:xfrm>
          <a:prstGeom prst="rect">
            <a:avLst/>
          </a:prstGeom>
          <a:solidFill>
            <a:srgbClr val="FF9999"/>
          </a:solidFill>
          <a:ln w="2857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3000"/>
              <a:buFont typeface="Times New Roman" panose="02020603050405020304"/>
              <a:buNone/>
            </a:pPr>
            <a:r>
              <a:rPr lang="en-US" sz="3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Em hãy nêu mối liên hệ giữa các đại lượng λ, v, f, T ?</a:t>
            </a:r>
            <a:endParaRPr lang="en-US" sz="40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000" fill="hold"/>
                                        <p:tgtEl>
                                          <p:spTgt spid="45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1000"/>
                                  </p:stCondLst>
                                  <p:childTnLst>
                                    <p:set>
                                      <p:cBhvr>
                                        <p:cTn id="10" dur="1" fill="hold">
                                          <p:stCondLst>
                                            <p:cond delay="0"/>
                                          </p:stCondLst>
                                        </p:cTn>
                                        <p:tgtEl>
                                          <p:spTgt spid="456"/>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1000"/>
                                  </p:stCondLst>
                                  <p:childTnLst>
                                    <p:set>
                                      <p:cBhvr>
                                        <p:cTn id="13" dur="1" fill="hold">
                                          <p:stCondLst>
                                            <p:cond delay="0"/>
                                          </p:stCondLst>
                                        </p:cTn>
                                        <p:tgtEl>
                                          <p:spTgt spid="457"/>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nodeType="afterEffect">
                                  <p:stCondLst>
                                    <p:cond delay="1000"/>
                                  </p:stCondLst>
                                  <p:childTnLst>
                                    <p:set>
                                      <p:cBhvr>
                                        <p:cTn id="16" dur="1" fill="hold">
                                          <p:stCondLst>
                                            <p:cond delay="0"/>
                                          </p:stCondLst>
                                        </p:cTn>
                                        <p:tgtEl>
                                          <p:spTgt spid="458"/>
                                        </p:tgtEl>
                                        <p:attrNameLst>
                                          <p:attrName>style.visibility</p:attrName>
                                        </p:attrNameLst>
                                      </p:cBhvr>
                                      <p:to>
                                        <p:strVal val="visible"/>
                                      </p:to>
                                    </p:set>
                                  </p:childTnLst>
                                </p:cTn>
                              </p:par>
                            </p:childTnLst>
                          </p:cTn>
                        </p:par>
                        <p:par>
                          <p:cTn id="17" fill="hold">
                            <p:stCondLst>
                              <p:cond delay="3000"/>
                            </p:stCondLst>
                            <p:childTnLst>
                              <p:par>
                                <p:cTn id="18" presetID="1" presetClass="entr" presetSubtype="0" fill="hold" nodeType="afterEffect">
                                  <p:stCondLst>
                                    <p:cond delay="1000"/>
                                  </p:stCondLst>
                                  <p:childTnLst>
                                    <p:set>
                                      <p:cBhvr>
                                        <p:cTn id="19" dur="1" fill="hold">
                                          <p:stCondLst>
                                            <p:cond delay="0"/>
                                          </p:stCondLst>
                                        </p:cTn>
                                        <p:tgtEl>
                                          <p:spTgt spid="459"/>
                                        </p:tgtEl>
                                        <p:attrNameLst>
                                          <p:attrName>style.visibility</p:attrName>
                                        </p:attrNameLst>
                                      </p:cBhvr>
                                      <p:to>
                                        <p:strVal val="visible"/>
                                      </p:to>
                                    </p:set>
                                  </p:childTnLst>
                                </p:cTn>
                              </p:par>
                            </p:childTnLst>
                          </p:cTn>
                        </p:par>
                        <p:par>
                          <p:cTn id="20" fill="hold">
                            <p:stCondLst>
                              <p:cond delay="4000"/>
                            </p:stCondLst>
                            <p:childTnLst>
                              <p:par>
                                <p:cTn id="21" presetID="1" presetClass="entr" presetSubtype="0" fill="hold" nodeType="afterEffect">
                                  <p:stCondLst>
                                    <p:cond delay="1000"/>
                                  </p:stCondLst>
                                  <p:childTnLst>
                                    <p:set>
                                      <p:cBhvr>
                                        <p:cTn id="22" dur="1" fill="hold">
                                          <p:stCondLst>
                                            <p:cond delay="0"/>
                                          </p:stCondLst>
                                        </p:cTn>
                                        <p:tgtEl>
                                          <p:spTgt spid="4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5"/>
                                        </p:tgtEl>
                                        <p:attrNameLst>
                                          <p:attrName>style.visibility</p:attrName>
                                        </p:attrNameLst>
                                      </p:cBhvr>
                                      <p:to>
                                        <p:strVal val="visible"/>
                                      </p:to>
                                    </p:set>
                                    <p:animEffect transition="in" filter="fade">
                                      <p:cBhvr>
                                        <p:cTn id="27" dur="2000"/>
                                        <p:tgtEl>
                                          <p:spTgt spid="45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454"/>
                                        </p:tgtEl>
                                        <p:attrNameLst>
                                          <p:attrName>style.visibility</p:attrName>
                                        </p:attrNameLst>
                                      </p:cBhvr>
                                      <p:to>
                                        <p:strVal val="visible"/>
                                      </p:to>
                                    </p:set>
                                    <p:anim calcmode="lin" valueType="num">
                                      <p:cBhvr additive="base">
                                        <p:cTn id="32" dur="500"/>
                                        <p:tgtEl>
                                          <p:spTgt spid="454"/>
                                        </p:tgtEl>
                                        <p:attrNameLst>
                                          <p:attrName>ppt_w</p:attrName>
                                        </p:attrNameLst>
                                      </p:cBhvr>
                                      <p:tavLst>
                                        <p:tav tm="0" fmla="">
                                          <p:val>
                                            <p:fltVal val="0"/>
                                          </p:val>
                                        </p:tav>
                                        <p:tav tm="100000" fmla="">
                                          <p:val>
                                            <p:strVal val="#ppt_w"/>
                                          </p:val>
                                        </p:tav>
                                      </p:tavLst>
                                    </p:anim>
                                    <p:anim calcmode="lin" valueType="num">
                                      <p:cBhvr additive="base">
                                        <p:cTn id="33" dur="500"/>
                                        <p:tgtEl>
                                          <p:spTgt spid="454"/>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66" name="Shape 466"/>
        <p:cNvGrpSpPr/>
        <p:nvPr/>
      </p:nvGrpSpPr>
      <p:grpSpPr>
        <a:xfrm>
          <a:off x="0" y="0"/>
          <a:ext cx="0" cy="0"/>
          <a:chOff x="0" y="0"/>
          <a:chExt cx="0" cy="0"/>
        </a:xfrm>
      </p:grpSpPr>
      <p:sp>
        <p:nvSpPr>
          <p:cNvPr id="467" name="Google Shape;467;p58"/>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468" name="Google Shape;468;p58"/>
          <p:cNvSpPr/>
          <p:nvPr/>
        </p:nvSpPr>
        <p:spPr>
          <a:xfrm>
            <a:off x="8229600" y="6324600"/>
            <a:ext cx="457200" cy="428625"/>
          </a:xfrm>
          <a:custGeom>
            <a:avLst/>
            <a:gdLst/>
            <a:ahLst/>
            <a:cxnLst/>
            <a:rect l="l" t="t" r="r" b="b"/>
            <a:pathLst>
              <a:path w="120000" h="120000" extrusionOk="0">
                <a:moveTo>
                  <a:pt x="0" y="0"/>
                </a:moveTo>
                <a:lnTo>
                  <a:pt x="120000" y="0"/>
                </a:lnTo>
                <a:lnTo>
                  <a:pt x="120000" y="120000"/>
                </a:lnTo>
                <a:lnTo>
                  <a:pt x="0" y="120000"/>
                </a:lnTo>
                <a:close/>
                <a:moveTo>
                  <a:pt x="102188" y="37500"/>
                </a:moveTo>
                <a:lnTo>
                  <a:pt x="81094" y="15000"/>
                </a:lnTo>
                <a:lnTo>
                  <a:pt x="60000" y="37500"/>
                </a:lnTo>
                <a:lnTo>
                  <a:pt x="70547" y="37500"/>
                </a:lnTo>
                <a:lnTo>
                  <a:pt x="70547" y="71250"/>
                </a:lnTo>
                <a:cubicBezTo>
                  <a:pt x="70547" y="77463"/>
                  <a:pt x="65825" y="82500"/>
                  <a:pt x="60000" y="82500"/>
                </a:cubicBezTo>
                <a:lnTo>
                  <a:pt x="49453" y="82500"/>
                </a:lnTo>
                <a:cubicBezTo>
                  <a:pt x="43628" y="82500"/>
                  <a:pt x="38906" y="77463"/>
                  <a:pt x="38906" y="71250"/>
                </a:cubicBezTo>
                <a:lnTo>
                  <a:pt x="38906" y="37500"/>
                </a:lnTo>
                <a:lnTo>
                  <a:pt x="17813" y="37500"/>
                </a:lnTo>
                <a:lnTo>
                  <a:pt x="17813" y="71250"/>
                </a:lnTo>
                <a:cubicBezTo>
                  <a:pt x="17813" y="89890"/>
                  <a:pt x="31978" y="105000"/>
                  <a:pt x="49453" y="105000"/>
                </a:cubicBezTo>
                <a:lnTo>
                  <a:pt x="60000" y="105000"/>
                </a:lnTo>
                <a:cubicBezTo>
                  <a:pt x="77475" y="105000"/>
                  <a:pt x="91641" y="89890"/>
                  <a:pt x="91641" y="71250"/>
                </a:cubicBezTo>
                <a:lnTo>
                  <a:pt x="91641" y="37500"/>
                </a:lnTo>
                <a:close/>
              </a:path>
              <a:path w="120000" h="120000" fill="darken" extrusionOk="0">
                <a:moveTo>
                  <a:pt x="102188" y="37500"/>
                </a:moveTo>
                <a:lnTo>
                  <a:pt x="81094" y="15000"/>
                </a:lnTo>
                <a:lnTo>
                  <a:pt x="60000" y="37500"/>
                </a:lnTo>
                <a:lnTo>
                  <a:pt x="70547" y="37500"/>
                </a:lnTo>
                <a:lnTo>
                  <a:pt x="70547" y="71250"/>
                </a:lnTo>
                <a:cubicBezTo>
                  <a:pt x="70547" y="77463"/>
                  <a:pt x="65825" y="82500"/>
                  <a:pt x="60000" y="82500"/>
                </a:cubicBezTo>
                <a:lnTo>
                  <a:pt x="49453" y="82500"/>
                </a:lnTo>
                <a:cubicBezTo>
                  <a:pt x="43628" y="82500"/>
                  <a:pt x="38906" y="77463"/>
                  <a:pt x="38906" y="71250"/>
                </a:cubicBezTo>
                <a:lnTo>
                  <a:pt x="38906" y="37500"/>
                </a:lnTo>
                <a:lnTo>
                  <a:pt x="17813" y="37500"/>
                </a:lnTo>
                <a:lnTo>
                  <a:pt x="17813" y="71250"/>
                </a:lnTo>
                <a:cubicBezTo>
                  <a:pt x="17813" y="89890"/>
                  <a:pt x="31978" y="105000"/>
                  <a:pt x="49453" y="105000"/>
                </a:cubicBezTo>
                <a:lnTo>
                  <a:pt x="60000" y="105000"/>
                </a:lnTo>
                <a:cubicBezTo>
                  <a:pt x="77475" y="105000"/>
                  <a:pt x="91641" y="89890"/>
                  <a:pt x="91641" y="71250"/>
                </a:cubicBezTo>
                <a:lnTo>
                  <a:pt x="91641" y="37500"/>
                </a:lnTo>
                <a:close/>
              </a:path>
              <a:path w="120000" h="120000" fill="none" extrusionOk="0">
                <a:moveTo>
                  <a:pt x="102188" y="37500"/>
                </a:moveTo>
                <a:lnTo>
                  <a:pt x="91641" y="37500"/>
                </a:lnTo>
                <a:lnTo>
                  <a:pt x="91641" y="71250"/>
                </a:lnTo>
                <a:cubicBezTo>
                  <a:pt x="91641" y="89890"/>
                  <a:pt x="77475" y="105000"/>
                  <a:pt x="60000" y="105000"/>
                </a:cubicBezTo>
                <a:lnTo>
                  <a:pt x="49453" y="105000"/>
                </a:lnTo>
                <a:cubicBezTo>
                  <a:pt x="31978" y="105000"/>
                  <a:pt x="17813" y="89890"/>
                  <a:pt x="17813" y="71250"/>
                </a:cubicBezTo>
                <a:lnTo>
                  <a:pt x="17813" y="37500"/>
                </a:lnTo>
                <a:lnTo>
                  <a:pt x="38906" y="37500"/>
                </a:lnTo>
                <a:lnTo>
                  <a:pt x="38906" y="71250"/>
                </a:lnTo>
                <a:cubicBezTo>
                  <a:pt x="38906" y="77463"/>
                  <a:pt x="43628" y="82500"/>
                  <a:pt x="49453" y="82500"/>
                </a:cubicBezTo>
                <a:lnTo>
                  <a:pt x="60000" y="82500"/>
                </a:lnTo>
                <a:cubicBezTo>
                  <a:pt x="65825" y="82500"/>
                  <a:pt x="70547" y="77463"/>
                  <a:pt x="70547" y="71250"/>
                </a:cubicBezTo>
                <a:lnTo>
                  <a:pt x="70547" y="37500"/>
                </a:lnTo>
                <a:lnTo>
                  <a:pt x="60000" y="37500"/>
                </a:lnTo>
                <a:lnTo>
                  <a:pt x="81094" y="15000"/>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9" name="Google Shape;469;p58"/>
          <p:cNvSpPr/>
          <p:nvPr/>
        </p:nvSpPr>
        <p:spPr>
          <a:xfrm>
            <a:off x="8534400" y="123825"/>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0" name="Google Shape;470;p58"/>
          <p:cNvSpPr txBox="1"/>
          <p:nvPr/>
        </p:nvSpPr>
        <p:spPr>
          <a:xfrm>
            <a:off x="2665412" y="373062"/>
            <a:ext cx="5924550" cy="1004887"/>
          </a:xfrm>
          <a:prstGeom prst="rect">
            <a:avLst/>
          </a:prstGeom>
          <a:no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2400"/>
              <a:buFont typeface="Times New Roman" panose="02020603050405020304"/>
              <a:buNone/>
            </a:pPr>
            <a:endParaRPr sz="24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1" name="Google Shape;471;p58"/>
          <p:cNvSpPr/>
          <p:nvPr/>
        </p:nvSpPr>
        <p:spPr>
          <a:xfrm rot="1020000">
            <a:off x="136525" y="2541587"/>
            <a:ext cx="609600" cy="381000"/>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lnTo>
                  <a:pt x="16200" y="0"/>
                </a:lnTo>
                <a:close/>
              </a:path>
              <a:path w="21600" h="21600" extrusionOk="0">
                <a:moveTo>
                  <a:pt x="1350" y="5400"/>
                </a:moveTo>
                <a:lnTo>
                  <a:pt x="1350" y="16200"/>
                </a:lnTo>
                <a:lnTo>
                  <a:pt x="2700" y="16200"/>
                </a:lnTo>
                <a:lnTo>
                  <a:pt x="2700" y="5400"/>
                </a:lnTo>
                <a:lnTo>
                  <a:pt x="1350" y="5400"/>
                </a:lnTo>
                <a:close/>
              </a:path>
              <a:path w="21600" h="21600" extrusionOk="0">
                <a:moveTo>
                  <a:pt x="0" y="5400"/>
                </a:moveTo>
                <a:lnTo>
                  <a:pt x="0" y="16200"/>
                </a:lnTo>
                <a:lnTo>
                  <a:pt x="675" y="16200"/>
                </a:lnTo>
                <a:lnTo>
                  <a:pt x="675" y="5400"/>
                </a:lnTo>
                <a:lnTo>
                  <a:pt x="0" y="5400"/>
                </a:lnTo>
                <a:close/>
              </a:path>
            </a:pathLst>
          </a:custGeom>
          <a:solidFill>
            <a:srgbClr val="FFFF00"/>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72" name="Google Shape;472;p58" descr="Picture4"/>
          <p:cNvPicPr preferRelativeResize="0"/>
          <p:nvPr/>
        </p:nvPicPr>
        <p:blipFill rotWithShape="1">
          <a:blip r:embed="rId1"/>
          <a:srcRect/>
          <a:stretch>
            <a:fillRect/>
          </a:stretch>
        </p:blipFill>
        <p:spPr>
          <a:xfrm rot="780000" flipH="1">
            <a:off x="276225" y="5724525"/>
            <a:ext cx="787400" cy="914400"/>
          </a:xfrm>
          <a:prstGeom prst="rect">
            <a:avLst/>
          </a:prstGeom>
          <a:noFill/>
          <a:ln>
            <a:noFill/>
          </a:ln>
        </p:spPr>
      </p:pic>
      <p:sp>
        <p:nvSpPr>
          <p:cNvPr id="473" name="Google Shape;473;p58"/>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1</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74" name="Google Shape;474;p58"/>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2</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75" name="Google Shape;475;p58"/>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3</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76" name="Google Shape;476;p58"/>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4</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77" name="Google Shape;477;p58"/>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5</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pic>
        <p:nvPicPr>
          <p:cNvPr id="478" name="Google Shape;478;p58" descr="j0234131"/>
          <p:cNvPicPr preferRelativeResize="0"/>
          <p:nvPr/>
        </p:nvPicPr>
        <p:blipFill rotWithShape="1">
          <a:blip r:embed="rId2"/>
          <a:srcRect/>
          <a:stretch>
            <a:fillRect/>
          </a:stretch>
        </p:blipFill>
        <p:spPr>
          <a:xfrm>
            <a:off x="7696200" y="5275262"/>
            <a:ext cx="838200" cy="914400"/>
          </a:xfrm>
          <a:prstGeom prst="rect">
            <a:avLst/>
          </a:prstGeom>
          <a:noFill/>
          <a:ln>
            <a:noFill/>
          </a:ln>
        </p:spPr>
      </p:pic>
      <p:sp>
        <p:nvSpPr>
          <p:cNvPr id="479" name="Google Shape;479;p58"/>
          <p:cNvSpPr/>
          <p:nvPr/>
        </p:nvSpPr>
        <p:spPr>
          <a:xfrm>
            <a:off x="0" y="76200"/>
            <a:ext cx="1066800" cy="841375"/>
          </a:xfrm>
          <a:custGeom>
            <a:avLst/>
            <a:gdLst/>
            <a:ahLst/>
            <a:cxnLst/>
            <a:rect l="l" t="t" r="r" b="b"/>
            <a:pathLst>
              <a:path w="1066800" h="841375" extrusionOk="0">
                <a:moveTo>
                  <a:pt x="1" y="321376"/>
                </a:moveTo>
                <a:lnTo>
                  <a:pt x="407484" y="321378"/>
                </a:lnTo>
                <a:lnTo>
                  <a:pt x="533400" y="0"/>
                </a:lnTo>
                <a:lnTo>
                  <a:pt x="659316" y="321378"/>
                </a:lnTo>
                <a:lnTo>
                  <a:pt x="1066799" y="321376"/>
                </a:lnTo>
                <a:lnTo>
                  <a:pt x="737137" y="519996"/>
                </a:lnTo>
                <a:lnTo>
                  <a:pt x="863059" y="841373"/>
                </a:lnTo>
                <a:lnTo>
                  <a:pt x="533400" y="642749"/>
                </a:lnTo>
                <a:lnTo>
                  <a:pt x="203741" y="841373"/>
                </a:lnTo>
                <a:lnTo>
                  <a:pt x="329663" y="519996"/>
                </a:lnTo>
                <a:lnTo>
                  <a:pt x="1" y="321376"/>
                </a:lnTo>
                <a:close/>
              </a:path>
            </a:pathLst>
          </a:custGeom>
          <a:gradFill>
            <a:gsLst>
              <a:gs pos="0">
                <a:schemeClr val="lt1"/>
              </a:gs>
              <a:gs pos="100000">
                <a:srgbClr val="CC0099"/>
              </a:gs>
            </a:gsLst>
            <a:path path="circle">
              <a:fillToRect l="50000" t="50000" r="50000" b="50000"/>
            </a:path>
            <a:tileRect/>
          </a:gra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CC"/>
              </a:buClr>
              <a:buSzPts val="3200"/>
              <a:buFont typeface="Times New Roman" panose="02020603050405020304"/>
              <a:buNone/>
            </a:pPr>
            <a:r>
              <a:rPr lang="en-US" sz="3200" b="1" i="0" u="none">
                <a:solidFill>
                  <a:srgbClr val="0000CC"/>
                </a:solidFill>
                <a:latin typeface="Times New Roman" panose="02020603050405020304"/>
                <a:ea typeface="Times New Roman" panose="02020603050405020304"/>
                <a:cs typeface="Times New Roman" panose="02020603050405020304"/>
                <a:sym typeface="Times New Roman" panose="02020603050405020304"/>
              </a:rPr>
              <a:t>3</a:t>
            </a:r>
            <a:endParaRPr lang="en-US" sz="3200" b="1" i="0" u="none">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0" name="Google Shape;480;p58"/>
          <p:cNvSpPr txBox="1"/>
          <p:nvPr/>
        </p:nvSpPr>
        <p:spPr>
          <a:xfrm>
            <a:off x="838200" y="396875"/>
            <a:ext cx="8382000" cy="15081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3200" b="0"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H</a:t>
            </a:r>
            <a:r>
              <a:rPr lang="en-US" sz="3000" b="0"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ãy cho biết hiện tượng giao thoa ánh sáng là gì? Định nghĩa khoảng vân i và biểu thức xác định khoảng vân i như thế nào?</a:t>
            </a:r>
            <a:endParaRPr lang="en-US" sz="3000" b="0" i="0" u="none">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1" name="Google Shape;481;p58"/>
          <p:cNvSpPr txBox="1"/>
          <p:nvPr/>
        </p:nvSpPr>
        <p:spPr>
          <a:xfrm>
            <a:off x="109537" y="-63500"/>
            <a:ext cx="9144000" cy="0"/>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Times New Roman" panose="02020603050405020304"/>
              <a:buNone/>
            </a:pPr>
            <a:r>
              <a:rPr lang="en-US" sz="12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12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82" name="Google Shape;482;p58"/>
          <p:cNvGrpSpPr/>
          <p:nvPr/>
        </p:nvGrpSpPr>
        <p:grpSpPr>
          <a:xfrm>
            <a:off x="882650" y="2225675"/>
            <a:ext cx="6813550" cy="3987800"/>
            <a:chOff x="882122" y="2225695"/>
            <a:chExt cx="6814078" cy="3987780"/>
          </a:xfrm>
        </p:grpSpPr>
        <p:sp>
          <p:nvSpPr>
            <p:cNvPr id="483" name="Google Shape;483;p58" descr="Small grid"/>
            <p:cNvSpPr/>
            <p:nvPr/>
          </p:nvSpPr>
          <p:spPr>
            <a:xfrm>
              <a:off x="882122" y="2225695"/>
              <a:ext cx="6814078" cy="3987780"/>
            </a:xfrm>
            <a:prstGeom prst="roundRect">
              <a:avLst>
                <a:gd name="adj" fmla="val 16667"/>
              </a:avLst>
            </a:prstGeom>
            <a:blipFill rotWithShape="1">
              <a:blip r:embed="rId3"/>
              <a:stretch>
                <a:fillRect/>
              </a:stretch>
            </a:blipFill>
            <a:ln w="28575" cap="flat" cmpd="sng">
              <a:solidFill>
                <a:srgbClr val="FF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4" name="Google Shape;484;p58"/>
            <p:cNvSpPr txBox="1"/>
            <p:nvPr/>
          </p:nvSpPr>
          <p:spPr>
            <a:xfrm>
              <a:off x="1075744" y="2298345"/>
              <a:ext cx="6555031" cy="3531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Hiện tượng giao thoa ánh sáng: là hiện tượng hai sóng ánh sáng kết hợp gặp nhau thì có những vạch tối và vạch sáng xen kẽ lẫn nhau. Những vạch tối là chỗ hai sóng ánh sáng triệt tiêu nhau, những vạch sáng là chỗ hai sóng ánh sáng tăng cường lẫn nhau.</a:t>
              </a:r>
              <a:endPar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300"/>
                </a:spcBef>
                <a:spcAft>
                  <a:spcPts val="0"/>
                </a:spcAft>
                <a:buClr>
                  <a:schemeClr val="dk1"/>
                </a:buClr>
                <a:buSzPts val="2400"/>
                <a:buFont typeface="Times New Roman" panose="02020603050405020304"/>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30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Khoảng vân i là khoảng cách giữa hai vân sáng hoặc hai vân tối liên tiếp</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30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Biểu thức: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85" name="Google Shape;485;p58"/>
            <p:cNvPicPr preferRelativeResize="0"/>
            <p:nvPr/>
          </p:nvPicPr>
          <p:blipFill rotWithShape="1">
            <a:blip r:embed="rId4"/>
            <a:srcRect/>
            <a:stretch>
              <a:fillRect/>
            </a:stretch>
          </p:blipFill>
          <p:spPr>
            <a:xfrm>
              <a:off x="2700049" y="5324040"/>
              <a:ext cx="990600" cy="84908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1000"/>
                                  </p:stCondLst>
                                  <p:childTnLst>
                                    <p:set>
                                      <p:cBhvr>
                                        <p:cTn id="6" dur="1" fill="hold">
                                          <p:stCondLst>
                                            <p:cond delay="0"/>
                                          </p:stCondLst>
                                        </p:cTn>
                                        <p:tgtEl>
                                          <p:spTgt spid="47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1000"/>
                                  </p:stCondLst>
                                  <p:childTnLst>
                                    <p:set>
                                      <p:cBhvr>
                                        <p:cTn id="9" dur="1" fill="hold">
                                          <p:stCondLst>
                                            <p:cond delay="0"/>
                                          </p:stCondLst>
                                        </p:cTn>
                                        <p:tgtEl>
                                          <p:spTgt spid="474"/>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475"/>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476"/>
                                        </p:tgtEl>
                                        <p:attrNameLst>
                                          <p:attrName>style.visibility</p:attrName>
                                        </p:attrNameLst>
                                      </p:cBhvr>
                                      <p:to>
                                        <p:strVal val="visible"/>
                                      </p:to>
                                    </p:set>
                                  </p:childTnLst>
                                </p:cTn>
                              </p:par>
                            </p:childTnLst>
                          </p:cTn>
                        </p:par>
                        <p:par>
                          <p:cTn id="16" fill="hold">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4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72"/>
                                        </p:tgtEl>
                                        <p:attrNameLst>
                                          <p:attrName>style.visibility</p:attrName>
                                        </p:attrNameLst>
                                      </p:cBhvr>
                                      <p:to>
                                        <p:strVal val="visible"/>
                                      </p:to>
                                    </p:set>
                                    <p:animEffect transition="in" filter="fade">
                                      <p:cBhvr>
                                        <p:cTn id="23" dur="2000"/>
                                        <p:tgtEl>
                                          <p:spTgt spid="472"/>
                                        </p:tgtEl>
                                      </p:cBhvr>
                                    </p:animEffect>
                                  </p:childTnLst>
                                </p:cTn>
                              </p:par>
                              <p:par>
                                <p:cTn id="24" presetID="8" presetClass="emph" presetSubtype="0" fill="hold" nodeType="withEffect">
                                  <p:stCondLst>
                                    <p:cond delay="0"/>
                                  </p:stCondLst>
                                  <p:childTnLst>
                                    <p:animRot by="-21600000">
                                      <p:cBhvr>
                                        <p:cTn id="25" dur="2000" fill="hold"/>
                                        <p:tgtEl>
                                          <p:spTgt spid="46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89" name="Shape 489"/>
        <p:cNvGrpSpPr/>
        <p:nvPr/>
      </p:nvGrpSpPr>
      <p:grpSpPr>
        <a:xfrm>
          <a:off x="0" y="0"/>
          <a:ext cx="0" cy="0"/>
          <a:chOff x="0" y="0"/>
          <a:chExt cx="0" cy="0"/>
        </a:xfrm>
      </p:grpSpPr>
      <p:sp>
        <p:nvSpPr>
          <p:cNvPr id="490" name="Google Shape;490;p59"/>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491" name="Google Shape;491;p59"/>
          <p:cNvSpPr/>
          <p:nvPr/>
        </p:nvSpPr>
        <p:spPr>
          <a:xfrm>
            <a:off x="8229600" y="6324600"/>
            <a:ext cx="457200" cy="428625"/>
          </a:xfrm>
          <a:custGeom>
            <a:avLst/>
            <a:gdLst/>
            <a:ahLst/>
            <a:cxnLst/>
            <a:rect l="l" t="t" r="r" b="b"/>
            <a:pathLst>
              <a:path w="120000" h="120000" extrusionOk="0">
                <a:moveTo>
                  <a:pt x="0" y="0"/>
                </a:moveTo>
                <a:lnTo>
                  <a:pt x="120000" y="0"/>
                </a:lnTo>
                <a:lnTo>
                  <a:pt x="120000" y="120000"/>
                </a:lnTo>
                <a:lnTo>
                  <a:pt x="0" y="120000"/>
                </a:lnTo>
                <a:close/>
                <a:moveTo>
                  <a:pt x="102188" y="37500"/>
                </a:moveTo>
                <a:lnTo>
                  <a:pt x="81094" y="15000"/>
                </a:lnTo>
                <a:lnTo>
                  <a:pt x="60000" y="37500"/>
                </a:lnTo>
                <a:lnTo>
                  <a:pt x="70547" y="37500"/>
                </a:lnTo>
                <a:lnTo>
                  <a:pt x="70547" y="71250"/>
                </a:lnTo>
                <a:cubicBezTo>
                  <a:pt x="70547" y="77463"/>
                  <a:pt x="65825" y="82500"/>
                  <a:pt x="60000" y="82500"/>
                </a:cubicBezTo>
                <a:lnTo>
                  <a:pt x="49453" y="82500"/>
                </a:lnTo>
                <a:cubicBezTo>
                  <a:pt x="43628" y="82500"/>
                  <a:pt x="38906" y="77463"/>
                  <a:pt x="38906" y="71250"/>
                </a:cubicBezTo>
                <a:lnTo>
                  <a:pt x="38906" y="37500"/>
                </a:lnTo>
                <a:lnTo>
                  <a:pt x="17813" y="37500"/>
                </a:lnTo>
                <a:lnTo>
                  <a:pt x="17813" y="71250"/>
                </a:lnTo>
                <a:cubicBezTo>
                  <a:pt x="17813" y="89890"/>
                  <a:pt x="31978" y="105000"/>
                  <a:pt x="49453" y="105000"/>
                </a:cubicBezTo>
                <a:lnTo>
                  <a:pt x="60000" y="105000"/>
                </a:lnTo>
                <a:cubicBezTo>
                  <a:pt x="77475" y="105000"/>
                  <a:pt x="91641" y="89890"/>
                  <a:pt x="91641" y="71250"/>
                </a:cubicBezTo>
                <a:lnTo>
                  <a:pt x="91641" y="37500"/>
                </a:lnTo>
                <a:close/>
              </a:path>
              <a:path w="120000" h="120000" fill="darken" extrusionOk="0">
                <a:moveTo>
                  <a:pt x="102188" y="37500"/>
                </a:moveTo>
                <a:lnTo>
                  <a:pt x="81094" y="15000"/>
                </a:lnTo>
                <a:lnTo>
                  <a:pt x="60000" y="37500"/>
                </a:lnTo>
                <a:lnTo>
                  <a:pt x="70547" y="37500"/>
                </a:lnTo>
                <a:lnTo>
                  <a:pt x="70547" y="71250"/>
                </a:lnTo>
                <a:cubicBezTo>
                  <a:pt x="70547" y="77463"/>
                  <a:pt x="65825" y="82500"/>
                  <a:pt x="60000" y="82500"/>
                </a:cubicBezTo>
                <a:lnTo>
                  <a:pt x="49453" y="82500"/>
                </a:lnTo>
                <a:cubicBezTo>
                  <a:pt x="43628" y="82500"/>
                  <a:pt x="38906" y="77463"/>
                  <a:pt x="38906" y="71250"/>
                </a:cubicBezTo>
                <a:lnTo>
                  <a:pt x="38906" y="37500"/>
                </a:lnTo>
                <a:lnTo>
                  <a:pt x="17813" y="37500"/>
                </a:lnTo>
                <a:lnTo>
                  <a:pt x="17813" y="71250"/>
                </a:lnTo>
                <a:cubicBezTo>
                  <a:pt x="17813" y="89890"/>
                  <a:pt x="31978" y="105000"/>
                  <a:pt x="49453" y="105000"/>
                </a:cubicBezTo>
                <a:lnTo>
                  <a:pt x="60000" y="105000"/>
                </a:lnTo>
                <a:cubicBezTo>
                  <a:pt x="77475" y="105000"/>
                  <a:pt x="91641" y="89890"/>
                  <a:pt x="91641" y="71250"/>
                </a:cubicBezTo>
                <a:lnTo>
                  <a:pt x="91641" y="37500"/>
                </a:lnTo>
                <a:close/>
              </a:path>
              <a:path w="120000" h="120000" fill="none" extrusionOk="0">
                <a:moveTo>
                  <a:pt x="102188" y="37500"/>
                </a:moveTo>
                <a:lnTo>
                  <a:pt x="91641" y="37500"/>
                </a:lnTo>
                <a:lnTo>
                  <a:pt x="91641" y="71250"/>
                </a:lnTo>
                <a:cubicBezTo>
                  <a:pt x="91641" y="89890"/>
                  <a:pt x="77475" y="105000"/>
                  <a:pt x="60000" y="105000"/>
                </a:cubicBezTo>
                <a:lnTo>
                  <a:pt x="49453" y="105000"/>
                </a:lnTo>
                <a:cubicBezTo>
                  <a:pt x="31978" y="105000"/>
                  <a:pt x="17813" y="89890"/>
                  <a:pt x="17813" y="71250"/>
                </a:cubicBezTo>
                <a:lnTo>
                  <a:pt x="17813" y="37500"/>
                </a:lnTo>
                <a:lnTo>
                  <a:pt x="38906" y="37500"/>
                </a:lnTo>
                <a:lnTo>
                  <a:pt x="38906" y="71250"/>
                </a:lnTo>
                <a:cubicBezTo>
                  <a:pt x="38906" y="77463"/>
                  <a:pt x="43628" y="82500"/>
                  <a:pt x="49453" y="82500"/>
                </a:cubicBezTo>
                <a:lnTo>
                  <a:pt x="60000" y="82500"/>
                </a:lnTo>
                <a:cubicBezTo>
                  <a:pt x="65825" y="82500"/>
                  <a:pt x="70547" y="77463"/>
                  <a:pt x="70547" y="71250"/>
                </a:cubicBezTo>
                <a:lnTo>
                  <a:pt x="70547" y="37500"/>
                </a:lnTo>
                <a:lnTo>
                  <a:pt x="60000" y="37500"/>
                </a:lnTo>
                <a:lnTo>
                  <a:pt x="81094" y="15000"/>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2" name="Google Shape;492;p59"/>
          <p:cNvSpPr/>
          <p:nvPr/>
        </p:nvSpPr>
        <p:spPr>
          <a:xfrm>
            <a:off x="8534400" y="123825"/>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3" name="Google Shape;493;p59"/>
          <p:cNvSpPr txBox="1"/>
          <p:nvPr/>
        </p:nvSpPr>
        <p:spPr>
          <a:xfrm>
            <a:off x="2665412" y="317500"/>
            <a:ext cx="5924550" cy="1004887"/>
          </a:xfrm>
          <a:prstGeom prst="rect">
            <a:avLst/>
          </a:prstGeom>
          <a:no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2400"/>
              <a:buFont typeface="Times New Roman" panose="02020603050405020304"/>
              <a:buNone/>
            </a:pPr>
            <a:endParaRPr sz="24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4" name="Google Shape;494;p59"/>
          <p:cNvSpPr/>
          <p:nvPr/>
        </p:nvSpPr>
        <p:spPr>
          <a:xfrm rot="1020000">
            <a:off x="228600" y="3886200"/>
            <a:ext cx="609600" cy="381000"/>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lnTo>
                  <a:pt x="16200" y="0"/>
                </a:lnTo>
                <a:close/>
              </a:path>
              <a:path w="21600" h="21600" extrusionOk="0">
                <a:moveTo>
                  <a:pt x="1350" y="5400"/>
                </a:moveTo>
                <a:lnTo>
                  <a:pt x="1350" y="16200"/>
                </a:lnTo>
                <a:lnTo>
                  <a:pt x="2700" y="16200"/>
                </a:lnTo>
                <a:lnTo>
                  <a:pt x="2700" y="5400"/>
                </a:lnTo>
                <a:lnTo>
                  <a:pt x="1350" y="5400"/>
                </a:lnTo>
                <a:close/>
              </a:path>
              <a:path w="21600" h="21600" extrusionOk="0">
                <a:moveTo>
                  <a:pt x="0" y="5400"/>
                </a:moveTo>
                <a:lnTo>
                  <a:pt x="0" y="16200"/>
                </a:lnTo>
                <a:lnTo>
                  <a:pt x="675" y="16200"/>
                </a:lnTo>
                <a:lnTo>
                  <a:pt x="675" y="5400"/>
                </a:lnTo>
                <a:lnTo>
                  <a:pt x="0" y="5400"/>
                </a:lnTo>
                <a:close/>
              </a:path>
            </a:pathLst>
          </a:custGeom>
          <a:solidFill>
            <a:srgbClr val="FFFF00"/>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5" name="Google Shape;495;p59"/>
          <p:cNvSpPr txBox="1"/>
          <p:nvPr/>
        </p:nvSpPr>
        <p:spPr>
          <a:xfrm>
            <a:off x="1447800" y="360362"/>
            <a:ext cx="1371600" cy="554037"/>
          </a:xfrm>
          <a:prstGeom prst="rect">
            <a:avLst/>
          </a:prstGeom>
          <a:solidFill>
            <a:srgbClr val="FF9999"/>
          </a:solidFill>
          <a:ln w="2857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000"/>
              <a:buFont typeface="Times New Roman" panose="02020603050405020304"/>
              <a:buNone/>
            </a:pPr>
            <a:r>
              <a:rPr lang="en-US" sz="3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3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96" name="Google Shape;496;p59" descr="Picture4"/>
          <p:cNvPicPr preferRelativeResize="0"/>
          <p:nvPr/>
        </p:nvPicPr>
        <p:blipFill rotWithShape="1">
          <a:blip r:embed="rId1"/>
          <a:srcRect/>
          <a:stretch>
            <a:fillRect/>
          </a:stretch>
        </p:blipFill>
        <p:spPr>
          <a:xfrm rot="780000" flipH="1">
            <a:off x="255587" y="5592762"/>
            <a:ext cx="787400" cy="914400"/>
          </a:xfrm>
          <a:prstGeom prst="rect">
            <a:avLst/>
          </a:prstGeom>
          <a:noFill/>
          <a:ln>
            <a:noFill/>
          </a:ln>
        </p:spPr>
      </p:pic>
      <p:sp>
        <p:nvSpPr>
          <p:cNvPr id="497" name="Google Shape;497;p59"/>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1</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98" name="Google Shape;498;p59"/>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2</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499" name="Google Shape;499;p59"/>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3</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500" name="Google Shape;500;p59"/>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4</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sp>
        <p:nvSpPr>
          <p:cNvPr id="501" name="Google Shape;501;p59"/>
          <p:cNvSpPr/>
          <p:nvPr/>
        </p:nvSpPr>
        <p:spPr>
          <a:xfrm>
            <a:off x="7870825" y="3429000"/>
            <a:ext cx="892175" cy="1084262"/>
          </a:xfrm>
          <a:prstGeom prst="ellipse">
            <a:avLst/>
          </a:prstGeom>
          <a:gradFill>
            <a:gsLst>
              <a:gs pos="0">
                <a:srgbClr val="0047FF"/>
              </a:gs>
              <a:gs pos="13000">
                <a:srgbClr val="000082"/>
              </a:gs>
              <a:gs pos="27999">
                <a:srgbClr val="0047FF"/>
              </a:gs>
              <a:gs pos="41999">
                <a:srgbClr val="000082"/>
              </a:gs>
              <a:gs pos="57000">
                <a:srgbClr val="0047FF"/>
              </a:gs>
              <a:gs pos="72000">
                <a:srgbClr val="000082"/>
              </a:gs>
              <a:gs pos="86999">
                <a:srgbClr val="0047FF"/>
              </a:gs>
              <a:gs pos="100000">
                <a:srgbClr val="000082"/>
              </a:gs>
            </a:gsLst>
            <a:path path="circle">
              <a:fillToRect l="50000" t="50000" r="50000" b="50000"/>
            </a:path>
            <a:tileRect/>
          </a:gradFill>
          <a:ln w="38100" cap="flat" cmpd="sng">
            <a:solidFill>
              <a:srgbClr val="9900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CFFCC"/>
              </a:buClr>
              <a:buSzPts val="5400"/>
              <a:buFont typeface="Arial" panose="020B0704020202020204"/>
              <a:buNone/>
            </a:pPr>
            <a:r>
              <a:rPr lang="en-US" sz="5400" b="1" i="0" u="none">
                <a:solidFill>
                  <a:srgbClr val="CCFFCC"/>
                </a:solidFill>
                <a:latin typeface="Arial" panose="020B0704020202020204"/>
                <a:ea typeface="Arial" panose="020B0704020202020204"/>
                <a:cs typeface="Arial" panose="020B0704020202020204"/>
                <a:sym typeface="Arial" panose="020B0704020202020204"/>
              </a:rPr>
              <a:t>5</a:t>
            </a:r>
            <a:endParaRPr lang="en-US" sz="5400" b="1" i="0" u="none">
              <a:solidFill>
                <a:srgbClr val="CCFFCC"/>
              </a:solidFill>
              <a:latin typeface="Arial" panose="020B0704020202020204"/>
              <a:ea typeface="Arial" panose="020B0704020202020204"/>
              <a:cs typeface="Arial" panose="020B0704020202020204"/>
              <a:sym typeface="Arial" panose="020B0704020202020204"/>
            </a:endParaRPr>
          </a:p>
        </p:txBody>
      </p:sp>
      <p:pic>
        <p:nvPicPr>
          <p:cNvPr id="502" name="Google Shape;502;p59" descr="j0234131"/>
          <p:cNvPicPr preferRelativeResize="0"/>
          <p:nvPr/>
        </p:nvPicPr>
        <p:blipFill rotWithShape="1">
          <a:blip r:embed="rId2"/>
          <a:srcRect/>
          <a:stretch>
            <a:fillRect/>
          </a:stretch>
        </p:blipFill>
        <p:spPr>
          <a:xfrm>
            <a:off x="7696200" y="5275262"/>
            <a:ext cx="838200" cy="914400"/>
          </a:xfrm>
          <a:prstGeom prst="rect">
            <a:avLst/>
          </a:prstGeom>
          <a:noFill/>
          <a:ln>
            <a:noFill/>
          </a:ln>
        </p:spPr>
      </p:pic>
      <p:sp>
        <p:nvSpPr>
          <p:cNvPr id="503" name="Google Shape;503;p59"/>
          <p:cNvSpPr/>
          <p:nvPr/>
        </p:nvSpPr>
        <p:spPr>
          <a:xfrm>
            <a:off x="228600" y="152400"/>
            <a:ext cx="1066800" cy="841375"/>
          </a:xfrm>
          <a:custGeom>
            <a:avLst/>
            <a:gdLst/>
            <a:ahLst/>
            <a:cxnLst/>
            <a:rect l="l" t="t" r="r" b="b"/>
            <a:pathLst>
              <a:path w="1066800" h="841375" extrusionOk="0">
                <a:moveTo>
                  <a:pt x="1" y="321376"/>
                </a:moveTo>
                <a:lnTo>
                  <a:pt x="407484" y="321378"/>
                </a:lnTo>
                <a:lnTo>
                  <a:pt x="533400" y="0"/>
                </a:lnTo>
                <a:lnTo>
                  <a:pt x="659316" y="321378"/>
                </a:lnTo>
                <a:lnTo>
                  <a:pt x="1066799" y="321376"/>
                </a:lnTo>
                <a:lnTo>
                  <a:pt x="737137" y="519996"/>
                </a:lnTo>
                <a:lnTo>
                  <a:pt x="863059" y="841373"/>
                </a:lnTo>
                <a:lnTo>
                  <a:pt x="533400" y="642749"/>
                </a:lnTo>
                <a:lnTo>
                  <a:pt x="203741" y="841373"/>
                </a:lnTo>
                <a:lnTo>
                  <a:pt x="329663" y="519996"/>
                </a:lnTo>
                <a:lnTo>
                  <a:pt x="1" y="321376"/>
                </a:lnTo>
                <a:close/>
              </a:path>
            </a:pathLst>
          </a:custGeom>
          <a:gradFill>
            <a:gsLst>
              <a:gs pos="0">
                <a:schemeClr val="lt1"/>
              </a:gs>
              <a:gs pos="100000">
                <a:srgbClr val="CC0099"/>
              </a:gs>
            </a:gsLst>
            <a:path path="circle">
              <a:fillToRect l="50000" t="50000" r="50000" b="50000"/>
            </a:path>
            <a:tileRect/>
          </a:gra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CC"/>
              </a:buClr>
              <a:buSzPts val="3200"/>
              <a:buFont typeface="Times New Roman" panose="02020603050405020304"/>
              <a:buNone/>
            </a:pPr>
            <a:r>
              <a:rPr lang="en-US" sz="3200" b="1" i="0" u="none">
                <a:solidFill>
                  <a:srgbClr val="0000CC"/>
                </a:solidFill>
                <a:latin typeface="Times New Roman" panose="02020603050405020304"/>
                <a:ea typeface="Times New Roman" panose="02020603050405020304"/>
                <a:cs typeface="Times New Roman" panose="02020603050405020304"/>
                <a:sym typeface="Times New Roman" panose="02020603050405020304"/>
              </a:rPr>
              <a:t>6</a:t>
            </a:r>
            <a:endParaRPr lang="en-US" sz="3200" b="1" i="0" u="none">
              <a:solidFill>
                <a:srgbClr val="0000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4" name="Google Shape;504;p59"/>
          <p:cNvSpPr txBox="1"/>
          <p:nvPr/>
        </p:nvSpPr>
        <p:spPr>
          <a:xfrm>
            <a:off x="228600" y="1066800"/>
            <a:ext cx="8534400" cy="1570037"/>
          </a:xfrm>
          <a:prstGeom prst="rect">
            <a:avLst/>
          </a:prstGeom>
          <a:solidFill>
            <a:srgbClr val="92D05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Em nãy nêu điều kiện để có sóng dừng trên dây có 2 đầu cố định và điều kiện để có sóng dừng trên dây có một đầu cố định, một đầu tự do?</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5" name="Google Shape;505;p59"/>
          <p:cNvSpPr txBox="1"/>
          <p:nvPr/>
        </p:nvSpPr>
        <p:spPr>
          <a:xfrm>
            <a:off x="0" y="0"/>
            <a:ext cx="8281987" cy="0"/>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6" name="Google Shape;506;p59"/>
          <p:cNvSpPr txBox="1"/>
          <p:nvPr/>
        </p:nvSpPr>
        <p:spPr>
          <a:xfrm>
            <a:off x="0" y="0"/>
            <a:ext cx="8580437" cy="0"/>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07" name="Google Shape;507;p59"/>
          <p:cNvGrpSpPr/>
          <p:nvPr/>
        </p:nvGrpSpPr>
        <p:grpSpPr>
          <a:xfrm>
            <a:off x="990600" y="2879725"/>
            <a:ext cx="6754812" cy="3333750"/>
            <a:chOff x="990600" y="2880479"/>
            <a:chExt cx="6698673" cy="3332995"/>
          </a:xfrm>
        </p:grpSpPr>
        <p:sp>
          <p:nvSpPr>
            <p:cNvPr id="508" name="Google Shape;508;p59" descr="Dashed horizontal"/>
            <p:cNvSpPr/>
            <p:nvPr/>
          </p:nvSpPr>
          <p:spPr>
            <a:xfrm>
              <a:off x="990600" y="2880479"/>
              <a:ext cx="6698673" cy="3332995"/>
            </a:xfrm>
            <a:prstGeom prst="roundRect">
              <a:avLst>
                <a:gd name="adj" fmla="val 16667"/>
              </a:avLst>
            </a:prstGeom>
            <a:blipFill rotWithShape="1">
              <a:blip r:embed="rId3"/>
              <a:stretch>
                <a:fillRect/>
              </a:stretch>
            </a:blipFill>
            <a:ln w="28575" cap="flat" cmpd="sng">
              <a:solidFill>
                <a:srgbClr val="FF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4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Điều kiện để có sóng dừng trên dây:</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4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+ 2 đầu cố định: </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40000"/>
                </a:lnSpc>
                <a:spcBef>
                  <a:spcPts val="0"/>
                </a:spcBef>
                <a:spcAft>
                  <a:spcPts val="0"/>
                </a:spcAft>
                <a:buClr>
                  <a:schemeClr val="dk1"/>
                </a:buClr>
                <a:buSzPts val="3200"/>
                <a:buFont typeface="Times New Roman" panose="02020603050405020304"/>
                <a:buNone/>
              </a:pPr>
              <a:r>
                <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Một đầu cố định, một đầu tự do:</a:t>
              </a:r>
              <a:endParaRPr lang="en-US"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3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09" name="Google Shape;509;p59"/>
            <p:cNvPicPr preferRelativeResize="0"/>
            <p:nvPr/>
          </p:nvPicPr>
          <p:blipFill rotWithShape="1">
            <a:blip r:embed="rId4"/>
            <a:srcRect/>
            <a:stretch>
              <a:fillRect/>
            </a:stretch>
          </p:blipFill>
          <p:spPr>
            <a:xfrm>
              <a:off x="4470833" y="3801410"/>
              <a:ext cx="1143000" cy="1000125"/>
            </a:xfrm>
            <a:prstGeom prst="rect">
              <a:avLst/>
            </a:prstGeom>
            <a:noFill/>
            <a:ln>
              <a:noFill/>
            </a:ln>
          </p:spPr>
        </p:pic>
        <p:pic>
          <p:nvPicPr>
            <p:cNvPr id="510" name="Google Shape;510;p59"/>
            <p:cNvPicPr preferRelativeResize="0"/>
            <p:nvPr/>
          </p:nvPicPr>
          <p:blipFill rotWithShape="1">
            <a:blip r:embed="rId5"/>
            <a:srcRect/>
            <a:stretch>
              <a:fillRect/>
            </a:stretch>
          </p:blipFill>
          <p:spPr>
            <a:xfrm>
              <a:off x="3427911" y="5215366"/>
              <a:ext cx="1829889" cy="88063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1000"/>
                                  </p:stCondLst>
                                  <p:childTnLst>
                                    <p:set>
                                      <p:cBhvr>
                                        <p:cTn id="6" dur="1" fill="hold">
                                          <p:stCondLst>
                                            <p:cond delay="0"/>
                                          </p:stCondLst>
                                        </p:cTn>
                                        <p:tgtEl>
                                          <p:spTgt spid="497"/>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1000"/>
                                  </p:stCondLst>
                                  <p:childTnLst>
                                    <p:set>
                                      <p:cBhvr>
                                        <p:cTn id="9" dur="1" fill="hold">
                                          <p:stCondLst>
                                            <p:cond delay="0"/>
                                          </p:stCondLst>
                                        </p:cTn>
                                        <p:tgtEl>
                                          <p:spTgt spid="498"/>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499"/>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500"/>
                                        </p:tgtEl>
                                        <p:attrNameLst>
                                          <p:attrName>style.visibility</p:attrName>
                                        </p:attrNameLst>
                                      </p:cBhvr>
                                      <p:to>
                                        <p:strVal val="visible"/>
                                      </p:to>
                                    </p:set>
                                  </p:childTnLst>
                                </p:cTn>
                              </p:par>
                            </p:childTnLst>
                          </p:cTn>
                        </p:par>
                        <p:par>
                          <p:cTn id="16" fill="hold">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5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96"/>
                                        </p:tgtEl>
                                        <p:attrNameLst>
                                          <p:attrName>style.visibility</p:attrName>
                                        </p:attrNameLst>
                                      </p:cBhvr>
                                      <p:to>
                                        <p:strVal val="visible"/>
                                      </p:to>
                                    </p:set>
                                    <p:animEffect transition="in" filter="fade">
                                      <p:cBhvr>
                                        <p:cTn id="23" dur="2000"/>
                                        <p:tgtEl>
                                          <p:spTgt spid="496"/>
                                        </p:tgtEl>
                                      </p:cBhvr>
                                    </p:animEffect>
                                  </p:childTnLst>
                                </p:cTn>
                              </p:par>
                              <p:par>
                                <p:cTn id="24" presetID="8" presetClass="emph" presetSubtype="0" fill="hold" nodeType="withEffect">
                                  <p:stCondLst>
                                    <p:cond delay="0"/>
                                  </p:stCondLst>
                                  <p:childTnLst>
                                    <p:animRot by="-21600000">
                                      <p:cBhvr>
                                        <p:cTn id="25" dur="2000" fill="hold"/>
                                        <p:tgtEl>
                                          <p:spTgt spid="49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15" name="Shape 515"/>
        <p:cNvGrpSpPr/>
        <p:nvPr/>
      </p:nvGrpSpPr>
      <p:grpSpPr>
        <a:xfrm>
          <a:off x="0" y="0"/>
          <a:ext cx="0" cy="0"/>
          <a:chOff x="0" y="0"/>
          <a:chExt cx="0" cy="0"/>
        </a:xfrm>
      </p:grpSpPr>
      <p:sp>
        <p:nvSpPr>
          <p:cNvPr id="516" name="Google Shape;516;p60"/>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panose="020B0704020202020204"/>
              <a:buNone/>
            </a:pPr>
            <a:fld id="{00000000-1234-1234-1234-123412341234}" type="slidenum">
              <a:rPr lang="en-US" sz="1400" b="0" i="0" u="none">
                <a:solidFill>
                  <a:schemeClr val="dk1"/>
                </a:solidFill>
                <a:latin typeface="Arial" panose="020B0704020202020204"/>
                <a:ea typeface="Arial" panose="020B0704020202020204"/>
                <a:cs typeface="Arial" panose="020B0704020202020204"/>
                <a:sym typeface="Arial" panose="020B0704020202020204"/>
              </a:rPr>
            </a:fld>
            <a:endParaRPr lang="en-US" sz="1400" b="0" i="0" u="none">
              <a:solidFill>
                <a:schemeClr val="dk1"/>
              </a:solidFill>
              <a:latin typeface="Arial" panose="020B0704020202020204"/>
              <a:ea typeface="Arial" panose="020B0704020202020204"/>
              <a:cs typeface="Arial" panose="020B0704020202020204"/>
              <a:sym typeface="Arial" panose="020B0704020202020204"/>
            </a:endParaRPr>
          </a:p>
        </p:txBody>
      </p:sp>
      <p:sp>
        <p:nvSpPr>
          <p:cNvPr id="517" name="Google Shape;517;p60"/>
          <p:cNvSpPr/>
          <p:nvPr/>
        </p:nvSpPr>
        <p:spPr>
          <a:xfrm>
            <a:off x="8229600" y="6324600"/>
            <a:ext cx="457200" cy="428625"/>
          </a:xfrm>
          <a:custGeom>
            <a:avLst/>
            <a:gdLst/>
            <a:ahLst/>
            <a:cxnLst/>
            <a:rect l="l" t="t" r="r" b="b"/>
            <a:pathLst>
              <a:path w="120000" h="120000" extrusionOk="0">
                <a:moveTo>
                  <a:pt x="0" y="0"/>
                </a:moveTo>
                <a:lnTo>
                  <a:pt x="120000" y="0"/>
                </a:lnTo>
                <a:lnTo>
                  <a:pt x="120000" y="120000"/>
                </a:lnTo>
                <a:lnTo>
                  <a:pt x="0" y="120000"/>
                </a:lnTo>
                <a:close/>
                <a:moveTo>
                  <a:pt x="102188" y="37500"/>
                </a:moveTo>
                <a:lnTo>
                  <a:pt x="81094" y="15000"/>
                </a:lnTo>
                <a:lnTo>
                  <a:pt x="60000" y="37500"/>
                </a:lnTo>
                <a:lnTo>
                  <a:pt x="70547" y="37500"/>
                </a:lnTo>
                <a:lnTo>
                  <a:pt x="70547" y="71250"/>
                </a:lnTo>
                <a:cubicBezTo>
                  <a:pt x="70547" y="77463"/>
                  <a:pt x="65825" y="82500"/>
                  <a:pt x="60000" y="82500"/>
                </a:cubicBezTo>
                <a:lnTo>
                  <a:pt x="49453" y="82500"/>
                </a:lnTo>
                <a:cubicBezTo>
                  <a:pt x="43628" y="82500"/>
                  <a:pt x="38906" y="77463"/>
                  <a:pt x="38906" y="71250"/>
                </a:cubicBezTo>
                <a:lnTo>
                  <a:pt x="38906" y="37500"/>
                </a:lnTo>
                <a:lnTo>
                  <a:pt x="17813" y="37500"/>
                </a:lnTo>
                <a:lnTo>
                  <a:pt x="17813" y="71250"/>
                </a:lnTo>
                <a:cubicBezTo>
                  <a:pt x="17813" y="89890"/>
                  <a:pt x="31978" y="105000"/>
                  <a:pt x="49453" y="105000"/>
                </a:cubicBezTo>
                <a:lnTo>
                  <a:pt x="60000" y="105000"/>
                </a:lnTo>
                <a:cubicBezTo>
                  <a:pt x="77475" y="105000"/>
                  <a:pt x="91641" y="89890"/>
                  <a:pt x="91641" y="71250"/>
                </a:cubicBezTo>
                <a:lnTo>
                  <a:pt x="91641" y="37500"/>
                </a:lnTo>
                <a:close/>
              </a:path>
              <a:path w="120000" h="120000" fill="darken" extrusionOk="0">
                <a:moveTo>
                  <a:pt x="102188" y="37500"/>
                </a:moveTo>
                <a:lnTo>
                  <a:pt x="81094" y="15000"/>
                </a:lnTo>
                <a:lnTo>
                  <a:pt x="60000" y="37500"/>
                </a:lnTo>
                <a:lnTo>
                  <a:pt x="70547" y="37500"/>
                </a:lnTo>
                <a:lnTo>
                  <a:pt x="70547" y="71250"/>
                </a:lnTo>
                <a:cubicBezTo>
                  <a:pt x="70547" y="77463"/>
                  <a:pt x="65825" y="82500"/>
                  <a:pt x="60000" y="82500"/>
                </a:cubicBezTo>
                <a:lnTo>
                  <a:pt x="49453" y="82500"/>
                </a:lnTo>
                <a:cubicBezTo>
                  <a:pt x="43628" y="82500"/>
                  <a:pt x="38906" y="77463"/>
                  <a:pt x="38906" y="71250"/>
                </a:cubicBezTo>
                <a:lnTo>
                  <a:pt x="38906" y="37500"/>
                </a:lnTo>
                <a:lnTo>
                  <a:pt x="17813" y="37500"/>
                </a:lnTo>
                <a:lnTo>
                  <a:pt x="17813" y="71250"/>
                </a:lnTo>
                <a:cubicBezTo>
                  <a:pt x="17813" y="89890"/>
                  <a:pt x="31978" y="105000"/>
                  <a:pt x="49453" y="105000"/>
                </a:cubicBezTo>
                <a:lnTo>
                  <a:pt x="60000" y="105000"/>
                </a:lnTo>
                <a:cubicBezTo>
                  <a:pt x="77475" y="105000"/>
                  <a:pt x="91641" y="89890"/>
                  <a:pt x="91641" y="71250"/>
                </a:cubicBezTo>
                <a:lnTo>
                  <a:pt x="91641" y="37500"/>
                </a:lnTo>
                <a:close/>
              </a:path>
              <a:path w="120000" h="120000" fill="none" extrusionOk="0">
                <a:moveTo>
                  <a:pt x="102188" y="37500"/>
                </a:moveTo>
                <a:lnTo>
                  <a:pt x="91641" y="37500"/>
                </a:lnTo>
                <a:lnTo>
                  <a:pt x="91641" y="71250"/>
                </a:lnTo>
                <a:cubicBezTo>
                  <a:pt x="91641" y="89890"/>
                  <a:pt x="77475" y="105000"/>
                  <a:pt x="60000" y="105000"/>
                </a:cubicBezTo>
                <a:lnTo>
                  <a:pt x="49453" y="105000"/>
                </a:lnTo>
                <a:cubicBezTo>
                  <a:pt x="31978" y="105000"/>
                  <a:pt x="17813" y="89890"/>
                  <a:pt x="17813" y="71250"/>
                </a:cubicBezTo>
                <a:lnTo>
                  <a:pt x="17813" y="37500"/>
                </a:lnTo>
                <a:lnTo>
                  <a:pt x="38906" y="37500"/>
                </a:lnTo>
                <a:lnTo>
                  <a:pt x="38906" y="71250"/>
                </a:lnTo>
                <a:cubicBezTo>
                  <a:pt x="38906" y="77463"/>
                  <a:pt x="43628" y="82500"/>
                  <a:pt x="49453" y="82500"/>
                </a:cubicBezTo>
                <a:lnTo>
                  <a:pt x="60000" y="82500"/>
                </a:lnTo>
                <a:cubicBezTo>
                  <a:pt x="65825" y="82500"/>
                  <a:pt x="70547" y="77463"/>
                  <a:pt x="70547" y="71250"/>
                </a:cubicBezTo>
                <a:lnTo>
                  <a:pt x="70547" y="37500"/>
                </a:lnTo>
                <a:lnTo>
                  <a:pt x="60000" y="37500"/>
                </a:lnTo>
                <a:lnTo>
                  <a:pt x="81094" y="15000"/>
                </a:lnTo>
                <a:close/>
              </a:path>
              <a:path w="120000" h="120000" fill="none" extrusionOk="0">
                <a:moveTo>
                  <a:pt x="0" y="0"/>
                </a:moveTo>
                <a:lnTo>
                  <a:pt x="120000" y="0"/>
                </a:lnTo>
                <a:lnTo>
                  <a:pt x="120000" y="120000"/>
                </a:lnTo>
                <a:lnTo>
                  <a:pt x="0" y="120000"/>
                </a:lnTo>
                <a:close/>
              </a:path>
            </a:pathLst>
          </a:cu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8" name="Google Shape;518;p60"/>
          <p:cNvSpPr/>
          <p:nvPr/>
        </p:nvSpPr>
        <p:spPr>
          <a:xfrm>
            <a:off x="0" y="142875"/>
            <a:ext cx="987425" cy="1001712"/>
          </a:xfrm>
          <a:custGeom>
            <a:avLst/>
            <a:gdLst/>
            <a:ahLst/>
            <a:cxnLst/>
            <a:rect l="l" t="t" r="r" b="b"/>
            <a:pathLst>
              <a:path w="987425" h="1001713" extrusionOk="0">
                <a:moveTo>
                  <a:pt x="1" y="382619"/>
                </a:moveTo>
                <a:lnTo>
                  <a:pt x="377165" y="382622"/>
                </a:lnTo>
                <a:lnTo>
                  <a:pt x="493713" y="0"/>
                </a:lnTo>
                <a:lnTo>
                  <a:pt x="610260" y="382622"/>
                </a:lnTo>
                <a:lnTo>
                  <a:pt x="987424" y="382619"/>
                </a:lnTo>
                <a:lnTo>
                  <a:pt x="682291" y="619090"/>
                </a:lnTo>
                <a:lnTo>
                  <a:pt x="798843" y="1001710"/>
                </a:lnTo>
                <a:lnTo>
                  <a:pt x="493713" y="765235"/>
                </a:lnTo>
                <a:lnTo>
                  <a:pt x="188582" y="1001710"/>
                </a:lnTo>
                <a:lnTo>
                  <a:pt x="305134" y="619090"/>
                </a:lnTo>
                <a:lnTo>
                  <a:pt x="1" y="382619"/>
                </a:lnTo>
                <a:close/>
              </a:path>
            </a:pathLst>
          </a:custGeom>
          <a:gradFill>
            <a:gsLst>
              <a:gs pos="0">
                <a:srgbClr val="00FFFF"/>
              </a:gs>
              <a:gs pos="100000">
                <a:srgbClr val="FF0066"/>
              </a:gs>
            </a:gsLst>
            <a:path path="circle">
              <a:fillToRect l="50000" t="50000" r="50000" b="50000"/>
            </a:path>
            <a:tileRect/>
          </a:gradFill>
          <a:ln w="9525" cap="flat" cmpd="sng">
            <a:solidFill>
              <a:srgbClr val="D600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3200"/>
              <a:buFont typeface="Times New Roman" panose="02020603050405020304"/>
              <a:buNone/>
            </a:pPr>
            <a:r>
              <a:rPr lang="en-US" sz="32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5</a:t>
            </a:r>
            <a:endParaRPr lang="en-US" sz="32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9" name="Google Shape;519;p60"/>
          <p:cNvSpPr/>
          <p:nvPr/>
        </p:nvSpPr>
        <p:spPr>
          <a:xfrm>
            <a:off x="8534400" y="123825"/>
            <a:ext cx="457200" cy="381000"/>
          </a:xfrm>
          <a:custGeom>
            <a:avLst/>
            <a:gdLst/>
            <a:ahLst/>
            <a:cxnLst/>
            <a:rect l="l" t="t" r="r" b="b"/>
            <a:pathLst>
              <a:path w="457200" h="381000" extrusionOk="0">
                <a:moveTo>
                  <a:pt x="0" y="145529"/>
                </a:moveTo>
                <a:lnTo>
                  <a:pt x="174636" y="145530"/>
                </a:lnTo>
                <a:lnTo>
                  <a:pt x="228600" y="0"/>
                </a:lnTo>
                <a:lnTo>
                  <a:pt x="282564" y="145530"/>
                </a:lnTo>
                <a:lnTo>
                  <a:pt x="457200" y="145529"/>
                </a:lnTo>
                <a:lnTo>
                  <a:pt x="315916" y="235470"/>
                </a:lnTo>
                <a:lnTo>
                  <a:pt x="369882" y="380999"/>
                </a:lnTo>
                <a:lnTo>
                  <a:pt x="228600" y="291056"/>
                </a:lnTo>
                <a:lnTo>
                  <a:pt x="87318" y="380999"/>
                </a:lnTo>
                <a:lnTo>
                  <a:pt x="141284" y="235470"/>
                </a:lnTo>
                <a:lnTo>
                  <a:pt x="0" y="145529"/>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0" name="Google Shape;520;p60"/>
          <p:cNvSpPr txBox="1"/>
          <p:nvPr/>
        </p:nvSpPr>
        <p:spPr>
          <a:xfrm>
            <a:off x="2665412" y="428625"/>
            <a:ext cx="5924550" cy="1004887"/>
          </a:xfrm>
          <a:prstGeom prst="rect">
            <a:avLst/>
          </a:prstGeom>
          <a:no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2400"/>
              <a:buFont typeface="Times New Roman" panose="02020603050405020304"/>
              <a:buNone/>
            </a:pPr>
            <a:endParaRPr sz="24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1" name="Google Shape;521;p60"/>
          <p:cNvSpPr/>
          <p:nvPr/>
        </p:nvSpPr>
        <p:spPr>
          <a:xfrm rot="1020000">
            <a:off x="228600" y="3886200"/>
            <a:ext cx="609600" cy="381000"/>
          </a:xfrm>
          <a:custGeom>
            <a:avLst/>
            <a:gdLst/>
            <a:ahLst/>
            <a:cxnLst/>
            <a:rect l="l" t="t" r="r" b="b"/>
            <a:pathLst>
              <a:path w="21600" h="21600" extrusionOk="0">
                <a:moveTo>
                  <a:pt x="16200" y="0"/>
                </a:moveTo>
                <a:lnTo>
                  <a:pt x="16200" y="5400"/>
                </a:lnTo>
                <a:lnTo>
                  <a:pt x="3375" y="5400"/>
                </a:lnTo>
                <a:lnTo>
                  <a:pt x="3375" y="16200"/>
                </a:lnTo>
                <a:lnTo>
                  <a:pt x="16200" y="16200"/>
                </a:lnTo>
                <a:lnTo>
                  <a:pt x="16200" y="21600"/>
                </a:lnTo>
                <a:lnTo>
                  <a:pt x="21600" y="10800"/>
                </a:lnTo>
                <a:lnTo>
                  <a:pt x="16200" y="0"/>
                </a:lnTo>
                <a:close/>
              </a:path>
              <a:path w="21600" h="21600" extrusionOk="0">
                <a:moveTo>
                  <a:pt x="1350" y="5400"/>
                </a:moveTo>
                <a:lnTo>
                  <a:pt x="1350" y="16200"/>
                </a:lnTo>
                <a:lnTo>
                  <a:pt x="2700" y="16200"/>
                </a:lnTo>
                <a:lnTo>
                  <a:pt x="2700" y="5400"/>
                </a:lnTo>
                <a:lnTo>
                  <a:pt x="1350" y="5400"/>
                </a:lnTo>
                <a:close/>
              </a:path>
              <a:path w="21600" h="21600" extrusionOk="0">
                <a:moveTo>
                  <a:pt x="0" y="5400"/>
                </a:moveTo>
                <a:lnTo>
                  <a:pt x="0" y="16200"/>
                </a:lnTo>
                <a:lnTo>
                  <a:pt x="675" y="16200"/>
                </a:lnTo>
                <a:lnTo>
                  <a:pt x="675" y="5400"/>
                </a:lnTo>
                <a:lnTo>
                  <a:pt x="0" y="5400"/>
                </a:lnTo>
                <a:close/>
              </a:path>
            </a:pathLst>
          </a:custGeom>
          <a:solidFill>
            <a:srgbClr val="FFFF00"/>
          </a:soli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2" name="Google Shape;522;p60"/>
          <p:cNvSpPr/>
          <p:nvPr/>
        </p:nvSpPr>
        <p:spPr>
          <a:xfrm>
            <a:off x="3810000" y="446087"/>
            <a:ext cx="2178050" cy="2220912"/>
          </a:xfrm>
          <a:custGeom>
            <a:avLst/>
            <a:gdLst/>
            <a:ahLst/>
            <a:cxnLst/>
            <a:rect l="l" t="t" r="r" b="b"/>
            <a:pathLst>
              <a:path w="2178050" h="2220912" extrusionOk="0">
                <a:moveTo>
                  <a:pt x="2" y="848311"/>
                </a:moveTo>
                <a:lnTo>
                  <a:pt x="831946" y="848317"/>
                </a:lnTo>
                <a:lnTo>
                  <a:pt x="1089025" y="0"/>
                </a:lnTo>
                <a:lnTo>
                  <a:pt x="1346104" y="848317"/>
                </a:lnTo>
                <a:lnTo>
                  <a:pt x="2178048" y="848311"/>
                </a:lnTo>
                <a:lnTo>
                  <a:pt x="1504988" y="1372593"/>
                </a:lnTo>
                <a:lnTo>
                  <a:pt x="1762078" y="2220906"/>
                </a:lnTo>
                <a:lnTo>
                  <a:pt x="1089025" y="1696614"/>
                </a:lnTo>
                <a:lnTo>
                  <a:pt x="415972" y="2220906"/>
                </a:lnTo>
                <a:lnTo>
                  <a:pt x="673062" y="1372593"/>
                </a:lnTo>
                <a:lnTo>
                  <a:pt x="2" y="848311"/>
                </a:lnTo>
                <a:close/>
              </a:path>
            </a:pathLst>
          </a:custGeom>
          <a:gradFill>
            <a:gsLst>
              <a:gs pos="0">
                <a:srgbClr val="FFFF00"/>
              </a:gs>
              <a:gs pos="100000">
                <a:srgbClr val="FF3300"/>
              </a:gs>
            </a:gsLst>
            <a:path path="circle">
              <a:fillToRect l="50000" t="50000" r="50000" b="50000"/>
            </a:path>
            <a:tileRect/>
          </a:gradFill>
          <a:ln w="9525" cap="flat" cmpd="sng">
            <a:solidFill>
              <a:schemeClr val="dk1"/>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3" name="Google Shape;523;p60"/>
          <p:cNvSpPr txBox="1"/>
          <p:nvPr/>
        </p:nvSpPr>
        <p:spPr>
          <a:xfrm>
            <a:off x="2616200" y="3092450"/>
            <a:ext cx="4654550" cy="641350"/>
          </a:xfrm>
          <a:prstGeom prst="rect">
            <a:avLst/>
          </a:prstGeom>
          <a:noFill/>
          <a:ln>
            <a:noFill/>
          </a:ln>
          <a:effectLst>
            <a:outerShdw blurRad="63500" dist="35921" dir="2700000">
              <a:schemeClr val="lt2"/>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600"/>
              <a:buFont typeface="Times New Roman" panose="02020603050405020304"/>
              <a:buNone/>
            </a:pPr>
            <a:r>
              <a:rPr lang="en-US" sz="36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Ngôi sao may mắn !</a:t>
            </a:r>
            <a:endParaRPr lang="en-US" sz="36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4" name="Google Shape;524;p60"/>
          <p:cNvSpPr/>
          <p:nvPr/>
        </p:nvSpPr>
        <p:spPr>
          <a:xfrm>
            <a:off x="304800" y="2438400"/>
            <a:ext cx="685800" cy="609600"/>
          </a:xfrm>
          <a:custGeom>
            <a:avLst/>
            <a:gdLst/>
            <a:ahLst/>
            <a:cxnLst/>
            <a:rect l="l" t="t" r="r" b="b"/>
            <a:pathLst>
              <a:path w="685800" h="609600" extrusionOk="0">
                <a:moveTo>
                  <a:pt x="1" y="232846"/>
                </a:moveTo>
                <a:lnTo>
                  <a:pt x="261954" y="232848"/>
                </a:lnTo>
                <a:lnTo>
                  <a:pt x="342900" y="0"/>
                </a:lnTo>
                <a:lnTo>
                  <a:pt x="423846" y="232848"/>
                </a:lnTo>
                <a:lnTo>
                  <a:pt x="685799" y="232846"/>
                </a:lnTo>
                <a:lnTo>
                  <a:pt x="473874" y="376752"/>
                </a:lnTo>
                <a:lnTo>
                  <a:pt x="554823" y="609598"/>
                </a:lnTo>
                <a:lnTo>
                  <a:pt x="342900" y="465690"/>
                </a:lnTo>
                <a:lnTo>
                  <a:pt x="130977" y="609598"/>
                </a:lnTo>
                <a:lnTo>
                  <a:pt x="211926" y="376752"/>
                </a:lnTo>
                <a:lnTo>
                  <a:pt x="1" y="232846"/>
                </a:lnTo>
                <a:close/>
              </a:path>
            </a:pathLst>
          </a:custGeom>
          <a:gradFill>
            <a:gsLst>
              <a:gs pos="0">
                <a:srgbClr val="FFFF00"/>
              </a:gs>
              <a:gs pos="100000">
                <a:srgbClr val="1907FD"/>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5" name="Google Shape;525;p60"/>
          <p:cNvSpPr/>
          <p:nvPr/>
        </p:nvSpPr>
        <p:spPr>
          <a:xfrm>
            <a:off x="5562600" y="5867400"/>
            <a:ext cx="457200" cy="685800"/>
          </a:xfrm>
          <a:prstGeom prst="irregularSeal1">
            <a:avLst/>
          </a:prstGeom>
          <a:gradFill>
            <a:gsLst>
              <a:gs pos="0">
                <a:srgbClr val="FF0000"/>
              </a:gs>
              <a:gs pos="100000">
                <a:srgbClr val="1907FD"/>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6" name="Google Shape;526;p60"/>
          <p:cNvSpPr/>
          <p:nvPr/>
        </p:nvSpPr>
        <p:spPr>
          <a:xfrm>
            <a:off x="7696200" y="5943600"/>
            <a:ext cx="533400" cy="533400"/>
          </a:xfrm>
          <a:custGeom>
            <a:avLst/>
            <a:gdLst/>
            <a:ahLst/>
            <a:cxnLst/>
            <a:rect l="l" t="t" r="r" b="b"/>
            <a:pathLst>
              <a:path w="533400" h="533400" extrusionOk="0">
                <a:moveTo>
                  <a:pt x="1" y="203740"/>
                </a:moveTo>
                <a:lnTo>
                  <a:pt x="203742" y="203742"/>
                </a:lnTo>
                <a:lnTo>
                  <a:pt x="266700" y="0"/>
                </a:lnTo>
                <a:lnTo>
                  <a:pt x="329658" y="203742"/>
                </a:lnTo>
                <a:lnTo>
                  <a:pt x="533399" y="203740"/>
                </a:lnTo>
                <a:lnTo>
                  <a:pt x="368569" y="329658"/>
                </a:lnTo>
                <a:lnTo>
                  <a:pt x="431529" y="533399"/>
                </a:lnTo>
                <a:lnTo>
                  <a:pt x="266700" y="407479"/>
                </a:lnTo>
                <a:lnTo>
                  <a:pt x="101871" y="533399"/>
                </a:lnTo>
                <a:lnTo>
                  <a:pt x="164831" y="329658"/>
                </a:lnTo>
                <a:lnTo>
                  <a:pt x="1" y="203740"/>
                </a:lnTo>
                <a:close/>
              </a:path>
            </a:pathLst>
          </a:custGeom>
          <a:gradFill>
            <a:gsLst>
              <a:gs pos="0">
                <a:srgbClr val="FFFF00"/>
              </a:gs>
              <a:gs pos="100000">
                <a:srgbClr val="1907FD"/>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7" name="Google Shape;527;p60"/>
          <p:cNvSpPr/>
          <p:nvPr/>
        </p:nvSpPr>
        <p:spPr>
          <a:xfrm>
            <a:off x="1447800" y="5943600"/>
            <a:ext cx="493712" cy="539750"/>
          </a:xfrm>
          <a:prstGeom prst="star4">
            <a:avLst>
              <a:gd name="adj" fmla="val 12500"/>
            </a:avLst>
          </a:prstGeom>
          <a:gradFill>
            <a:gsLst>
              <a:gs pos="0">
                <a:srgbClr val="06E81C"/>
              </a:gs>
              <a:gs pos="100000">
                <a:srgbClr val="FF820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8" name="Google Shape;528;p60"/>
          <p:cNvSpPr/>
          <p:nvPr/>
        </p:nvSpPr>
        <p:spPr>
          <a:xfrm>
            <a:off x="8382000" y="5181600"/>
            <a:ext cx="403225" cy="392112"/>
          </a:xfrm>
          <a:custGeom>
            <a:avLst/>
            <a:gdLst/>
            <a:ahLst/>
            <a:cxnLst/>
            <a:rect l="l" t="t" r="r" b="b"/>
            <a:pathLst>
              <a:path w="403225" h="392113" extrusionOk="0">
                <a:moveTo>
                  <a:pt x="0" y="149773"/>
                </a:moveTo>
                <a:lnTo>
                  <a:pt x="154019" y="149775"/>
                </a:lnTo>
                <a:lnTo>
                  <a:pt x="201613" y="0"/>
                </a:lnTo>
                <a:lnTo>
                  <a:pt x="249206" y="149775"/>
                </a:lnTo>
                <a:lnTo>
                  <a:pt x="403225" y="149773"/>
                </a:lnTo>
                <a:lnTo>
                  <a:pt x="278620" y="242338"/>
                </a:lnTo>
                <a:lnTo>
                  <a:pt x="326216" y="392112"/>
                </a:lnTo>
                <a:lnTo>
                  <a:pt x="201613" y="299546"/>
                </a:lnTo>
                <a:lnTo>
                  <a:pt x="77009" y="392112"/>
                </a:lnTo>
                <a:lnTo>
                  <a:pt x="124605" y="242338"/>
                </a:lnTo>
                <a:lnTo>
                  <a:pt x="0" y="149773"/>
                </a:lnTo>
                <a:close/>
              </a:path>
            </a:pathLst>
          </a:custGeom>
          <a:gradFill>
            <a:gsLst>
              <a:gs pos="0">
                <a:srgbClr val="FF0000"/>
              </a:gs>
              <a:gs pos="100000">
                <a:srgbClr val="FFFF0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29" name="Google Shape;529;p60" descr="36_1_11"/>
          <p:cNvPicPr preferRelativeResize="0"/>
          <p:nvPr/>
        </p:nvPicPr>
        <p:blipFill rotWithShape="1">
          <a:blip r:embed="rId1"/>
          <a:srcRect/>
          <a:stretch>
            <a:fillRect/>
          </a:stretch>
        </p:blipFill>
        <p:spPr>
          <a:xfrm>
            <a:off x="4191000" y="4419600"/>
            <a:ext cx="1295400" cy="1295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000" fill="hold"/>
                                        <p:tgtEl>
                                          <p:spTgt spid="519"/>
                                        </p:tgtEl>
                                        <p:attrNameLst>
                                          <p:attrName>r</p:attrName>
                                        </p:attrNameLst>
                                      </p:cBhvr>
                                    </p:animRot>
                                  </p:childTnLst>
                                </p:cTn>
                              </p:par>
                              <p:par>
                                <p:cTn id="7" presetID="8" presetClass="emph" presetSubtype="0" fill="hold" nodeType="withEffect">
                                  <p:stCondLst>
                                    <p:cond delay="0"/>
                                  </p:stCondLst>
                                  <p:childTnLst>
                                    <p:animRot by="-21600000">
                                      <p:cBhvr>
                                        <p:cTn id="8" dur="5000" fill="hold"/>
                                        <p:tgtEl>
                                          <p:spTgt spid="522"/>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524"/>
                                        </p:tgtEl>
                                        <p:attrNameLst>
                                          <p:attrName>style.visibility</p:attrName>
                                        </p:attrNameLst>
                                      </p:cBhvr>
                                      <p:to>
                                        <p:strVal val="visible"/>
                                      </p:to>
                                    </p:set>
                                    <p:anim calcmode="lin" valueType="num">
                                      <p:cBhvr additive="base">
                                        <p:cTn id="11" dur="1000"/>
                                        <p:tgtEl>
                                          <p:spTgt spid="524"/>
                                        </p:tgtEl>
                                        <p:attrNameLst>
                                          <p:attrName>ppt_w</p:attrName>
                                        </p:attrNameLst>
                                      </p:cBhvr>
                                      <p:tavLst>
                                        <p:tav tm="0" fmla="">
                                          <p:val>
                                            <p:fltVal val="0"/>
                                          </p:val>
                                        </p:tav>
                                        <p:tav tm="100000" fmla="">
                                          <p:val>
                                            <p:strVal val="#ppt_w"/>
                                          </p:val>
                                        </p:tav>
                                      </p:tavLst>
                                    </p:anim>
                                    <p:anim calcmode="lin" valueType="num">
                                      <p:cBhvr additive="base">
                                        <p:cTn id="12" dur="1000"/>
                                        <p:tgtEl>
                                          <p:spTgt spid="524"/>
                                        </p:tgtEl>
                                        <p:attrNameLst>
                                          <p:attrName>ppt_h</p:attrName>
                                        </p:attrNameLst>
                                      </p:cBhvr>
                                      <p:tavLst>
                                        <p:tav tm="0" fmla="">
                                          <p:val>
                                            <p:fltVal val="0"/>
                                          </p:val>
                                        </p:tav>
                                        <p:tav tm="100000" fmla="">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525"/>
                                        </p:tgtEl>
                                        <p:attrNameLst>
                                          <p:attrName>style.visibility</p:attrName>
                                        </p:attrNameLst>
                                      </p:cBhvr>
                                      <p:to>
                                        <p:strVal val="visible"/>
                                      </p:to>
                                    </p:set>
                                    <p:anim calcmode="lin" valueType="num">
                                      <p:cBhvr additive="base">
                                        <p:cTn id="15" dur="1000"/>
                                        <p:tgtEl>
                                          <p:spTgt spid="525"/>
                                        </p:tgtEl>
                                        <p:attrNameLst>
                                          <p:attrName>ppt_w</p:attrName>
                                        </p:attrNameLst>
                                      </p:cBhvr>
                                      <p:tavLst>
                                        <p:tav tm="0" fmla="">
                                          <p:val>
                                            <p:fltVal val="0"/>
                                          </p:val>
                                        </p:tav>
                                        <p:tav tm="100000" fmla="">
                                          <p:val>
                                            <p:strVal val="#ppt_w"/>
                                          </p:val>
                                        </p:tav>
                                      </p:tavLst>
                                    </p:anim>
                                    <p:anim calcmode="lin" valueType="num">
                                      <p:cBhvr additive="base">
                                        <p:cTn id="16" dur="1000"/>
                                        <p:tgtEl>
                                          <p:spTgt spid="525"/>
                                        </p:tgtEl>
                                        <p:attrNameLst>
                                          <p:attrName>ppt_h</p:attrName>
                                        </p:attrNameLst>
                                      </p:cBhvr>
                                      <p:tavLst>
                                        <p:tav tm="0" fmla="">
                                          <p:val>
                                            <p:fltVal val="0"/>
                                          </p:val>
                                        </p:tav>
                                        <p:tav tm="100000" fmla="">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526"/>
                                        </p:tgtEl>
                                        <p:attrNameLst>
                                          <p:attrName>style.visibility</p:attrName>
                                        </p:attrNameLst>
                                      </p:cBhvr>
                                      <p:to>
                                        <p:strVal val="visible"/>
                                      </p:to>
                                    </p:set>
                                    <p:anim calcmode="lin" valueType="num">
                                      <p:cBhvr additive="base">
                                        <p:cTn id="19" dur="1000"/>
                                        <p:tgtEl>
                                          <p:spTgt spid="526"/>
                                        </p:tgtEl>
                                        <p:attrNameLst>
                                          <p:attrName>ppt_w</p:attrName>
                                        </p:attrNameLst>
                                      </p:cBhvr>
                                      <p:tavLst>
                                        <p:tav tm="0" fmla="">
                                          <p:val>
                                            <p:fltVal val="0"/>
                                          </p:val>
                                        </p:tav>
                                        <p:tav tm="100000" fmla="">
                                          <p:val>
                                            <p:strVal val="#ppt_w"/>
                                          </p:val>
                                        </p:tav>
                                      </p:tavLst>
                                    </p:anim>
                                    <p:anim calcmode="lin" valueType="num">
                                      <p:cBhvr additive="base">
                                        <p:cTn id="20" dur="1000"/>
                                        <p:tgtEl>
                                          <p:spTgt spid="526"/>
                                        </p:tgtEl>
                                        <p:attrNameLst>
                                          <p:attrName>ppt_h</p:attrName>
                                        </p:attrNameLst>
                                      </p:cBhvr>
                                      <p:tavLst>
                                        <p:tav tm="0" fmla="">
                                          <p:val>
                                            <p:fltVal val="0"/>
                                          </p:val>
                                        </p:tav>
                                        <p:tav tm="100000" fmla="">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527"/>
                                        </p:tgtEl>
                                        <p:attrNameLst>
                                          <p:attrName>style.visibility</p:attrName>
                                        </p:attrNameLst>
                                      </p:cBhvr>
                                      <p:to>
                                        <p:strVal val="visible"/>
                                      </p:to>
                                    </p:set>
                                    <p:anim calcmode="lin" valueType="num">
                                      <p:cBhvr additive="base">
                                        <p:cTn id="23" dur="1000"/>
                                        <p:tgtEl>
                                          <p:spTgt spid="527"/>
                                        </p:tgtEl>
                                        <p:attrNameLst>
                                          <p:attrName>ppt_w</p:attrName>
                                        </p:attrNameLst>
                                      </p:cBhvr>
                                      <p:tavLst>
                                        <p:tav tm="0" fmla="">
                                          <p:val>
                                            <p:fltVal val="0"/>
                                          </p:val>
                                        </p:tav>
                                        <p:tav tm="100000" fmla="">
                                          <p:val>
                                            <p:strVal val="#ppt_w"/>
                                          </p:val>
                                        </p:tav>
                                      </p:tavLst>
                                    </p:anim>
                                    <p:anim calcmode="lin" valueType="num">
                                      <p:cBhvr additive="base">
                                        <p:cTn id="24" dur="1000"/>
                                        <p:tgtEl>
                                          <p:spTgt spid="527"/>
                                        </p:tgtEl>
                                        <p:attrNameLst>
                                          <p:attrName>ppt_h</p:attrName>
                                        </p:attrNameLst>
                                      </p:cBhvr>
                                      <p:tavLst>
                                        <p:tav tm="0" fmla="">
                                          <p:val>
                                            <p:fltVal val="0"/>
                                          </p:val>
                                        </p:tav>
                                        <p:tav tm="100000" fmla="">
                                          <p:val>
                                            <p:strVal val="#ppt_h"/>
                                          </p:val>
                                        </p:tav>
                                      </p:tavLst>
                                    </p:anim>
                                  </p:childTnLst>
                                </p:cTn>
                              </p:par>
                              <p:par>
                                <p:cTn id="25" presetID="23" presetClass="entr" presetSubtype="16" fill="hold" nodeType="withEffect">
                                  <p:stCondLst>
                                    <p:cond delay="1500"/>
                                  </p:stCondLst>
                                  <p:childTnLst>
                                    <p:set>
                                      <p:cBhvr>
                                        <p:cTn id="26" dur="1" fill="hold">
                                          <p:stCondLst>
                                            <p:cond delay="0"/>
                                          </p:stCondLst>
                                        </p:cTn>
                                        <p:tgtEl>
                                          <p:spTgt spid="528"/>
                                        </p:tgtEl>
                                        <p:attrNameLst>
                                          <p:attrName>style.visibility</p:attrName>
                                        </p:attrNameLst>
                                      </p:cBhvr>
                                      <p:to>
                                        <p:strVal val="visible"/>
                                      </p:to>
                                    </p:set>
                                    <p:anim calcmode="lin" valueType="num">
                                      <p:cBhvr additive="base">
                                        <p:cTn id="27" dur="1000"/>
                                        <p:tgtEl>
                                          <p:spTgt spid="528"/>
                                        </p:tgtEl>
                                        <p:attrNameLst>
                                          <p:attrName>ppt_w</p:attrName>
                                        </p:attrNameLst>
                                      </p:cBhvr>
                                      <p:tavLst>
                                        <p:tav tm="0" fmla="">
                                          <p:val>
                                            <p:fltVal val="0"/>
                                          </p:val>
                                        </p:tav>
                                        <p:tav tm="100000" fmla="">
                                          <p:val>
                                            <p:strVal val="#ppt_w"/>
                                          </p:val>
                                        </p:tav>
                                      </p:tavLst>
                                    </p:anim>
                                    <p:anim calcmode="lin" valueType="num">
                                      <p:cBhvr additive="base">
                                        <p:cTn id="28" dur="1000"/>
                                        <p:tgtEl>
                                          <p:spTgt spid="528"/>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33" name="Shape 533"/>
        <p:cNvGrpSpPr/>
        <p:nvPr/>
      </p:nvGrpSpPr>
      <p:grpSpPr>
        <a:xfrm>
          <a:off x="0" y="0"/>
          <a:ext cx="0" cy="0"/>
          <a:chOff x="0" y="0"/>
          <a:chExt cx="0" cy="0"/>
        </a:xfrm>
      </p:grpSpPr>
      <p:sp>
        <p:nvSpPr>
          <p:cNvPr id="534" name="Google Shape;534;p61"/>
          <p:cNvSpPr txBox="1"/>
          <p:nvPr/>
        </p:nvSpPr>
        <p:spPr>
          <a:xfrm>
            <a:off x="92075" y="61912"/>
            <a:ext cx="8959850" cy="646112"/>
          </a:xfrm>
          <a:prstGeom prst="rect">
            <a:avLst/>
          </a:prstGeom>
          <a:solidFill>
            <a:srgbClr val="C0000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 CÁC VÍ DỤ</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5" name="Google Shape;535;p61"/>
          <p:cNvSpPr txBox="1"/>
          <p:nvPr/>
        </p:nvSpPr>
        <p:spPr>
          <a:xfrm>
            <a:off x="111125" y="715962"/>
            <a:ext cx="9032875" cy="20621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Ví dụ 1:</a:t>
            </a:r>
            <a:r>
              <a:rPr lang="en-US" sz="28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r>
              <a:rPr lang="en-US" sz="25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sóng âm có tần số 192 Hz và truyền đi được quãng đường 91,4 m trong 0,27 s. Hãy tính:</a:t>
            </a:r>
            <a:endParaRPr lang="en-US" sz="25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58750" algn="l" rtl="0">
              <a:lnSpc>
                <a:spcPct val="100000"/>
              </a:lnSpc>
              <a:spcBef>
                <a:spcPts val="0"/>
              </a:spcBef>
              <a:spcAft>
                <a:spcPts val="0"/>
              </a:spcAft>
              <a:buClr>
                <a:srgbClr val="000000"/>
              </a:buClr>
              <a:buSzPts val="2500"/>
              <a:buFont typeface="Times New Roman" panose="02020603050405020304"/>
              <a:buAutoNum type="alphaLcPeriod"/>
            </a:pPr>
            <a:r>
              <a:rPr lang="en-US" sz="25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Tốc độ truyền sóng.</a:t>
            </a:r>
            <a:endParaRPr lang="en-US" sz="25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58750" algn="l" rtl="0">
              <a:lnSpc>
                <a:spcPct val="100000"/>
              </a:lnSpc>
              <a:spcBef>
                <a:spcPts val="0"/>
              </a:spcBef>
              <a:spcAft>
                <a:spcPts val="0"/>
              </a:spcAft>
              <a:buClr>
                <a:srgbClr val="000000"/>
              </a:buClr>
              <a:buSzPts val="2500"/>
              <a:buFont typeface="Times New Roman" panose="02020603050405020304"/>
              <a:buAutoNum type="alphaLcPeriod"/>
            </a:pPr>
            <a:r>
              <a:rPr lang="en-US" sz="25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Bước sóng.</a:t>
            </a:r>
            <a:endParaRPr lang="en-US" sz="25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58750" algn="l" rtl="0">
              <a:lnSpc>
                <a:spcPct val="100000"/>
              </a:lnSpc>
              <a:spcBef>
                <a:spcPts val="0"/>
              </a:spcBef>
              <a:spcAft>
                <a:spcPts val="0"/>
              </a:spcAft>
              <a:buClr>
                <a:srgbClr val="000000"/>
              </a:buClr>
              <a:buSzPts val="2500"/>
              <a:buFont typeface="Times New Roman" panose="02020603050405020304"/>
              <a:buAutoNum type="alphaLcPeriod"/>
            </a:pPr>
            <a:r>
              <a:rPr lang="en-US" sz="25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Nếu tần số sóng là 442 Hz thì bước sóng và chu kì là bao nhiêu?</a:t>
            </a:r>
            <a:endParaRPr lang="en-US" sz="25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6" name="Google Shape;536;p61"/>
          <p:cNvSpPr txBox="1"/>
          <p:nvPr/>
        </p:nvSpPr>
        <p:spPr>
          <a:xfrm>
            <a:off x="3352800" y="2743200"/>
            <a:ext cx="9525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Times New Roman" panose="02020603050405020304"/>
              <a:buNone/>
            </a:pPr>
            <a:r>
              <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rPr>
              <a:t>Giải</a:t>
            </a:r>
            <a:endPar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7" name="Google Shape;537;p61"/>
          <p:cNvSpPr txBox="1"/>
          <p:nvPr/>
        </p:nvSpPr>
        <p:spPr>
          <a:xfrm>
            <a:off x="1981200" y="3257550"/>
            <a:ext cx="3443287" cy="522287"/>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2800"/>
              <a:buFont typeface="Times New Roman" panose="02020603050405020304"/>
              <a:buNone/>
            </a:pPr>
            <a:r>
              <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a:t>
            </a: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Tốc độ truyền sóng:</a:t>
            </a:r>
            <a:endPar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38" name="Google Shape;538;p61"/>
          <p:cNvPicPr preferRelativeResize="0"/>
          <p:nvPr/>
        </p:nvPicPr>
        <p:blipFill rotWithShape="1">
          <a:blip r:embed="rId1"/>
          <a:srcRect/>
          <a:stretch>
            <a:fillRect/>
          </a:stretch>
        </p:blipFill>
        <p:spPr>
          <a:xfrm>
            <a:off x="5319712" y="3098800"/>
            <a:ext cx="3581400" cy="963612"/>
          </a:xfrm>
          <a:prstGeom prst="rect">
            <a:avLst/>
          </a:prstGeom>
          <a:noFill/>
          <a:ln>
            <a:noFill/>
          </a:ln>
        </p:spPr>
      </p:pic>
      <p:pic>
        <p:nvPicPr>
          <p:cNvPr id="539" name="Google Shape;539;p61"/>
          <p:cNvPicPr preferRelativeResize="0"/>
          <p:nvPr/>
        </p:nvPicPr>
        <p:blipFill rotWithShape="1">
          <a:blip r:embed="rId2"/>
          <a:srcRect/>
          <a:stretch>
            <a:fillRect/>
          </a:stretch>
        </p:blipFill>
        <p:spPr>
          <a:xfrm>
            <a:off x="4305300" y="4062412"/>
            <a:ext cx="4572000" cy="919162"/>
          </a:xfrm>
          <a:prstGeom prst="rect">
            <a:avLst/>
          </a:prstGeom>
          <a:noFill/>
          <a:ln>
            <a:noFill/>
          </a:ln>
        </p:spPr>
      </p:pic>
      <p:pic>
        <p:nvPicPr>
          <p:cNvPr id="540" name="Google Shape;540;p61"/>
          <p:cNvPicPr preferRelativeResize="0"/>
          <p:nvPr/>
        </p:nvPicPr>
        <p:blipFill rotWithShape="1">
          <a:blip r:embed="rId3"/>
          <a:srcRect/>
          <a:stretch>
            <a:fillRect/>
          </a:stretch>
        </p:blipFill>
        <p:spPr>
          <a:xfrm>
            <a:off x="4305300" y="5162550"/>
            <a:ext cx="3695700" cy="1619250"/>
          </a:xfrm>
          <a:prstGeom prst="rect">
            <a:avLst/>
          </a:prstGeom>
          <a:noFill/>
          <a:ln>
            <a:noFill/>
          </a:ln>
        </p:spPr>
      </p:pic>
      <p:sp>
        <p:nvSpPr>
          <p:cNvPr id="541" name="Google Shape;541;p61"/>
          <p:cNvSpPr txBox="1"/>
          <p:nvPr/>
        </p:nvSpPr>
        <p:spPr>
          <a:xfrm>
            <a:off x="1946275" y="4216400"/>
            <a:ext cx="2168525" cy="522287"/>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Bước sóng</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2" name="Google Shape;542;p61"/>
          <p:cNvSpPr txBox="1"/>
          <p:nvPr/>
        </p:nvSpPr>
        <p:spPr>
          <a:xfrm>
            <a:off x="1946275" y="5038725"/>
            <a:ext cx="2133600" cy="954087"/>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 Bước sóng và chu kì là</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3" name="Google Shape;543;p61"/>
          <p:cNvSpPr txBox="1"/>
          <p:nvPr/>
        </p:nvSpPr>
        <p:spPr>
          <a:xfrm>
            <a:off x="76200" y="2847975"/>
            <a:ext cx="1870075" cy="3324225"/>
          </a:xfrm>
          <a:prstGeom prst="rect">
            <a:avLst/>
          </a:prstGeom>
          <a:noFill/>
          <a:ln>
            <a:noFill/>
          </a:ln>
        </p:spPr>
        <p:txBody>
          <a:bodyPr spcFirstLastPara="1" wrap="square" lIns="91425" tIns="45700" rIns="91425" bIns="45700" anchor="t" anchorCtr="0">
            <a:spAutoFit/>
          </a:bodyPr>
          <a:lstStyle/>
          <a:p>
            <a:pPr marL="0" marR="0" lvl="0" indent="0" algn="just" rtl="0">
              <a:lnSpc>
                <a:spcPct val="46000"/>
              </a:lnSpc>
              <a:spcBef>
                <a:spcPts val="0"/>
              </a:spcBef>
              <a:spcAft>
                <a:spcPts val="0"/>
              </a:spcAft>
              <a:buClr>
                <a:schemeClr val="dk1"/>
              </a:buClr>
              <a:buSzPts val="2600"/>
              <a:buFont typeface="Times New Roman" panose="02020603050405020304"/>
              <a:buNone/>
            </a:pPr>
            <a:endParaRPr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Tóm tắt</a:t>
            </a:r>
            <a:endParaRPr sz="2600" b="0" i="0" u="none">
              <a:solidFill>
                <a:schemeClr val="dk1"/>
              </a:solidFill>
              <a:latin typeface="Calibri"/>
              <a:ea typeface="Calibri"/>
              <a:cs typeface="Calibri"/>
              <a:sym typeface="Calibri"/>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f=192Hz</a:t>
            </a:r>
            <a:endParaRPr sz="2600" b="0" i="0" u="none">
              <a:solidFill>
                <a:schemeClr val="dk1"/>
              </a:solidFill>
              <a:latin typeface="Calibri"/>
              <a:ea typeface="Calibri"/>
              <a:cs typeface="Calibri"/>
              <a:sym typeface="Calibri"/>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s=91,4m</a:t>
            </a:r>
            <a:endParaRPr sz="2600" b="0" i="0" u="none">
              <a:solidFill>
                <a:schemeClr val="dk1"/>
              </a:solidFill>
              <a:latin typeface="Calibri"/>
              <a:ea typeface="Calibri"/>
              <a:cs typeface="Calibri"/>
              <a:sym typeface="Calibri"/>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t=0,27s</a:t>
            </a:r>
            <a:endParaRPr sz="2600" b="0" i="0" u="none">
              <a:solidFill>
                <a:schemeClr val="dk1"/>
              </a:solidFill>
              <a:latin typeface="Calibri"/>
              <a:ea typeface="Calibri"/>
              <a:cs typeface="Calibri"/>
              <a:sym typeface="Calibri"/>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 v?</a:t>
            </a:r>
            <a:endParaRPr sz="2600" b="0" i="0" u="none">
              <a:solidFill>
                <a:schemeClr val="dk1"/>
              </a:solidFill>
              <a:latin typeface="Calibri"/>
              <a:ea typeface="Calibri"/>
              <a:cs typeface="Calibri"/>
              <a:sym typeface="Calibri"/>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λ?</a:t>
            </a:r>
            <a:endParaRPr sz="2600" b="0" i="0" u="none">
              <a:solidFill>
                <a:schemeClr val="dk1"/>
              </a:solidFill>
              <a:latin typeface="Calibri"/>
              <a:ea typeface="Calibri"/>
              <a:cs typeface="Calibri"/>
              <a:sym typeface="Calibri"/>
            </a:endParaRPr>
          </a:p>
          <a:p>
            <a:pPr marL="0" marR="0" lvl="0" indent="0" algn="just"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 f’=442Hz</a:t>
            </a:r>
            <a:endParaRPr sz="2600" b="0" i="0" u="none">
              <a:solidFill>
                <a:schemeClr val="dk1"/>
              </a:solidFill>
              <a:latin typeface="Calibri"/>
              <a:ea typeface="Calibri"/>
              <a:cs typeface="Calibri"/>
              <a:sym typeface="Calibri"/>
            </a:endParaRPr>
          </a:p>
          <a:p>
            <a:pPr marL="0" marR="0" lvl="0" indent="0" algn="l" rtl="0">
              <a:lnSpc>
                <a:spcPct val="77000"/>
              </a:lnSpc>
              <a:spcBef>
                <a:spcPts val="1000"/>
              </a:spcBef>
              <a:spcAft>
                <a:spcPts val="0"/>
              </a:spcAft>
              <a:buClr>
                <a:schemeClr val="dk1"/>
              </a:buClr>
              <a:buSzPts val="2600"/>
              <a:buFont typeface="Times New Roman" panose="02020603050405020304"/>
              <a:buNone/>
            </a:pPr>
            <a:r>
              <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λ’ ?, T?</a:t>
            </a:r>
            <a:endParaRPr lang="en-US" sz="2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44" name="Google Shape;544;p61"/>
          <p:cNvCxnSpPr/>
          <p:nvPr/>
        </p:nvCxnSpPr>
        <p:spPr>
          <a:xfrm>
            <a:off x="1911350" y="3062287"/>
            <a:ext cx="0" cy="33528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43"/>
                                        </p:tgtEl>
                                        <p:attrNameLst>
                                          <p:attrName>style.visibility</p:attrName>
                                        </p:attrNameLst>
                                      </p:cBhvr>
                                      <p:to>
                                        <p:strVal val="visible"/>
                                      </p:to>
                                    </p:set>
                                    <p:animEffect transition="in" filter="fade">
                                      <p:cBhvr>
                                        <p:cTn id="11" dur="1000"/>
                                        <p:tgtEl>
                                          <p:spTgt spid="54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44"/>
                                        </p:tgtEl>
                                        <p:attrNameLst>
                                          <p:attrName>style.visibility</p:attrName>
                                        </p:attrNameLst>
                                      </p:cBhvr>
                                      <p:to>
                                        <p:strVal val="visible"/>
                                      </p:to>
                                    </p:set>
                                    <p:animEffect transition="in" filter="fade">
                                      <p:cBhvr>
                                        <p:cTn id="16" dur="500"/>
                                        <p:tgtEl>
                                          <p:spTgt spid="54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36"/>
                                        </p:tgtEl>
                                        <p:attrNameLst>
                                          <p:attrName>style.visibility</p:attrName>
                                        </p:attrNameLst>
                                      </p:cBhvr>
                                      <p:to>
                                        <p:strVal val="visible"/>
                                      </p:to>
                                    </p:set>
                                    <p:animEffect transition="in" filter="fade">
                                      <p:cBhvr>
                                        <p:cTn id="21" dur="1000"/>
                                        <p:tgtEl>
                                          <p:spTgt spid="53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37"/>
                                        </p:tgtEl>
                                        <p:attrNameLst>
                                          <p:attrName>style.visibility</p:attrName>
                                        </p:attrNameLst>
                                      </p:cBhvr>
                                      <p:to>
                                        <p:strVal val="visible"/>
                                      </p:to>
                                    </p:set>
                                    <p:animEffect transition="in" filter="fade">
                                      <p:cBhvr>
                                        <p:cTn id="26" dur="1000"/>
                                        <p:tgtEl>
                                          <p:spTgt spid="5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41"/>
                                        </p:tgtEl>
                                        <p:attrNameLst>
                                          <p:attrName>style.visibility</p:attrName>
                                        </p:attrNameLst>
                                      </p:cBhvr>
                                      <p:to>
                                        <p:strVal val="visible"/>
                                      </p:to>
                                    </p:set>
                                    <p:animEffect transition="in" filter="fade">
                                      <p:cBhvr>
                                        <p:cTn id="31" dur="1000"/>
                                        <p:tgtEl>
                                          <p:spTgt spid="54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42"/>
                                        </p:tgtEl>
                                        <p:attrNameLst>
                                          <p:attrName>style.visibility</p:attrName>
                                        </p:attrNameLst>
                                      </p:cBhvr>
                                      <p:to>
                                        <p:strVal val="visible"/>
                                      </p:to>
                                    </p:set>
                                    <p:animEffect transition="in" filter="fade">
                                      <p:cBhvr>
                                        <p:cTn id="36"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48" name="Shape 548"/>
        <p:cNvGrpSpPr/>
        <p:nvPr/>
      </p:nvGrpSpPr>
      <p:grpSpPr>
        <a:xfrm>
          <a:off x="0" y="0"/>
          <a:ext cx="0" cy="0"/>
          <a:chOff x="0" y="0"/>
          <a:chExt cx="0" cy="0"/>
        </a:xfrm>
      </p:grpSpPr>
      <p:sp>
        <p:nvSpPr>
          <p:cNvPr id="549" name="Google Shape;549;p62"/>
          <p:cNvSpPr txBox="1"/>
          <p:nvPr/>
        </p:nvSpPr>
        <p:spPr>
          <a:xfrm>
            <a:off x="92075" y="61912"/>
            <a:ext cx="8959850" cy="646112"/>
          </a:xfrm>
          <a:prstGeom prst="rect">
            <a:avLst/>
          </a:prstGeom>
          <a:solidFill>
            <a:srgbClr val="C0000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 CÁC VÍ DỤ</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0" name="Google Shape;550;p62"/>
          <p:cNvSpPr txBox="1"/>
          <p:nvPr/>
        </p:nvSpPr>
        <p:spPr>
          <a:xfrm>
            <a:off x="111125" y="841375"/>
            <a:ext cx="8804275" cy="18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Ví dụ 2:</a:t>
            </a:r>
            <a:r>
              <a:rPr lang="en-US" sz="28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Trong thí nghiệm Hình 8.1 SGK, thiết bị tạo sóng dao dộng với tần số 2 Hz. Người ta đo được khoảng cách của 2 đỉnh sóng liên tiếp lần lượt là 10 cm. Tính tốc độ truyền sóng trên mặt nước.</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1" name="Google Shape;551;p62"/>
          <p:cNvSpPr txBox="1"/>
          <p:nvPr/>
        </p:nvSpPr>
        <p:spPr>
          <a:xfrm>
            <a:off x="4381500" y="2828925"/>
            <a:ext cx="9525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Times New Roman" panose="02020603050405020304"/>
              <a:buNone/>
            </a:pPr>
            <a:r>
              <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rPr>
              <a:t>Giải</a:t>
            </a:r>
            <a:endPar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2" name="Google Shape;552;p62"/>
          <p:cNvSpPr txBox="1"/>
          <p:nvPr/>
        </p:nvSpPr>
        <p:spPr>
          <a:xfrm>
            <a:off x="3657600" y="3352800"/>
            <a:ext cx="3429000" cy="523875"/>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2800"/>
              <a:buFont typeface="Times New Roman" panose="02020603050405020304"/>
              <a:buNone/>
            </a:pPr>
            <a:r>
              <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Tốc độ truyền sóng:</a:t>
            </a:r>
            <a:endParaRPr lang="en-US" sz="28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53" name="Google Shape;553;p62"/>
          <p:cNvPicPr preferRelativeResize="0"/>
          <p:nvPr/>
        </p:nvPicPr>
        <p:blipFill rotWithShape="1">
          <a:blip r:embed="rId1"/>
          <a:srcRect/>
          <a:stretch>
            <a:fillRect/>
          </a:stretch>
        </p:blipFill>
        <p:spPr>
          <a:xfrm>
            <a:off x="3657600" y="4111625"/>
            <a:ext cx="4498975" cy="612775"/>
          </a:xfrm>
          <a:prstGeom prst="rect">
            <a:avLst/>
          </a:prstGeom>
          <a:noFill/>
          <a:ln>
            <a:noFill/>
          </a:ln>
        </p:spPr>
      </p:pic>
      <p:sp>
        <p:nvSpPr>
          <p:cNvPr id="554" name="Google Shape;554;p62"/>
          <p:cNvSpPr txBox="1"/>
          <p:nvPr/>
        </p:nvSpPr>
        <p:spPr>
          <a:xfrm>
            <a:off x="533400" y="2743200"/>
            <a:ext cx="1635125" cy="2878137"/>
          </a:xfrm>
          <a:prstGeom prst="rect">
            <a:avLst/>
          </a:prstGeom>
          <a:noFill/>
          <a:ln>
            <a:noFill/>
          </a:ln>
        </p:spPr>
        <p:txBody>
          <a:bodyPr spcFirstLastPara="1" wrap="square" lIns="91425" tIns="45700" rIns="91425" bIns="45700" anchor="t" anchorCtr="0">
            <a:spAutoFit/>
          </a:bodyPr>
          <a:lstStyle/>
          <a:p>
            <a:pPr marL="0" marR="0" lvl="0" indent="0" algn="just" rtl="0">
              <a:lnSpc>
                <a:spcPct val="43000"/>
              </a:lnSpc>
              <a:spcBef>
                <a:spcPts val="0"/>
              </a:spcBef>
              <a:spcAft>
                <a:spcPts val="0"/>
              </a:spcAft>
              <a:buClr>
                <a:schemeClr val="dk1"/>
              </a:buClr>
              <a:buSzPts val="2800"/>
              <a:buFont typeface="Times New Roman" panose="02020603050405020304"/>
              <a:buNone/>
            </a:pPr>
            <a:endParaRPr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43000"/>
              </a:lnSpc>
              <a:spcBef>
                <a:spcPts val="12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Tóm tắt</a:t>
            </a: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1200"/>
              </a:spcBef>
              <a:spcAft>
                <a:spcPts val="0"/>
              </a:spcAft>
              <a:buClr>
                <a:schemeClr val="dk1"/>
              </a:buClr>
              <a:buSzPts val="800"/>
              <a:buFont typeface="Times New Roman" panose="02020603050405020304"/>
              <a:buNone/>
            </a:pPr>
            <a:endParaRPr sz="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43000"/>
              </a:lnSpc>
              <a:spcBef>
                <a:spcPts val="12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f=2Hz</a:t>
            </a: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1200"/>
              </a:spcBef>
              <a:spcAft>
                <a:spcPts val="0"/>
              </a:spcAft>
              <a:buClr>
                <a:schemeClr val="dk1"/>
              </a:buClr>
              <a:buSzPts val="800"/>
              <a:buFont typeface="Times New Roman" panose="02020603050405020304"/>
              <a:buNone/>
            </a:pPr>
            <a:endParaRPr sz="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43000"/>
              </a:lnSpc>
              <a:spcBef>
                <a:spcPts val="12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λ=10cm</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200"/>
              </a:spcBef>
              <a:spcAft>
                <a:spcPts val="0"/>
              </a:spcAft>
              <a:buClr>
                <a:schemeClr val="dk1"/>
              </a:buClr>
              <a:buSzPts val="2800"/>
              <a:buFont typeface="Times New Roman" panose="02020603050405020304"/>
              <a:buNone/>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None/>
            </a:pPr>
            <a:endParaRPr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55" name="Google Shape;555;p62"/>
          <p:cNvCxnSpPr/>
          <p:nvPr/>
        </p:nvCxnSpPr>
        <p:spPr>
          <a:xfrm>
            <a:off x="2667000" y="2828925"/>
            <a:ext cx="0" cy="33528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54"/>
                                        </p:tgtEl>
                                        <p:attrNameLst>
                                          <p:attrName>style.visibility</p:attrName>
                                        </p:attrNameLst>
                                      </p:cBhvr>
                                      <p:to>
                                        <p:strVal val="visible"/>
                                      </p:to>
                                    </p:set>
                                    <p:animEffect transition="in" filter="fade">
                                      <p:cBhvr>
                                        <p:cTn id="11" dur="1000"/>
                                        <p:tgtEl>
                                          <p:spTgt spid="55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55"/>
                                        </p:tgtEl>
                                        <p:attrNameLst>
                                          <p:attrName>style.visibility</p:attrName>
                                        </p:attrNameLst>
                                      </p:cBhvr>
                                      <p:to>
                                        <p:strVal val="visible"/>
                                      </p:to>
                                    </p:set>
                                    <p:animEffect transition="in" filter="fade">
                                      <p:cBhvr>
                                        <p:cTn id="16" dur="500"/>
                                        <p:tgtEl>
                                          <p:spTgt spid="55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51"/>
                                        </p:tgtEl>
                                        <p:attrNameLst>
                                          <p:attrName>style.visibility</p:attrName>
                                        </p:attrNameLst>
                                      </p:cBhvr>
                                      <p:to>
                                        <p:strVal val="visible"/>
                                      </p:to>
                                    </p:set>
                                    <p:animEffect transition="in" filter="fade">
                                      <p:cBhvr>
                                        <p:cTn id="21" dur="1000"/>
                                        <p:tgtEl>
                                          <p:spTgt spid="55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52"/>
                                        </p:tgtEl>
                                        <p:attrNameLst>
                                          <p:attrName>style.visibility</p:attrName>
                                        </p:attrNameLst>
                                      </p:cBhvr>
                                      <p:to>
                                        <p:strVal val="visible"/>
                                      </p:to>
                                    </p:set>
                                    <p:animEffect transition="in" filter="fade">
                                      <p:cBhvr>
                                        <p:cTn id="26" dur="1000"/>
                                        <p:tgtEl>
                                          <p:spTgt spid="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59" name="Shape 559"/>
        <p:cNvGrpSpPr/>
        <p:nvPr/>
      </p:nvGrpSpPr>
      <p:grpSpPr>
        <a:xfrm>
          <a:off x="0" y="0"/>
          <a:ext cx="0" cy="0"/>
          <a:chOff x="0" y="0"/>
          <a:chExt cx="0" cy="0"/>
        </a:xfrm>
      </p:grpSpPr>
      <p:sp>
        <p:nvSpPr>
          <p:cNvPr id="560" name="Google Shape;560;p63"/>
          <p:cNvSpPr txBox="1"/>
          <p:nvPr/>
        </p:nvSpPr>
        <p:spPr>
          <a:xfrm>
            <a:off x="92075" y="61912"/>
            <a:ext cx="8959850" cy="646112"/>
          </a:xfrm>
          <a:prstGeom prst="rect">
            <a:avLst/>
          </a:prstGeom>
          <a:solidFill>
            <a:srgbClr val="C0000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 CÁC VÍ DỤ</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1" name="Google Shape;561;p63"/>
          <p:cNvSpPr txBox="1"/>
          <p:nvPr/>
        </p:nvSpPr>
        <p:spPr>
          <a:xfrm>
            <a:off x="111125" y="762000"/>
            <a:ext cx="8804275" cy="2246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Ví dụ 3:</a:t>
            </a:r>
            <a:r>
              <a:rPr lang="en-US" sz="28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sóng hình sin đang lan truyền từ trái sang phải trên một sợi dây dài, Hình 14.1 là hình ảnh của sóng ở một thời điểm xét. Cho biết tốc độ truyền sóng v = 1 m/s.</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77800" algn="l" rtl="0">
              <a:lnSpc>
                <a:spcPct val="100000"/>
              </a:lnSpc>
              <a:spcBef>
                <a:spcPts val="0"/>
              </a:spcBef>
              <a:spcAft>
                <a:spcPts val="0"/>
              </a:spcAft>
              <a:buClr>
                <a:schemeClr val="dk1"/>
              </a:buClr>
              <a:buSzPts val="2800"/>
              <a:buFont typeface="Times New Roman" panose="02020603050405020304"/>
              <a:buAutoNum type="alphaLcPeriod"/>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Tính tần số của sóng.</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77800" algn="l" rtl="0">
              <a:lnSpc>
                <a:spcPct val="100000"/>
              </a:lnSpc>
              <a:spcBef>
                <a:spcPts val="0"/>
              </a:spcBef>
              <a:spcAft>
                <a:spcPts val="0"/>
              </a:spcAft>
              <a:buClr>
                <a:schemeClr val="dk1"/>
              </a:buClr>
              <a:buSzPts val="2800"/>
              <a:buFont typeface="Times New Roman" panose="02020603050405020304"/>
              <a:buAutoNum type="alphaLcPeriod"/>
            </a:pP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Hỏi điểm Q, P và O đang chuyển động lên hay xuống?</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62" name="Google Shape;562;p63"/>
          <p:cNvPicPr preferRelativeResize="0"/>
          <p:nvPr/>
        </p:nvPicPr>
        <p:blipFill rotWithShape="1">
          <a:blip r:embed="rId1"/>
          <a:srcRect/>
          <a:stretch>
            <a:fillRect/>
          </a:stretch>
        </p:blipFill>
        <p:spPr>
          <a:xfrm>
            <a:off x="1143000" y="3101975"/>
            <a:ext cx="6400800" cy="35671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62"/>
                                        </p:tgtEl>
                                        <p:attrNameLst>
                                          <p:attrName>style.visibility</p:attrName>
                                        </p:attrNameLst>
                                      </p:cBhvr>
                                      <p:to>
                                        <p:strVal val="visible"/>
                                      </p:to>
                                    </p:set>
                                    <p:animEffect transition="in" filter="fade">
                                      <p:cBhvr>
                                        <p:cTn id="11" dur="1000"/>
                                        <p:tgtEl>
                                          <p:spTgt spid="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sp>
        <p:nvSpPr>
          <p:cNvPr id="567" name="Google Shape;567;p64"/>
          <p:cNvSpPr txBox="1"/>
          <p:nvPr/>
        </p:nvSpPr>
        <p:spPr>
          <a:xfrm>
            <a:off x="92075" y="61912"/>
            <a:ext cx="8959850" cy="646112"/>
          </a:xfrm>
          <a:prstGeom prst="rect">
            <a:avLst/>
          </a:prstGeom>
          <a:solidFill>
            <a:srgbClr val="C0000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 CÁC VÍ DỤ</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8" name="Google Shape;568;p64"/>
          <p:cNvSpPr txBox="1"/>
          <p:nvPr/>
        </p:nvSpPr>
        <p:spPr>
          <a:xfrm>
            <a:off x="111125" y="762000"/>
            <a:ext cx="1412875"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800"/>
              <a:buFont typeface="Times New Roman" panose="02020603050405020304"/>
              <a:buNone/>
            </a:pPr>
            <a:r>
              <a:rPr lang="en-US" sz="28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Ví dụ 3:</a:t>
            </a:r>
            <a:endParaRPr lang="en-US" sz="28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69" name="Google Shape;569;p64"/>
          <p:cNvPicPr preferRelativeResize="0"/>
          <p:nvPr/>
        </p:nvPicPr>
        <p:blipFill rotWithShape="1">
          <a:blip r:embed="rId1"/>
          <a:srcRect/>
          <a:stretch>
            <a:fillRect/>
          </a:stretch>
        </p:blipFill>
        <p:spPr>
          <a:xfrm>
            <a:off x="4343400" y="762000"/>
            <a:ext cx="4611687" cy="2570162"/>
          </a:xfrm>
          <a:prstGeom prst="rect">
            <a:avLst/>
          </a:prstGeom>
          <a:noFill/>
          <a:ln>
            <a:noFill/>
          </a:ln>
        </p:spPr>
      </p:pic>
      <p:sp>
        <p:nvSpPr>
          <p:cNvPr id="570" name="Google Shape;570;p64"/>
          <p:cNvSpPr txBox="1"/>
          <p:nvPr/>
        </p:nvSpPr>
        <p:spPr>
          <a:xfrm>
            <a:off x="249237" y="1198562"/>
            <a:ext cx="3124200" cy="460375"/>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Từ đồ thị ta được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71" name="Google Shape;571;p64"/>
          <p:cNvPicPr preferRelativeResize="0"/>
          <p:nvPr/>
        </p:nvPicPr>
        <p:blipFill rotWithShape="1">
          <a:blip r:embed="rId2"/>
          <a:srcRect/>
          <a:stretch>
            <a:fillRect/>
          </a:stretch>
        </p:blipFill>
        <p:spPr>
          <a:xfrm>
            <a:off x="249237" y="1744662"/>
            <a:ext cx="3962400" cy="1339850"/>
          </a:xfrm>
          <a:prstGeom prst="rect">
            <a:avLst/>
          </a:prstGeom>
          <a:noFill/>
          <a:ln>
            <a:noFill/>
          </a:ln>
        </p:spPr>
      </p:pic>
      <p:sp>
        <p:nvSpPr>
          <p:cNvPr id="572" name="Google Shape;572;p64"/>
          <p:cNvSpPr txBox="1"/>
          <p:nvPr/>
        </p:nvSpPr>
        <p:spPr>
          <a:xfrm>
            <a:off x="152400" y="3136900"/>
            <a:ext cx="4516437" cy="830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Quan sát từ đồ thị ta thấy sóng lan truyền tới điểm R bắt đầu đi lên</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3" name="Google Shape;573;p64"/>
          <p:cNvSpPr txBox="1"/>
          <p:nvPr/>
        </p:nvSpPr>
        <p:spPr>
          <a:xfrm>
            <a:off x="207962" y="4044950"/>
            <a:ext cx="8402637" cy="849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Điểm Q cách R 1 bước sóng =&gt; Q cùng pha với R nên sóng tại điểm Q đi lên</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4" name="Google Shape;574;p64"/>
          <p:cNvSpPr txBox="1"/>
          <p:nvPr/>
        </p:nvSpPr>
        <p:spPr>
          <a:xfrm>
            <a:off x="249237" y="4876800"/>
            <a:ext cx="8208962" cy="94138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Điểm P cách R 1,5 bước sóng =&gt; P ngược pha với R nên sóng tại điểm P đi xuống</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5" name="Google Shape;575;p64"/>
          <p:cNvSpPr txBox="1"/>
          <p:nvPr/>
        </p:nvSpPr>
        <p:spPr>
          <a:xfrm>
            <a:off x="277812" y="5818187"/>
            <a:ext cx="8677275" cy="8318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Điểm O cách R 2 bước sóng =&gt; O cùng pha với R nên sóng tại điểm O đi lên</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0"/>
                                        </p:tgtEl>
                                        <p:attrNameLst>
                                          <p:attrName>style.visibility</p:attrName>
                                        </p:attrNameLst>
                                      </p:cBhvr>
                                      <p:to>
                                        <p:strVal val="visible"/>
                                      </p:to>
                                    </p:set>
                                    <p:animEffect transition="in" filter="fade">
                                      <p:cBhvr>
                                        <p:cTn id="7" dur="500"/>
                                        <p:tgtEl>
                                          <p:spTgt spid="5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2"/>
                                        </p:tgtEl>
                                        <p:attrNameLst>
                                          <p:attrName>style.visibility</p:attrName>
                                        </p:attrNameLst>
                                      </p:cBhvr>
                                      <p:to>
                                        <p:strVal val="visible"/>
                                      </p:to>
                                    </p:set>
                                    <p:animEffect transition="in" filter="fade">
                                      <p:cBhvr>
                                        <p:cTn id="12" dur="500"/>
                                        <p:tgtEl>
                                          <p:spTgt spid="5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73"/>
                                        </p:tgtEl>
                                        <p:attrNameLst>
                                          <p:attrName>style.visibility</p:attrName>
                                        </p:attrNameLst>
                                      </p:cBhvr>
                                      <p:to>
                                        <p:strVal val="visible"/>
                                      </p:to>
                                    </p:set>
                                    <p:animEffect transition="in" filter="fade">
                                      <p:cBhvr>
                                        <p:cTn id="17" dur="1000"/>
                                        <p:tgtEl>
                                          <p:spTgt spid="57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74"/>
                                        </p:tgtEl>
                                        <p:attrNameLst>
                                          <p:attrName>style.visibility</p:attrName>
                                        </p:attrNameLst>
                                      </p:cBhvr>
                                      <p:to>
                                        <p:strVal val="visible"/>
                                      </p:to>
                                    </p:set>
                                    <p:animEffect transition="in" filter="fade">
                                      <p:cBhvr>
                                        <p:cTn id="22" dur="1000"/>
                                        <p:tgtEl>
                                          <p:spTgt spid="57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75"/>
                                        </p:tgtEl>
                                        <p:attrNameLst>
                                          <p:attrName>style.visibility</p:attrName>
                                        </p:attrNameLst>
                                      </p:cBhvr>
                                      <p:to>
                                        <p:strVal val="visible"/>
                                      </p:to>
                                    </p:set>
                                    <p:animEffect transition="in" filter="fade">
                                      <p:cBhvr>
                                        <p:cTn id="27" dur="1000"/>
                                        <p:tgtEl>
                                          <p:spTgt spid="5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79" name="Shape 579"/>
        <p:cNvGrpSpPr/>
        <p:nvPr/>
      </p:nvGrpSpPr>
      <p:grpSpPr>
        <a:xfrm>
          <a:off x="0" y="0"/>
          <a:ext cx="0" cy="0"/>
          <a:chOff x="0" y="0"/>
          <a:chExt cx="0" cy="0"/>
        </a:xfrm>
      </p:grpSpPr>
      <p:sp>
        <p:nvSpPr>
          <p:cNvPr id="580" name="Google Shape;580;p65"/>
          <p:cNvSpPr txBox="1"/>
          <p:nvPr/>
        </p:nvSpPr>
        <p:spPr>
          <a:xfrm>
            <a:off x="92075" y="61912"/>
            <a:ext cx="8959850" cy="646112"/>
          </a:xfrm>
          <a:prstGeom prst="rect">
            <a:avLst/>
          </a:prstGeom>
          <a:solidFill>
            <a:srgbClr val="C0000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 CÁC VÍ DỤ</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1" name="Google Shape;581;p65"/>
          <p:cNvSpPr txBox="1"/>
          <p:nvPr/>
        </p:nvSpPr>
        <p:spPr>
          <a:xfrm>
            <a:off x="152400" y="3276600"/>
            <a:ext cx="3138487" cy="1154112"/>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2300"/>
              <a:buFont typeface="Times New Roman" panose="02020603050405020304"/>
              <a:buNone/>
            </a:pPr>
            <a:r>
              <a:rPr lang="en-US" sz="23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Giải: </a:t>
            </a:r>
            <a:r>
              <a:rPr lang="en-US" sz="23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 Khoảng vân i của hai ánh sáng màu đỏ và màu lục lần lượt là:</a:t>
            </a:r>
            <a:endParaRPr lang="en-US" sz="23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82" name="Google Shape;582;p65"/>
          <p:cNvPicPr preferRelativeResize="0"/>
          <p:nvPr/>
        </p:nvPicPr>
        <p:blipFill rotWithShape="1">
          <a:blip r:embed="rId1"/>
          <a:srcRect/>
          <a:stretch>
            <a:fillRect/>
          </a:stretch>
        </p:blipFill>
        <p:spPr>
          <a:xfrm>
            <a:off x="220662" y="4495800"/>
            <a:ext cx="2903537" cy="1219200"/>
          </a:xfrm>
          <a:prstGeom prst="rect">
            <a:avLst/>
          </a:prstGeom>
          <a:noFill/>
          <a:ln>
            <a:noFill/>
          </a:ln>
        </p:spPr>
      </p:pic>
      <p:sp>
        <p:nvSpPr>
          <p:cNvPr id="583" name="Google Shape;583;p65"/>
          <p:cNvSpPr txBox="1"/>
          <p:nvPr/>
        </p:nvSpPr>
        <p:spPr>
          <a:xfrm>
            <a:off x="3657600" y="3113087"/>
            <a:ext cx="5299075" cy="1154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300"/>
              <a:buFont typeface="Times New Roman" panose="02020603050405020304"/>
              <a:buNone/>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Vân chính giữa ứng với k=0 chung cho cả hai bức xạ, vân chính giữa là vân sáng có màu hỗn hợp của màu đỏ và màu lục.</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4" name="Google Shape;584;p65"/>
          <p:cNvSpPr txBox="1"/>
          <p:nvPr/>
        </p:nvSpPr>
        <p:spPr>
          <a:xfrm>
            <a:off x="3727450" y="4267200"/>
            <a:ext cx="5111750" cy="1154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300"/>
              <a:buFont typeface="Times New Roman" panose="02020603050405020304"/>
              <a:buNone/>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Vân đầu tiên cùng màu với vân này ở tai điểm A và cách tâm O của vân chính giữa một khoảng x=OA sao cho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5" name="Google Shape;585;p65"/>
          <p:cNvSpPr txBox="1"/>
          <p:nvPr/>
        </p:nvSpPr>
        <p:spPr>
          <a:xfrm>
            <a:off x="3733800" y="5410200"/>
            <a:ext cx="5029200" cy="1385887"/>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87000"/>
              </a:lnSpc>
              <a:spcBef>
                <a:spcPts val="0"/>
              </a:spcBef>
              <a:spcAft>
                <a:spcPts val="0"/>
              </a:spcAft>
              <a:buClr>
                <a:schemeClr val="dk1"/>
              </a:buClr>
              <a:buSzPts val="2300"/>
              <a:buFont typeface="Noto Sans Symbols"/>
              <a:buChar char="⬄"/>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.0,4=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.0,33 ⬄ 6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sz="2300" b="0" i="0" u="none">
              <a:solidFill>
                <a:schemeClr val="dk1"/>
              </a:solidFill>
              <a:latin typeface="Calibri"/>
              <a:ea typeface="Calibri"/>
              <a:cs typeface="Calibri"/>
              <a:sym typeface="Calibri"/>
            </a:endParaRPr>
          </a:p>
          <a:p>
            <a:pPr marL="285750" marR="0" lvl="0" indent="-285750" algn="just" rtl="0">
              <a:lnSpc>
                <a:spcPct val="87000"/>
              </a:lnSpc>
              <a:spcBef>
                <a:spcPts val="1000"/>
              </a:spcBef>
              <a:spcAft>
                <a:spcPts val="0"/>
              </a:spcAft>
              <a:buClr>
                <a:schemeClr val="dk1"/>
              </a:buClr>
              <a:buSzPts val="2300"/>
              <a:buFont typeface="Times New Roman" panose="02020603050405020304"/>
              <a:buNone/>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Do vậy, giá trị nhỏ nhất của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là 5 và của k</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là 6 nên : </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87000"/>
              </a:lnSpc>
              <a:spcBef>
                <a:spcPts val="1000"/>
              </a:spcBef>
              <a:spcAft>
                <a:spcPts val="0"/>
              </a:spcAft>
              <a:buClr>
                <a:schemeClr val="dk1"/>
              </a:buClr>
              <a:buSzPts val="2300"/>
              <a:buFont typeface="Times New Roman" panose="02020603050405020304"/>
              <a:buNone/>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OA=6i</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6.0,33=1,98mm</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86" name="Google Shape;586;p65"/>
          <p:cNvCxnSpPr/>
          <p:nvPr/>
        </p:nvCxnSpPr>
        <p:spPr>
          <a:xfrm>
            <a:off x="3429000" y="3276600"/>
            <a:ext cx="0" cy="3352800"/>
          </a:xfrm>
          <a:prstGeom prst="straightConnector1">
            <a:avLst/>
          </a:prstGeom>
          <a:noFill/>
          <a:ln w="9525" cap="flat" cmpd="sng">
            <a:solidFill>
              <a:schemeClr val="dk1"/>
            </a:solidFill>
            <a:prstDash val="solid"/>
            <a:miter lim="800000"/>
            <a:headEnd type="none" w="med" len="med"/>
            <a:tailEnd type="none" w="med" len="med"/>
          </a:ln>
        </p:spPr>
      </p:cxnSp>
      <p:grpSp>
        <p:nvGrpSpPr>
          <p:cNvPr id="587" name="Google Shape;587;p65"/>
          <p:cNvGrpSpPr/>
          <p:nvPr/>
        </p:nvGrpSpPr>
        <p:grpSpPr>
          <a:xfrm>
            <a:off x="20637" y="720725"/>
            <a:ext cx="8791575" cy="2462212"/>
            <a:chOff x="20894" y="720085"/>
            <a:chExt cx="8790597" cy="2462213"/>
          </a:xfrm>
        </p:grpSpPr>
        <p:sp>
          <p:nvSpPr>
            <p:cNvPr id="588" name="Google Shape;588;p65"/>
            <p:cNvSpPr txBox="1"/>
            <p:nvPr/>
          </p:nvSpPr>
          <p:spPr>
            <a:xfrm>
              <a:off x="20894" y="720085"/>
              <a:ext cx="8790597" cy="2462213"/>
            </a:xfrm>
            <a:prstGeom prst="rect">
              <a:avLst/>
            </a:prstGeom>
            <a:blipFill rotWithShape="1">
              <a:blip r:embed="rId2"/>
              <a:stretch>
                <a:fillRect l="-901" t="-1731" b="-4206"/>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600"/>
                <a:buFont typeface="Times New Roman" panose="02020603050405020304"/>
                <a:buNone/>
              </a:pPr>
              <a:r>
                <a:rPr lang="en-US" sz="1600" b="0" i="0" u="none" strike="noStrike" cap="none">
                  <a:latin typeface="Times New Roman" panose="02020603050405020304"/>
                  <a:ea typeface="Times New Roman" panose="02020603050405020304"/>
                  <a:cs typeface="Times New Roman" panose="02020603050405020304"/>
                  <a:sym typeface="Times New Roman" panose="02020603050405020304"/>
                </a:rPr>
                <a:t> </a:t>
              </a:r>
              <a:endParaRPr lang="en-US" sz="1600" b="0" i="0" u="none" strike="noStrike" cap="none">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89" name="Google Shape;589;p65"/>
            <p:cNvCxnSpPr/>
            <p:nvPr/>
          </p:nvCxnSpPr>
          <p:spPr>
            <a:xfrm rot="10800000" flipH="1">
              <a:off x="5791200" y="762000"/>
              <a:ext cx="76200" cy="76200"/>
            </a:xfrm>
            <a:prstGeom prst="straightConnector1">
              <a:avLst/>
            </a:prstGeom>
            <a:noFill/>
            <a:ln w="9525" cap="flat" cmpd="sng">
              <a:solidFill>
                <a:schemeClr val="dk1"/>
              </a:solidFill>
              <a:prstDash val="solid"/>
              <a:miter lim="800000"/>
              <a:headEnd type="none" w="med" len="med"/>
              <a:tailEnd type="none" w="med" len="med"/>
            </a:ln>
          </p:spPr>
        </p:cxnSp>
        <p:cxnSp>
          <p:nvCxnSpPr>
            <p:cNvPr id="590" name="Google Shape;590;p65"/>
            <p:cNvCxnSpPr/>
            <p:nvPr/>
          </p:nvCxnSpPr>
          <p:spPr>
            <a:xfrm rot="10800000" flipH="1">
              <a:off x="8382000" y="1143000"/>
              <a:ext cx="76200" cy="76200"/>
            </a:xfrm>
            <a:prstGeom prst="straightConnector1">
              <a:avLst/>
            </a:prstGeom>
            <a:noFill/>
            <a:ln w="9525" cap="flat" cmpd="sng">
              <a:solidFill>
                <a:schemeClr val="dk1"/>
              </a:solidFill>
              <a:prstDash val="solid"/>
              <a:miter lim="800000"/>
              <a:headEnd type="none" w="med" len="med"/>
              <a:tailEnd type="none" w="med" len="med"/>
            </a:ln>
          </p:spPr>
        </p:cxnSp>
        <p:cxnSp>
          <p:nvCxnSpPr>
            <p:cNvPr id="591" name="Google Shape;591;p65"/>
            <p:cNvCxnSpPr/>
            <p:nvPr/>
          </p:nvCxnSpPr>
          <p:spPr>
            <a:xfrm rot="10800000" flipH="1">
              <a:off x="5410200" y="2438400"/>
              <a:ext cx="76200" cy="76200"/>
            </a:xfrm>
            <a:prstGeom prst="straightConnector1">
              <a:avLst/>
            </a:prstGeom>
            <a:noFill/>
            <a:ln w="9525" cap="flat" cmpd="sng">
              <a:solidFill>
                <a:schemeClr val="dk1"/>
              </a:solidFill>
              <a:prstDash val="solid"/>
              <a:miter lim="800000"/>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1"/>
                                        </p:tgtEl>
                                        <p:attrNameLst>
                                          <p:attrName>style.visibility</p:attrName>
                                        </p:attrNameLst>
                                      </p:cBhvr>
                                      <p:to>
                                        <p:strVal val="visible"/>
                                      </p:to>
                                    </p:set>
                                    <p:animEffect transition="in" filter="fade">
                                      <p:cBhvr>
                                        <p:cTn id="7" dur="1000"/>
                                        <p:tgtEl>
                                          <p:spTgt spid="5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6"/>
                                        </p:tgtEl>
                                        <p:attrNameLst>
                                          <p:attrName>style.visibility</p:attrName>
                                        </p:attrNameLst>
                                      </p:cBhvr>
                                      <p:to>
                                        <p:strVal val="visible"/>
                                      </p:to>
                                    </p:set>
                                    <p:animEffect transition="in" filter="fade">
                                      <p:cBhvr>
                                        <p:cTn id="12" dur="500"/>
                                        <p:tgtEl>
                                          <p:spTgt spid="5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3"/>
                                        </p:tgtEl>
                                        <p:attrNameLst>
                                          <p:attrName>style.visibility</p:attrName>
                                        </p:attrNameLst>
                                      </p:cBhvr>
                                      <p:to>
                                        <p:strVal val="visible"/>
                                      </p:to>
                                    </p:set>
                                    <p:animEffect transition="in" filter="fade">
                                      <p:cBhvr>
                                        <p:cTn id="17" dur="1000"/>
                                        <p:tgtEl>
                                          <p:spTgt spid="5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4"/>
                                        </p:tgtEl>
                                        <p:attrNameLst>
                                          <p:attrName>style.visibility</p:attrName>
                                        </p:attrNameLst>
                                      </p:cBhvr>
                                      <p:to>
                                        <p:strVal val="visible"/>
                                      </p:to>
                                    </p:set>
                                    <p:animEffect transition="in" filter="fade">
                                      <p:cBhvr>
                                        <p:cTn id="22" dur="1000"/>
                                        <p:tgtEl>
                                          <p:spTgt spid="58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85"/>
                                        </p:tgtEl>
                                        <p:attrNameLst>
                                          <p:attrName>style.visibility</p:attrName>
                                        </p:attrNameLst>
                                      </p:cBhvr>
                                      <p:to>
                                        <p:strVal val="visible"/>
                                      </p:to>
                                    </p:set>
                                    <p:animEffect transition="in" filter="fade">
                                      <p:cBhvr>
                                        <p:cTn id="27" dur="10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95" name="Shape 595"/>
        <p:cNvGrpSpPr/>
        <p:nvPr/>
      </p:nvGrpSpPr>
      <p:grpSpPr>
        <a:xfrm>
          <a:off x="0" y="0"/>
          <a:ext cx="0" cy="0"/>
          <a:chOff x="0" y="0"/>
          <a:chExt cx="0" cy="0"/>
        </a:xfrm>
      </p:grpSpPr>
      <p:sp>
        <p:nvSpPr>
          <p:cNvPr id="596" name="Google Shape;596;p66"/>
          <p:cNvSpPr txBox="1"/>
          <p:nvPr/>
        </p:nvSpPr>
        <p:spPr>
          <a:xfrm>
            <a:off x="1692275" y="115887"/>
            <a:ext cx="5394325" cy="646112"/>
          </a:xfrm>
          <a:prstGeom prst="rect">
            <a:avLst/>
          </a:prstGeom>
          <a:solidFill>
            <a:schemeClr val="accent2"/>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II. BÀI TẬP LUYỆN TẬP</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7" name="Google Shape;597;p66"/>
          <p:cNvSpPr txBox="1"/>
          <p:nvPr/>
        </p:nvSpPr>
        <p:spPr>
          <a:xfrm>
            <a:off x="111125" y="841375"/>
            <a:ext cx="8804275" cy="19383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Times New Roman" panose="02020603050405020304"/>
              <a:buNone/>
            </a:pPr>
            <a:r>
              <a:rPr lang="en-US" sz="2400" b="1" i="0" u="sng">
                <a:solidFill>
                  <a:srgbClr val="FF0000"/>
                </a:solidFill>
                <a:latin typeface="Times New Roman" panose="02020603050405020304"/>
                <a:ea typeface="Times New Roman" panose="02020603050405020304"/>
                <a:cs typeface="Times New Roman" panose="02020603050405020304"/>
                <a:sym typeface="Times New Roman" panose="02020603050405020304"/>
              </a:rPr>
              <a:t>Bài 1:</a:t>
            </a:r>
            <a:r>
              <a:rPr lang="en-US" sz="24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lò xo có chiều dài 1,2 m, đầu trên gắn vào một nhánh âm thoa, đầu dưới treo một quả cân. Dao động của âm thoa được duy trì bằng một nam châm điện để có tần số 50 Hz. Khi đó trên lò xo có sóng dừng và trên lò xo chỉ có một nhóm vòng dao động có biên độ cực đại. Tính tốc dộ truyền sóng trên lò xo.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8" name="Google Shape;598;p66"/>
          <p:cNvSpPr txBox="1"/>
          <p:nvPr/>
        </p:nvSpPr>
        <p:spPr>
          <a:xfrm>
            <a:off x="4381500" y="2828925"/>
            <a:ext cx="9525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Times New Roman" panose="02020603050405020304"/>
              <a:buNone/>
            </a:pPr>
            <a:r>
              <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rPr>
              <a:t>Giải</a:t>
            </a:r>
            <a:endPar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9" name="Google Shape;599;p66"/>
          <p:cNvSpPr txBox="1"/>
          <p:nvPr/>
        </p:nvSpPr>
        <p:spPr>
          <a:xfrm>
            <a:off x="381000" y="3097212"/>
            <a:ext cx="1524000" cy="1503362"/>
          </a:xfrm>
          <a:prstGeom prst="rect">
            <a:avLst/>
          </a:prstGeom>
          <a:noFill/>
          <a:ln>
            <a:noFill/>
          </a:ln>
        </p:spPr>
        <p:txBody>
          <a:bodyPr spcFirstLastPara="1" wrap="square" lIns="91425" tIns="45700" rIns="91425" bIns="45700" anchor="t" anchorCtr="0">
            <a:spAutoFit/>
          </a:bodyPr>
          <a:lstStyle/>
          <a:p>
            <a:pPr marL="0" marR="0" lvl="0" indent="0" algn="just" rtl="0">
              <a:lnSpc>
                <a:spcPct val="83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Tóm tắt</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83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L=1,2m</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83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f=50Hz</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83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v=?</a:t>
            </a:r>
            <a:endPar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0" name="Google Shape;600;p66"/>
          <p:cNvSpPr txBox="1"/>
          <p:nvPr/>
        </p:nvSpPr>
        <p:spPr>
          <a:xfrm>
            <a:off x="2382837" y="3241675"/>
            <a:ext cx="6075362" cy="94138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nhóm vòng dao động với biên độ cực đại: n=1</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1" name="Google Shape;601;p66"/>
          <p:cNvSpPr txBox="1"/>
          <p:nvPr/>
        </p:nvSpPr>
        <p:spPr>
          <a:xfrm>
            <a:off x="2438400" y="4310062"/>
            <a:ext cx="4308475"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Tốc độ truyền sóng trên lò xo:</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02" name="Google Shape;602;p66"/>
          <p:cNvPicPr preferRelativeResize="0"/>
          <p:nvPr/>
        </p:nvPicPr>
        <p:blipFill rotWithShape="1">
          <a:blip r:embed="rId1"/>
          <a:srcRect/>
          <a:stretch>
            <a:fillRect/>
          </a:stretch>
        </p:blipFill>
        <p:spPr>
          <a:xfrm>
            <a:off x="2971800" y="4897437"/>
            <a:ext cx="4762500" cy="1465262"/>
          </a:xfrm>
          <a:prstGeom prst="rect">
            <a:avLst/>
          </a:prstGeom>
          <a:noFill/>
          <a:ln>
            <a:noFill/>
          </a:ln>
        </p:spPr>
      </p:pic>
      <p:cxnSp>
        <p:nvCxnSpPr>
          <p:cNvPr id="603" name="Google Shape;603;p66"/>
          <p:cNvCxnSpPr/>
          <p:nvPr/>
        </p:nvCxnSpPr>
        <p:spPr>
          <a:xfrm>
            <a:off x="1905000" y="3097212"/>
            <a:ext cx="0" cy="3151187"/>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99"/>
                                        </p:tgtEl>
                                        <p:attrNameLst>
                                          <p:attrName>style.visibility</p:attrName>
                                        </p:attrNameLst>
                                      </p:cBhvr>
                                      <p:to>
                                        <p:strVal val="visible"/>
                                      </p:to>
                                    </p:set>
                                    <p:animEffect transition="in" filter="fade">
                                      <p:cBhvr>
                                        <p:cTn id="11" dur="1000"/>
                                        <p:tgtEl>
                                          <p:spTgt spid="59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03"/>
                                        </p:tgtEl>
                                        <p:attrNameLst>
                                          <p:attrName>style.visibility</p:attrName>
                                        </p:attrNameLst>
                                      </p:cBhvr>
                                      <p:to>
                                        <p:strVal val="visible"/>
                                      </p:to>
                                    </p:set>
                                    <p:animEffect transition="in" filter="fade">
                                      <p:cBhvr>
                                        <p:cTn id="16" dur="500"/>
                                        <p:tgtEl>
                                          <p:spTgt spid="6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98"/>
                                        </p:tgtEl>
                                        <p:attrNameLst>
                                          <p:attrName>style.visibility</p:attrName>
                                        </p:attrNameLst>
                                      </p:cBhvr>
                                      <p:to>
                                        <p:strVal val="visible"/>
                                      </p:to>
                                    </p:set>
                                    <p:animEffect transition="in" filter="fade">
                                      <p:cBhvr>
                                        <p:cTn id="21" dur="1000"/>
                                        <p:tgtEl>
                                          <p:spTgt spid="59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00"/>
                                        </p:tgtEl>
                                        <p:attrNameLst>
                                          <p:attrName>style.visibility</p:attrName>
                                        </p:attrNameLst>
                                      </p:cBhvr>
                                      <p:to>
                                        <p:strVal val="visible"/>
                                      </p:to>
                                    </p:set>
                                    <p:animEffect transition="in" filter="fade">
                                      <p:cBhvr>
                                        <p:cTn id="26" dur="500"/>
                                        <p:tgtEl>
                                          <p:spTgt spid="60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01"/>
                                        </p:tgtEl>
                                        <p:attrNameLst>
                                          <p:attrName>style.visibility</p:attrName>
                                        </p:attrNameLst>
                                      </p:cBhvr>
                                      <p:to>
                                        <p:strVal val="visible"/>
                                      </p:to>
                                    </p:set>
                                    <p:animEffect transition="in" filter="fade">
                                      <p:cBhvr>
                                        <p:cTn id="31" dur="2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07" name="Shape 607"/>
        <p:cNvGrpSpPr/>
        <p:nvPr/>
      </p:nvGrpSpPr>
      <p:grpSpPr>
        <a:xfrm>
          <a:off x="0" y="0"/>
          <a:ext cx="0" cy="0"/>
          <a:chOff x="0" y="0"/>
          <a:chExt cx="0" cy="0"/>
        </a:xfrm>
      </p:grpSpPr>
      <p:sp>
        <p:nvSpPr>
          <p:cNvPr id="608" name="Google Shape;608;p67"/>
          <p:cNvSpPr txBox="1"/>
          <p:nvPr/>
        </p:nvSpPr>
        <p:spPr>
          <a:xfrm>
            <a:off x="1692275" y="115887"/>
            <a:ext cx="5394325" cy="646112"/>
          </a:xfrm>
          <a:prstGeom prst="rect">
            <a:avLst/>
          </a:prstGeom>
          <a:solidFill>
            <a:schemeClr val="accent2"/>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II. BÀI TẬP LUYỆN TẬP</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9" name="Google Shape;609;p67"/>
          <p:cNvSpPr txBox="1"/>
          <p:nvPr/>
        </p:nvSpPr>
        <p:spPr>
          <a:xfrm>
            <a:off x="304800" y="841375"/>
            <a:ext cx="8610600" cy="25701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300"/>
              <a:buFont typeface="Times New Roman" panose="02020603050405020304"/>
              <a:buNone/>
            </a:pPr>
            <a:r>
              <a:rPr lang="en-US" sz="2300" b="1" i="0" u="sng">
                <a:solidFill>
                  <a:srgbClr val="FF0000"/>
                </a:solidFill>
                <a:latin typeface="Times New Roman" panose="02020603050405020304"/>
                <a:ea typeface="Times New Roman" panose="02020603050405020304"/>
                <a:cs typeface="Times New Roman" panose="02020603050405020304"/>
                <a:sym typeface="Times New Roman" panose="02020603050405020304"/>
              </a:rPr>
              <a:t>Bài 2:</a:t>
            </a:r>
            <a:r>
              <a:rPr lang="en-US" sz="2300" b="0"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sóng hình sin được mô tả như hình 14.2</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46050" algn="l" rtl="0">
              <a:lnSpc>
                <a:spcPct val="100000"/>
              </a:lnSpc>
              <a:spcBef>
                <a:spcPts val="0"/>
              </a:spcBef>
              <a:spcAft>
                <a:spcPts val="0"/>
              </a:spcAft>
              <a:buClr>
                <a:schemeClr val="dk1"/>
              </a:buClr>
              <a:buSzPts val="2300"/>
              <a:buFont typeface="Times New Roman" panose="02020603050405020304"/>
              <a:buAutoNum type="alphaLcPeriod"/>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Xác định bước sóng của sóng.</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46050" algn="l" rtl="0">
              <a:lnSpc>
                <a:spcPct val="100000"/>
              </a:lnSpc>
              <a:spcBef>
                <a:spcPts val="0"/>
              </a:spcBef>
              <a:spcAft>
                <a:spcPts val="0"/>
              </a:spcAft>
              <a:buClr>
                <a:schemeClr val="dk1"/>
              </a:buClr>
              <a:buSzPts val="2300"/>
              <a:buFont typeface="Times New Roman" panose="02020603050405020304"/>
              <a:buAutoNum type="alphaLcPeriod"/>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Nếu chu kì sóng là 1 s thì tần số và tốc độ truyền sóng bằng bao nhiêu?</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46050" algn="l" rtl="0">
              <a:lnSpc>
                <a:spcPct val="100000"/>
              </a:lnSpc>
              <a:spcBef>
                <a:spcPts val="0"/>
              </a:spcBef>
              <a:spcAft>
                <a:spcPts val="0"/>
              </a:spcAft>
              <a:buClr>
                <a:schemeClr val="dk1"/>
              </a:buClr>
              <a:buSzPts val="2300"/>
              <a:buFont typeface="Times New Roman" panose="02020603050405020304"/>
              <a:buAutoNum type="alphaLcPeriod"/>
            </a:pP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Bước sóng sẽ bằng bao nhiêu nếu tần số tăng lên 5 Hz và tốc độ truyền sóng không đổi? Vẽ đồ thị (u-x) trong trường hợp này và đánh dấu rõ bước sóng trên đồ thị.</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10" name="Google Shape;610;p67"/>
          <p:cNvPicPr preferRelativeResize="0"/>
          <p:nvPr/>
        </p:nvPicPr>
        <p:blipFill rotWithShape="1">
          <a:blip r:embed="rId1"/>
          <a:srcRect/>
          <a:stretch>
            <a:fillRect/>
          </a:stretch>
        </p:blipFill>
        <p:spPr>
          <a:xfrm>
            <a:off x="152400" y="3657600"/>
            <a:ext cx="8537575" cy="2514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14" name="Shape 614"/>
        <p:cNvGrpSpPr/>
        <p:nvPr/>
      </p:nvGrpSpPr>
      <p:grpSpPr>
        <a:xfrm>
          <a:off x="0" y="0"/>
          <a:ext cx="0" cy="0"/>
          <a:chOff x="0" y="0"/>
          <a:chExt cx="0" cy="0"/>
        </a:xfrm>
      </p:grpSpPr>
      <p:sp>
        <p:nvSpPr>
          <p:cNvPr id="615" name="Google Shape;615;p68"/>
          <p:cNvSpPr txBox="1"/>
          <p:nvPr/>
        </p:nvSpPr>
        <p:spPr>
          <a:xfrm>
            <a:off x="1692275" y="115887"/>
            <a:ext cx="5394325" cy="646112"/>
          </a:xfrm>
          <a:prstGeom prst="rect">
            <a:avLst/>
          </a:prstGeom>
          <a:solidFill>
            <a:schemeClr val="accent2"/>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II. BÀI TẬP LUYỆN TẬP</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6" name="Google Shape;616;p68"/>
          <p:cNvSpPr txBox="1"/>
          <p:nvPr/>
        </p:nvSpPr>
        <p:spPr>
          <a:xfrm>
            <a:off x="304800" y="381000"/>
            <a:ext cx="990600" cy="4460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300"/>
              <a:buFont typeface="Times New Roman" panose="02020603050405020304"/>
              <a:buNone/>
            </a:pPr>
            <a:r>
              <a:rPr lang="en-US" sz="2300" b="1" i="0" u="sng">
                <a:solidFill>
                  <a:srgbClr val="FF0000"/>
                </a:solidFill>
                <a:latin typeface="Times New Roman" panose="02020603050405020304"/>
                <a:ea typeface="Times New Roman" panose="02020603050405020304"/>
                <a:cs typeface="Times New Roman" panose="02020603050405020304"/>
                <a:sym typeface="Times New Roman" panose="02020603050405020304"/>
              </a:rPr>
              <a:t>Bài 2:</a:t>
            </a:r>
            <a:endParaRPr lang="en-US" sz="2300" b="1" i="0" u="sng">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7" name="Google Shape;617;p68"/>
          <p:cNvSpPr txBox="1"/>
          <p:nvPr/>
        </p:nvSpPr>
        <p:spPr>
          <a:xfrm>
            <a:off x="228600" y="914400"/>
            <a:ext cx="7646987" cy="51752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 Từ đồ thị ta xác định được bước sóng là λ=50cm</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8" name="Google Shape;618;p68"/>
          <p:cNvSpPr txBox="1"/>
          <p:nvPr/>
        </p:nvSpPr>
        <p:spPr>
          <a:xfrm>
            <a:off x="228600" y="1447800"/>
            <a:ext cx="4522787" cy="461962"/>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Tần số và tốc độ của sóng</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19" name="Google Shape;619;p68"/>
          <p:cNvPicPr preferRelativeResize="0"/>
          <p:nvPr/>
        </p:nvPicPr>
        <p:blipFill rotWithShape="1">
          <a:blip r:embed="rId1"/>
          <a:srcRect/>
          <a:stretch>
            <a:fillRect/>
          </a:stretch>
        </p:blipFill>
        <p:spPr>
          <a:xfrm>
            <a:off x="4389437" y="1335087"/>
            <a:ext cx="2849562" cy="1149350"/>
          </a:xfrm>
          <a:prstGeom prst="rect">
            <a:avLst/>
          </a:prstGeom>
          <a:noFill/>
          <a:ln>
            <a:noFill/>
          </a:ln>
        </p:spPr>
      </p:pic>
      <p:pic>
        <p:nvPicPr>
          <p:cNvPr id="620" name="Google Shape;620;p68"/>
          <p:cNvPicPr preferRelativeResize="0"/>
          <p:nvPr/>
        </p:nvPicPr>
        <p:blipFill rotWithShape="1">
          <a:blip r:embed="rId2"/>
          <a:srcRect/>
          <a:stretch>
            <a:fillRect/>
          </a:stretch>
        </p:blipFill>
        <p:spPr>
          <a:xfrm>
            <a:off x="3319462" y="3086100"/>
            <a:ext cx="2865437" cy="955675"/>
          </a:xfrm>
          <a:prstGeom prst="rect">
            <a:avLst/>
          </a:prstGeom>
          <a:noFill/>
          <a:ln>
            <a:noFill/>
          </a:ln>
        </p:spPr>
      </p:pic>
      <p:grpSp>
        <p:nvGrpSpPr>
          <p:cNvPr id="621" name="Google Shape;621;p68"/>
          <p:cNvGrpSpPr/>
          <p:nvPr/>
        </p:nvGrpSpPr>
        <p:grpSpPr>
          <a:xfrm>
            <a:off x="762000" y="3810000"/>
            <a:ext cx="7467600" cy="2881312"/>
            <a:chOff x="0" y="0"/>
            <a:chExt cx="7361899" cy="2603500"/>
          </a:xfrm>
        </p:grpSpPr>
        <p:cxnSp>
          <p:nvCxnSpPr>
            <p:cNvPr id="622" name="Google Shape;622;p68"/>
            <p:cNvCxnSpPr/>
            <p:nvPr/>
          </p:nvCxnSpPr>
          <p:spPr>
            <a:xfrm>
              <a:off x="757474" y="1506157"/>
              <a:ext cx="6400971" cy="0"/>
            </a:xfrm>
            <a:prstGeom prst="straightConnector1">
              <a:avLst/>
            </a:prstGeom>
            <a:noFill/>
            <a:ln w="28575" cap="flat" cmpd="sng">
              <a:solidFill>
                <a:schemeClr val="dk1"/>
              </a:solidFill>
              <a:prstDash val="solid"/>
              <a:miter lim="800000"/>
              <a:headEnd type="none" w="med" len="med"/>
              <a:tailEnd type="triangle" w="med" len="med"/>
            </a:ln>
          </p:spPr>
        </p:cxnSp>
        <p:cxnSp>
          <p:nvCxnSpPr>
            <p:cNvPr id="623" name="Google Shape;623;p68"/>
            <p:cNvCxnSpPr/>
            <p:nvPr/>
          </p:nvCxnSpPr>
          <p:spPr>
            <a:xfrm rot="10800000">
              <a:off x="757474" y="164960"/>
              <a:ext cx="0" cy="2438540"/>
            </a:xfrm>
            <a:prstGeom prst="straightConnector1">
              <a:avLst/>
            </a:prstGeom>
            <a:noFill/>
            <a:ln w="28575" cap="flat" cmpd="sng">
              <a:solidFill>
                <a:schemeClr val="dk1"/>
              </a:solidFill>
              <a:prstDash val="solid"/>
              <a:miter lim="800000"/>
              <a:headEnd type="none" w="med" len="med"/>
              <a:tailEnd type="stealth" w="med" len="med"/>
            </a:ln>
          </p:spPr>
        </p:cxnSp>
        <p:sp>
          <p:nvSpPr>
            <p:cNvPr id="624" name="Google Shape;624;p68"/>
            <p:cNvSpPr/>
            <p:nvPr/>
          </p:nvSpPr>
          <p:spPr>
            <a:xfrm>
              <a:off x="660442" y="976851"/>
              <a:ext cx="5657582" cy="1028489"/>
            </a:xfrm>
            <a:custGeom>
              <a:avLst/>
              <a:gdLst/>
              <a:ahLst/>
              <a:cxnLst/>
              <a:rect l="l" t="t" r="r" b="b"/>
              <a:pathLst>
                <a:path w="5745562" h="2034273" extrusionOk="0">
                  <a:moveTo>
                    <a:pt x="128967" y="194371"/>
                  </a:moveTo>
                  <a:cubicBezTo>
                    <a:pt x="101509" y="198165"/>
                    <a:pt x="128765" y="222658"/>
                    <a:pt x="128969" y="217134"/>
                  </a:cubicBezTo>
                  <a:cubicBezTo>
                    <a:pt x="129173" y="211610"/>
                    <a:pt x="-162127" y="383973"/>
                    <a:pt x="130193" y="161228"/>
                  </a:cubicBezTo>
                  <a:cubicBezTo>
                    <a:pt x="422513" y="-61517"/>
                    <a:pt x="764374" y="2034273"/>
                    <a:pt x="1074090" y="2034273"/>
                  </a:cubicBezTo>
                  <a:cubicBezTo>
                    <a:pt x="1383806" y="2034273"/>
                    <a:pt x="1683690" y="166144"/>
                    <a:pt x="1988490" y="161228"/>
                  </a:cubicBezTo>
                  <a:cubicBezTo>
                    <a:pt x="2293290" y="156312"/>
                    <a:pt x="2598090" y="2007234"/>
                    <a:pt x="2902890" y="2004776"/>
                  </a:cubicBezTo>
                  <a:cubicBezTo>
                    <a:pt x="3207690" y="2002318"/>
                    <a:pt x="3512490" y="146479"/>
                    <a:pt x="3817290" y="146479"/>
                  </a:cubicBezTo>
                  <a:cubicBezTo>
                    <a:pt x="4122090" y="146479"/>
                    <a:pt x="4424432" y="1999860"/>
                    <a:pt x="4731690" y="2004776"/>
                  </a:cubicBezTo>
                  <a:cubicBezTo>
                    <a:pt x="5038948" y="2009692"/>
                    <a:pt x="5508438" y="480776"/>
                    <a:pt x="5660838" y="175976"/>
                  </a:cubicBezTo>
                  <a:cubicBezTo>
                    <a:pt x="5813238" y="-128824"/>
                    <a:pt x="5729664" y="23576"/>
                    <a:pt x="5646090" y="175976"/>
                  </a:cubicBezTo>
                </a:path>
              </a:pathLst>
            </a:cu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chemeClr val="dk1"/>
                </a:buClr>
                <a:buSzPts val="1100"/>
                <a:buFont typeface="Arial" panose="020B0704020202020204"/>
                <a:buNone/>
              </a:pPr>
              <a:r>
                <a:rPr lang="en-US" sz="1100" b="0" i="0" u="none">
                  <a:solidFill>
                    <a:schemeClr val="dk1"/>
                  </a:solidFill>
                  <a:latin typeface="Arial" panose="020B0704020202020204"/>
                  <a:ea typeface="Arial" panose="020B0704020202020204"/>
                  <a:cs typeface="Arial" panose="020B0704020202020204"/>
                  <a:sym typeface="Arial" panose="020B0704020202020204"/>
                </a:rPr>
                <a:t> </a:t>
              </a:r>
              <a:endParaRPr lang="en-US" sz="1100" b="0" i="0" u="none">
                <a:solidFill>
                  <a:schemeClr val="dk1"/>
                </a:solidFill>
                <a:latin typeface="Arial" panose="020B0704020202020204"/>
                <a:ea typeface="Arial" panose="020B0704020202020204"/>
                <a:cs typeface="Arial" panose="020B0704020202020204"/>
                <a:sym typeface="Arial" panose="020B0704020202020204"/>
              </a:endParaRPr>
            </a:p>
          </p:txBody>
        </p:sp>
        <p:pic>
          <p:nvPicPr>
            <p:cNvPr id="625" name="Google Shape;625;p68"/>
            <p:cNvPicPr preferRelativeResize="0"/>
            <p:nvPr/>
          </p:nvPicPr>
          <p:blipFill rotWithShape="1">
            <a:blip r:embed="rId3"/>
            <a:srcRect/>
            <a:stretch>
              <a:fillRect/>
            </a:stretch>
          </p:blipFill>
          <p:spPr>
            <a:xfrm>
              <a:off x="328967" y="1271659"/>
              <a:ext cx="444500" cy="527050"/>
            </a:xfrm>
            <a:prstGeom prst="rect">
              <a:avLst/>
            </a:prstGeom>
            <a:noFill/>
            <a:ln>
              <a:noFill/>
            </a:ln>
          </p:spPr>
        </p:pic>
        <p:pic>
          <p:nvPicPr>
            <p:cNvPr id="626" name="Google Shape;626;p68"/>
            <p:cNvPicPr preferRelativeResize="0"/>
            <p:nvPr/>
          </p:nvPicPr>
          <p:blipFill rotWithShape="1">
            <a:blip r:embed="rId4"/>
            <a:srcRect/>
            <a:stretch>
              <a:fillRect/>
            </a:stretch>
          </p:blipFill>
          <p:spPr>
            <a:xfrm>
              <a:off x="289585" y="1839575"/>
              <a:ext cx="402770" cy="330200"/>
            </a:xfrm>
            <a:prstGeom prst="rect">
              <a:avLst/>
            </a:prstGeom>
            <a:noFill/>
            <a:ln>
              <a:noFill/>
            </a:ln>
          </p:spPr>
        </p:pic>
        <p:pic>
          <p:nvPicPr>
            <p:cNvPr id="627" name="Google Shape;627;p68"/>
            <p:cNvPicPr preferRelativeResize="0"/>
            <p:nvPr/>
          </p:nvPicPr>
          <p:blipFill rotWithShape="1">
            <a:blip r:embed="rId5"/>
            <a:srcRect/>
            <a:stretch>
              <a:fillRect/>
            </a:stretch>
          </p:blipFill>
          <p:spPr>
            <a:xfrm>
              <a:off x="327020" y="873968"/>
              <a:ext cx="333379" cy="449336"/>
            </a:xfrm>
            <a:prstGeom prst="rect">
              <a:avLst/>
            </a:prstGeom>
            <a:noFill/>
            <a:ln>
              <a:noFill/>
            </a:ln>
          </p:spPr>
        </p:pic>
        <p:pic>
          <p:nvPicPr>
            <p:cNvPr id="628" name="Google Shape;628;p68"/>
            <p:cNvPicPr preferRelativeResize="0"/>
            <p:nvPr/>
          </p:nvPicPr>
          <p:blipFill rotWithShape="1">
            <a:blip r:embed="rId6"/>
            <a:srcRect/>
            <a:stretch>
              <a:fillRect/>
            </a:stretch>
          </p:blipFill>
          <p:spPr>
            <a:xfrm>
              <a:off x="0" y="0"/>
              <a:ext cx="660400" cy="330200"/>
            </a:xfrm>
            <a:prstGeom prst="rect">
              <a:avLst/>
            </a:prstGeom>
            <a:noFill/>
            <a:ln>
              <a:noFill/>
            </a:ln>
          </p:spPr>
        </p:pic>
        <p:pic>
          <p:nvPicPr>
            <p:cNvPr id="629" name="Google Shape;629;p68"/>
            <p:cNvPicPr preferRelativeResize="0"/>
            <p:nvPr/>
          </p:nvPicPr>
          <p:blipFill rotWithShape="1">
            <a:blip r:embed="rId7"/>
            <a:srcRect/>
            <a:stretch>
              <a:fillRect/>
            </a:stretch>
          </p:blipFill>
          <p:spPr>
            <a:xfrm>
              <a:off x="6701499" y="1674475"/>
              <a:ext cx="660400" cy="330200"/>
            </a:xfrm>
            <a:prstGeom prst="rect">
              <a:avLst/>
            </a:prstGeom>
            <a:noFill/>
            <a:ln>
              <a:noFill/>
            </a:ln>
          </p:spPr>
        </p:pic>
        <p:cxnSp>
          <p:nvCxnSpPr>
            <p:cNvPr id="630" name="Google Shape;630;p68"/>
            <p:cNvCxnSpPr/>
            <p:nvPr/>
          </p:nvCxnSpPr>
          <p:spPr>
            <a:xfrm>
              <a:off x="2571344" y="976851"/>
              <a:ext cx="1920291" cy="0"/>
            </a:xfrm>
            <a:prstGeom prst="straightConnector1">
              <a:avLst/>
            </a:prstGeom>
            <a:noFill/>
            <a:ln w="28575" cap="flat" cmpd="sng">
              <a:solidFill>
                <a:schemeClr val="dk1"/>
              </a:solidFill>
              <a:prstDash val="solid"/>
              <a:miter lim="800000"/>
              <a:headEnd type="triangle" w="med" len="med"/>
              <a:tailEnd type="triangle" w="med" len="med"/>
            </a:ln>
          </p:spPr>
        </p:cxnSp>
        <p:pic>
          <p:nvPicPr>
            <p:cNvPr id="631" name="Google Shape;631;p68"/>
            <p:cNvPicPr preferRelativeResize="0"/>
            <p:nvPr/>
          </p:nvPicPr>
          <p:blipFill rotWithShape="1">
            <a:blip r:embed="rId8"/>
            <a:srcRect/>
            <a:stretch>
              <a:fillRect/>
            </a:stretch>
          </p:blipFill>
          <p:spPr>
            <a:xfrm>
              <a:off x="3254269" y="580329"/>
              <a:ext cx="336550" cy="396875"/>
            </a:xfrm>
            <a:prstGeom prst="rect">
              <a:avLst/>
            </a:prstGeom>
            <a:noFill/>
            <a:ln>
              <a:noFill/>
            </a:ln>
          </p:spPr>
        </p:pic>
        <p:cxnSp>
          <p:nvCxnSpPr>
            <p:cNvPr id="632" name="Google Shape;632;p68"/>
            <p:cNvCxnSpPr/>
            <p:nvPr/>
          </p:nvCxnSpPr>
          <p:spPr>
            <a:xfrm>
              <a:off x="2590124" y="1424394"/>
              <a:ext cx="0" cy="152050"/>
            </a:xfrm>
            <a:prstGeom prst="straightConnector1">
              <a:avLst/>
            </a:prstGeom>
            <a:noFill/>
            <a:ln w="25400" cap="flat" cmpd="sng">
              <a:solidFill>
                <a:schemeClr val="dk1"/>
              </a:solidFill>
              <a:prstDash val="solid"/>
              <a:miter lim="800000"/>
              <a:headEnd type="none" w="med" len="med"/>
              <a:tailEnd type="none" w="med" len="med"/>
            </a:ln>
            <a:effectLst>
              <a:outerShdw blurRad="63500" dist="20000" dir="5400000">
                <a:srgbClr val="000000">
                  <a:alpha val="37647"/>
                </a:srgbClr>
              </a:outerShdw>
            </a:effectLst>
          </p:spPr>
        </p:cxnSp>
        <p:cxnSp>
          <p:nvCxnSpPr>
            <p:cNvPr id="633" name="Google Shape;633;p68"/>
            <p:cNvCxnSpPr/>
            <p:nvPr/>
          </p:nvCxnSpPr>
          <p:spPr>
            <a:xfrm>
              <a:off x="6252294" y="1435870"/>
              <a:ext cx="0" cy="152050"/>
            </a:xfrm>
            <a:prstGeom prst="straightConnector1">
              <a:avLst/>
            </a:prstGeom>
            <a:noFill/>
            <a:ln w="25400" cap="flat" cmpd="sng">
              <a:solidFill>
                <a:schemeClr val="dk1"/>
              </a:solidFill>
              <a:prstDash val="solid"/>
              <a:miter lim="800000"/>
              <a:headEnd type="none" w="med" len="med"/>
              <a:tailEnd type="none" w="med" len="med"/>
            </a:ln>
            <a:effectLst>
              <a:outerShdw blurRad="63500" dist="20000" dir="5400000">
                <a:srgbClr val="000000">
                  <a:alpha val="37647"/>
                </a:srgbClr>
              </a:outerShdw>
            </a:effectLst>
          </p:spPr>
        </p:cxnSp>
        <p:cxnSp>
          <p:nvCxnSpPr>
            <p:cNvPr id="634" name="Google Shape;634;p68"/>
            <p:cNvCxnSpPr/>
            <p:nvPr/>
          </p:nvCxnSpPr>
          <p:spPr>
            <a:xfrm>
              <a:off x="4413383" y="1434435"/>
              <a:ext cx="0" cy="152050"/>
            </a:xfrm>
            <a:prstGeom prst="straightConnector1">
              <a:avLst/>
            </a:prstGeom>
            <a:noFill/>
            <a:ln w="25400" cap="flat" cmpd="sng">
              <a:solidFill>
                <a:schemeClr val="dk1"/>
              </a:solidFill>
              <a:prstDash val="solid"/>
              <a:miter lim="800000"/>
              <a:headEnd type="none" w="med" len="med"/>
              <a:tailEnd type="none" w="med" len="med"/>
            </a:ln>
            <a:effectLst>
              <a:outerShdw blurRad="63500" dist="20000" dir="5400000">
                <a:srgbClr val="000000">
                  <a:alpha val="37647"/>
                </a:srgbClr>
              </a:outerShdw>
            </a:effectLst>
          </p:spPr>
        </p:cxnSp>
        <p:pic>
          <p:nvPicPr>
            <p:cNvPr id="635" name="Google Shape;635;p68"/>
            <p:cNvPicPr preferRelativeResize="0"/>
            <p:nvPr/>
          </p:nvPicPr>
          <p:blipFill rotWithShape="1">
            <a:blip r:embed="rId9"/>
            <a:srcRect/>
            <a:stretch>
              <a:fillRect/>
            </a:stretch>
          </p:blipFill>
          <p:spPr>
            <a:xfrm>
              <a:off x="2413201" y="1610975"/>
              <a:ext cx="317500" cy="393700"/>
            </a:xfrm>
            <a:prstGeom prst="rect">
              <a:avLst/>
            </a:prstGeom>
            <a:noFill/>
            <a:ln>
              <a:noFill/>
            </a:ln>
          </p:spPr>
        </p:pic>
        <p:pic>
          <p:nvPicPr>
            <p:cNvPr id="636" name="Google Shape;636;p68"/>
            <p:cNvPicPr preferRelativeResize="0"/>
            <p:nvPr/>
          </p:nvPicPr>
          <p:blipFill rotWithShape="1">
            <a:blip r:embed="rId10"/>
            <a:srcRect/>
            <a:stretch>
              <a:fillRect/>
            </a:stretch>
          </p:blipFill>
          <p:spPr>
            <a:xfrm>
              <a:off x="4215224" y="1694718"/>
              <a:ext cx="396375" cy="346828"/>
            </a:xfrm>
            <a:prstGeom prst="rect">
              <a:avLst/>
            </a:prstGeom>
            <a:noFill/>
            <a:ln>
              <a:noFill/>
            </a:ln>
          </p:spPr>
        </p:pic>
        <p:pic>
          <p:nvPicPr>
            <p:cNvPr id="637" name="Google Shape;637;p68"/>
            <p:cNvPicPr preferRelativeResize="0"/>
            <p:nvPr/>
          </p:nvPicPr>
          <p:blipFill rotWithShape="1">
            <a:blip r:embed="rId11"/>
            <a:srcRect/>
            <a:stretch>
              <a:fillRect/>
            </a:stretch>
          </p:blipFill>
          <p:spPr>
            <a:xfrm>
              <a:off x="6044440" y="1655630"/>
              <a:ext cx="391584" cy="381000"/>
            </a:xfrm>
            <a:prstGeom prst="rect">
              <a:avLst/>
            </a:prstGeom>
            <a:noFill/>
            <a:ln>
              <a:noFill/>
            </a:ln>
          </p:spPr>
        </p:pic>
      </p:grpSp>
      <p:sp>
        <p:nvSpPr>
          <p:cNvPr id="638" name="Google Shape;638;p68"/>
          <p:cNvSpPr txBox="1"/>
          <p:nvPr/>
        </p:nvSpPr>
        <p:spPr>
          <a:xfrm>
            <a:off x="152400" y="2590800"/>
            <a:ext cx="8991600" cy="830262"/>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 Khi tần số tăng lên 5Hz, tốc độ truyền sóng không đổi thì bước sóng khi đó là: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9" name="Google Shape;639;p68"/>
          <p:cNvSpPr txBox="1"/>
          <p:nvPr/>
        </p:nvSpPr>
        <p:spPr>
          <a:xfrm>
            <a:off x="0" y="3276600"/>
            <a:ext cx="9144000" cy="0"/>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7"/>
                                        </p:tgtEl>
                                        <p:attrNameLst>
                                          <p:attrName>style.visibility</p:attrName>
                                        </p:attrNameLst>
                                      </p:cBhvr>
                                      <p:to>
                                        <p:strVal val="visible"/>
                                      </p:to>
                                    </p:set>
                                    <p:animEffect transition="in" filter="fade">
                                      <p:cBhvr>
                                        <p:cTn id="7" dur="500"/>
                                        <p:tgtEl>
                                          <p:spTgt spid="6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8"/>
                                        </p:tgtEl>
                                        <p:attrNameLst>
                                          <p:attrName>style.visibility</p:attrName>
                                        </p:attrNameLst>
                                      </p:cBhvr>
                                      <p:to>
                                        <p:strVal val="visible"/>
                                      </p:to>
                                    </p:set>
                                    <p:animEffect transition="in" filter="fade">
                                      <p:cBhvr>
                                        <p:cTn id="12" dur="500"/>
                                        <p:tgtEl>
                                          <p:spTgt spid="6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8"/>
                                        </p:tgtEl>
                                        <p:attrNameLst>
                                          <p:attrName>style.visibility</p:attrName>
                                        </p:attrNameLst>
                                      </p:cBhvr>
                                      <p:to>
                                        <p:strVal val="visible"/>
                                      </p:to>
                                    </p:set>
                                    <p:animEffect transition="in" filter="fade">
                                      <p:cBhvr>
                                        <p:cTn id="17" dur="1000"/>
                                        <p:tgtEl>
                                          <p:spTgt spid="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43" name="Shape 643"/>
        <p:cNvGrpSpPr/>
        <p:nvPr/>
      </p:nvGrpSpPr>
      <p:grpSpPr>
        <a:xfrm>
          <a:off x="0" y="0"/>
          <a:ext cx="0" cy="0"/>
          <a:chOff x="0" y="0"/>
          <a:chExt cx="0" cy="0"/>
        </a:xfrm>
      </p:grpSpPr>
      <p:sp>
        <p:nvSpPr>
          <p:cNvPr id="644" name="Google Shape;644;p69"/>
          <p:cNvSpPr txBox="1"/>
          <p:nvPr/>
        </p:nvSpPr>
        <p:spPr>
          <a:xfrm>
            <a:off x="1692275" y="115887"/>
            <a:ext cx="5394325" cy="646112"/>
          </a:xfrm>
          <a:prstGeom prst="rect">
            <a:avLst/>
          </a:prstGeom>
          <a:solidFill>
            <a:schemeClr val="accent2"/>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3600"/>
              <a:buFont typeface="Times New Roman" panose="02020603050405020304"/>
              <a:buNone/>
            </a:pPr>
            <a:r>
              <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II. BÀI TẬP LUYỆN TẬP</a:t>
            </a:r>
            <a:endParaRPr lang="en-US" sz="36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5" name="Google Shape;645;p69"/>
          <p:cNvSpPr txBox="1"/>
          <p:nvPr/>
        </p:nvSpPr>
        <p:spPr>
          <a:xfrm>
            <a:off x="242887" y="841375"/>
            <a:ext cx="8824912" cy="2289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300"/>
              <a:buFont typeface="Times New Roman" panose="02020603050405020304"/>
              <a:buNone/>
            </a:pPr>
            <a:r>
              <a:rPr lang="en-US" sz="2300" b="1" i="0" u="sng">
                <a:solidFill>
                  <a:srgbClr val="FF0000"/>
                </a:solidFill>
                <a:latin typeface="Times New Roman" panose="02020603050405020304"/>
                <a:ea typeface="Times New Roman" panose="02020603050405020304"/>
                <a:cs typeface="Times New Roman" panose="02020603050405020304"/>
                <a:sym typeface="Times New Roman" panose="02020603050405020304"/>
              </a:rPr>
              <a:t>Bài 3:</a:t>
            </a:r>
            <a:r>
              <a:rPr lang="en-US" sz="2300" b="1" i="0" u="none">
                <a:solidFill>
                  <a:srgbClr val="FF0000"/>
                </a:solidFill>
                <a:latin typeface="Times New Roman" panose="02020603050405020304"/>
                <a:ea typeface="Times New Roman" panose="02020603050405020304"/>
                <a:cs typeface="Times New Roman" panose="02020603050405020304"/>
                <a:sym typeface="Times New Roman" panose="02020603050405020304"/>
              </a:rPr>
              <a:t>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Trong một thí nghiệm Y-âng về giao thoa ánh sáng, hai khe được chiếu bằng ánh sáng đơn sắc. Khoảng cách giữa 2 khe là 0,6 mm. Khoảng vân trên màn quan sát đo được là 1mm. Từ vị trí ban đầu, nếu tịnh tiến màn quan sát một đoạn 25 cm lại gần mặt phẳng chứa 2 khe thì khoảng vân mới trên màn là 0,8mm. Tính bước sóng của ánh sáng dùng làm thí nghiệm.</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6" name="Google Shape;646;p69"/>
          <p:cNvSpPr txBox="1"/>
          <p:nvPr/>
        </p:nvSpPr>
        <p:spPr>
          <a:xfrm>
            <a:off x="4381500" y="2828925"/>
            <a:ext cx="9525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Times New Roman" panose="02020603050405020304"/>
              <a:buNone/>
            </a:pPr>
            <a:r>
              <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rPr>
              <a:t>Giải</a:t>
            </a:r>
            <a:endParaRPr lang="en-US" sz="2800" b="1" i="0"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47" name="Google Shape;647;p69"/>
          <p:cNvCxnSpPr/>
          <p:nvPr/>
        </p:nvCxnSpPr>
        <p:spPr>
          <a:xfrm>
            <a:off x="1905000" y="3097212"/>
            <a:ext cx="0" cy="3151187"/>
          </a:xfrm>
          <a:prstGeom prst="straightConnector1">
            <a:avLst/>
          </a:prstGeom>
          <a:noFill/>
          <a:ln w="9525" cap="flat" cmpd="sng">
            <a:solidFill>
              <a:schemeClr val="dk1"/>
            </a:solidFill>
            <a:prstDash val="solid"/>
            <a:miter lim="800000"/>
            <a:headEnd type="none" w="med" len="med"/>
            <a:tailEnd type="none" w="med" len="med"/>
          </a:ln>
        </p:spPr>
      </p:cxnSp>
      <p:sp>
        <p:nvSpPr>
          <p:cNvPr id="648" name="Google Shape;648;p69"/>
          <p:cNvSpPr txBox="1"/>
          <p:nvPr/>
        </p:nvSpPr>
        <p:spPr>
          <a:xfrm>
            <a:off x="201612" y="3327400"/>
            <a:ext cx="1627187" cy="2195512"/>
          </a:xfrm>
          <a:prstGeom prst="rect">
            <a:avLst/>
          </a:prstGeom>
          <a:noFill/>
          <a:ln>
            <a:noFill/>
          </a:ln>
        </p:spPr>
        <p:txBody>
          <a:bodyPr spcFirstLastPara="1" wrap="square" lIns="91425" tIns="45700" rIns="91425" bIns="45700" anchor="t" anchorCtr="0">
            <a:spAutoFit/>
          </a:bodyPr>
          <a:lstStyle/>
          <a:p>
            <a:pPr marL="0" marR="0" lvl="0" indent="0" algn="just" rtl="0">
              <a:lnSpc>
                <a:spcPct val="79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Tóm tắt</a:t>
            </a:r>
            <a:endParaRPr sz="2400" b="0" i="0" u="none">
              <a:solidFill>
                <a:schemeClr val="dk1"/>
              </a:solidFill>
              <a:latin typeface="Calibri"/>
              <a:ea typeface="Calibri"/>
              <a:cs typeface="Calibri"/>
              <a:sym typeface="Calibri"/>
            </a:endParaRPr>
          </a:p>
          <a:p>
            <a:pPr marL="0" marR="0" lvl="0" indent="0" algn="just" rtl="0">
              <a:lnSpc>
                <a:spcPct val="79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a=0,6mm</a:t>
            </a:r>
            <a:endParaRPr sz="2400" b="0" i="0" u="none">
              <a:solidFill>
                <a:schemeClr val="dk1"/>
              </a:solidFill>
              <a:latin typeface="Calibri"/>
              <a:ea typeface="Calibri"/>
              <a:cs typeface="Calibri"/>
              <a:sym typeface="Calibri"/>
            </a:endParaRPr>
          </a:p>
          <a:p>
            <a:pPr marL="0" marR="0" lvl="0" indent="0" algn="just" rtl="0">
              <a:lnSpc>
                <a:spcPct val="79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i=1mm</a:t>
            </a:r>
            <a:endParaRPr sz="2400" b="0" i="0" u="none">
              <a:solidFill>
                <a:schemeClr val="dk1"/>
              </a:solidFill>
              <a:latin typeface="Calibri"/>
              <a:ea typeface="Calibri"/>
              <a:cs typeface="Calibri"/>
              <a:sym typeface="Calibri"/>
            </a:endParaRPr>
          </a:p>
          <a:p>
            <a:pPr marL="0" marR="0" lvl="0" indent="0" algn="just" rtl="0">
              <a:lnSpc>
                <a:spcPct val="79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D’=D-0,25</a:t>
            </a:r>
            <a:endParaRPr sz="2400" b="0" i="0" u="none">
              <a:solidFill>
                <a:schemeClr val="dk1"/>
              </a:solidFill>
              <a:latin typeface="Calibri"/>
              <a:ea typeface="Calibri"/>
              <a:cs typeface="Calibri"/>
              <a:sym typeface="Calibri"/>
            </a:endParaRPr>
          </a:p>
          <a:p>
            <a:pPr marL="0" marR="0" lvl="0" indent="0" algn="just" rtl="0">
              <a:lnSpc>
                <a:spcPct val="79000"/>
              </a:lnSpc>
              <a:spcBef>
                <a:spcPts val="1000"/>
              </a:spcBef>
              <a:spcAft>
                <a:spcPts val="0"/>
              </a:spcAft>
              <a:buClr>
                <a:srgbClr val="000000"/>
              </a:buClr>
              <a:buSzPts val="2400"/>
              <a:buFont typeface="Times New Roman" panose="02020603050405020304"/>
              <a:buNone/>
            </a:pP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i’=0,8mm</a:t>
            </a:r>
            <a:endParaRPr sz="2400" b="0" i="0" u="none">
              <a:solidFill>
                <a:schemeClr val="dk1"/>
              </a:solidFill>
              <a:latin typeface="Calibri"/>
              <a:ea typeface="Calibri"/>
              <a:cs typeface="Calibri"/>
              <a:sym typeface="Calibri"/>
            </a:endParaRPr>
          </a:p>
          <a:p>
            <a:pPr marL="0" marR="0" lvl="0" indent="0" algn="just" rtl="0">
              <a:lnSpc>
                <a:spcPct val="79000"/>
              </a:lnSpc>
              <a:spcBef>
                <a:spcPts val="1000"/>
              </a:spcBef>
              <a:spcAft>
                <a:spcPts val="0"/>
              </a:spcAft>
              <a:buClr>
                <a:srgbClr val="333333"/>
              </a:buClr>
              <a:buSzPts val="2400"/>
              <a:buFont typeface="Times New Roman" panose="02020603050405020304"/>
              <a:buNone/>
            </a:pPr>
            <a:r>
              <a:rPr lang="en-US" sz="2400" b="0" i="0" u="none">
                <a:solidFill>
                  <a:srgbClr val="333333"/>
                </a:solidFill>
                <a:latin typeface="Times New Roman" panose="02020603050405020304"/>
                <a:ea typeface="Times New Roman" panose="02020603050405020304"/>
                <a:cs typeface="Times New Roman" panose="02020603050405020304"/>
                <a:sym typeface="Times New Roman" panose="02020603050405020304"/>
              </a:rPr>
              <a:t>λ=?</a:t>
            </a:r>
            <a:endParaRPr lang="en-US" sz="2400" b="0" i="0" u="none">
              <a:solidFill>
                <a:srgbClr val="33333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9" name="Google Shape;649;p69"/>
          <p:cNvSpPr txBox="1"/>
          <p:nvPr/>
        </p:nvSpPr>
        <p:spPr>
          <a:xfrm>
            <a:off x="2057400" y="3429000"/>
            <a:ext cx="5181600" cy="461962"/>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Vận dụng công thức khoảng vân i ta có:</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50" name="Google Shape;650;p69"/>
          <p:cNvPicPr preferRelativeResize="0"/>
          <p:nvPr/>
        </p:nvPicPr>
        <p:blipFill rotWithShape="1">
          <a:blip r:embed="rId1"/>
          <a:srcRect/>
          <a:stretch>
            <a:fillRect/>
          </a:stretch>
        </p:blipFill>
        <p:spPr>
          <a:xfrm>
            <a:off x="7239000" y="3340100"/>
            <a:ext cx="1295400" cy="776287"/>
          </a:xfrm>
          <a:prstGeom prst="rect">
            <a:avLst/>
          </a:prstGeom>
          <a:noFill/>
          <a:ln>
            <a:noFill/>
          </a:ln>
        </p:spPr>
      </p:pic>
      <p:sp>
        <p:nvSpPr>
          <p:cNvPr id="651" name="Google Shape;651;p69"/>
          <p:cNvSpPr txBox="1"/>
          <p:nvPr/>
        </p:nvSpPr>
        <p:spPr>
          <a:xfrm>
            <a:off x="2362200" y="4343400"/>
            <a:ext cx="9144000" cy="0"/>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52" name="Google Shape;652;p69"/>
          <p:cNvPicPr preferRelativeResize="0"/>
          <p:nvPr/>
        </p:nvPicPr>
        <p:blipFill rotWithShape="1">
          <a:blip r:embed="rId2"/>
          <a:srcRect/>
          <a:stretch>
            <a:fillRect/>
          </a:stretch>
        </p:blipFill>
        <p:spPr>
          <a:xfrm>
            <a:off x="3890962" y="4038600"/>
            <a:ext cx="3195637" cy="931862"/>
          </a:xfrm>
          <a:prstGeom prst="rect">
            <a:avLst/>
          </a:prstGeom>
          <a:noFill/>
          <a:ln>
            <a:noFill/>
          </a:ln>
        </p:spPr>
      </p:pic>
      <p:pic>
        <p:nvPicPr>
          <p:cNvPr id="653" name="Google Shape;653;p69"/>
          <p:cNvPicPr preferRelativeResize="0"/>
          <p:nvPr/>
        </p:nvPicPr>
        <p:blipFill rotWithShape="1">
          <a:blip r:embed="rId3"/>
          <a:srcRect/>
          <a:stretch>
            <a:fillRect/>
          </a:stretch>
        </p:blipFill>
        <p:spPr>
          <a:xfrm>
            <a:off x="3692525" y="5584825"/>
            <a:ext cx="3698875" cy="1020762"/>
          </a:xfrm>
          <a:prstGeom prst="rect">
            <a:avLst/>
          </a:prstGeom>
          <a:noFill/>
          <a:ln>
            <a:noFill/>
          </a:ln>
        </p:spPr>
      </p:pic>
      <p:sp>
        <p:nvSpPr>
          <p:cNvPr id="654" name="Google Shape;654;p69"/>
          <p:cNvSpPr txBox="1"/>
          <p:nvPr/>
        </p:nvSpPr>
        <p:spPr>
          <a:xfrm>
            <a:off x="4405312" y="5029200"/>
            <a:ext cx="2071687" cy="461962"/>
          </a:xfrm>
          <a:prstGeom prst="rect">
            <a:avLst/>
          </a:prstGeom>
          <a:noFill/>
          <a:ln>
            <a:noFill/>
          </a:ln>
          <a:effectLst>
            <a:outerShdw blurRad="63500" kx="5399948">
              <a:schemeClr val="lt2">
                <a:alpha val="49803"/>
              </a:schemeClr>
            </a:outerShdw>
          </a:effectLst>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=&gt; D= 1,25m</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animEffect transition="in" filter="fade">
                                      <p:cBhvr>
                                        <p:cTn id="7" dur="500"/>
                                        <p:tgtEl>
                                          <p:spTgt spid="6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7"/>
                                        </p:tgtEl>
                                        <p:attrNameLst>
                                          <p:attrName>style.visibility</p:attrName>
                                        </p:attrNameLst>
                                      </p:cBhvr>
                                      <p:to>
                                        <p:strVal val="visible"/>
                                      </p:to>
                                    </p:set>
                                    <p:animEffect transition="in" filter="fade">
                                      <p:cBhvr>
                                        <p:cTn id="12" dur="500"/>
                                        <p:tgtEl>
                                          <p:spTgt spid="6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6"/>
                                        </p:tgtEl>
                                        <p:attrNameLst>
                                          <p:attrName>style.visibility</p:attrName>
                                        </p:attrNameLst>
                                      </p:cBhvr>
                                      <p:to>
                                        <p:strVal val="visible"/>
                                      </p:to>
                                    </p:set>
                                    <p:animEffect transition="in" filter="fade">
                                      <p:cBhvr>
                                        <p:cTn id="17" dur="1000"/>
                                        <p:tgtEl>
                                          <p:spTgt spid="6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9"/>
                                        </p:tgtEl>
                                        <p:attrNameLst>
                                          <p:attrName>style.visibility</p:attrName>
                                        </p:attrNameLst>
                                      </p:cBhvr>
                                      <p:to>
                                        <p:strVal val="visible"/>
                                      </p:to>
                                    </p:set>
                                    <p:animEffect transition="in" filter="fade">
                                      <p:cBhvr>
                                        <p:cTn id="22" dur="1000"/>
                                        <p:tgtEl>
                                          <p:spTgt spid="6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4"/>
                                        </p:tgtEl>
                                        <p:attrNameLst>
                                          <p:attrName>style.visibility</p:attrName>
                                        </p:attrNameLst>
                                      </p:cBhvr>
                                      <p:to>
                                        <p:strVal val="visible"/>
                                      </p:to>
                                    </p:set>
                                    <p:animEffect transition="in" filter="fade">
                                      <p:cBhvr>
                                        <p:cTn id="27" dur="500"/>
                                        <p:tgtEl>
                                          <p:spTgt spid="6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58" name="Shape 658"/>
        <p:cNvGrpSpPr/>
        <p:nvPr/>
      </p:nvGrpSpPr>
      <p:grpSpPr>
        <a:xfrm>
          <a:off x="0" y="0"/>
          <a:ext cx="0" cy="0"/>
          <a:chOff x="0" y="0"/>
          <a:chExt cx="0" cy="0"/>
        </a:xfrm>
      </p:grpSpPr>
      <p:sp>
        <p:nvSpPr>
          <p:cNvPr id="659" name="Google Shape;659;p70"/>
          <p:cNvSpPr txBox="1"/>
          <p:nvPr/>
        </p:nvSpPr>
        <p:spPr>
          <a:xfrm>
            <a:off x="152400" y="61912"/>
            <a:ext cx="8763000" cy="646112"/>
          </a:xfrm>
          <a:prstGeom prst="rect">
            <a:avLst/>
          </a:prstGeom>
          <a:solidFill>
            <a:srgbClr val="00B05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III. LUYỆN TẬP</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0" name="Google Shape;660;p70"/>
          <p:cNvSpPr txBox="1"/>
          <p:nvPr/>
        </p:nvSpPr>
        <p:spPr>
          <a:xfrm>
            <a:off x="152400" y="914400"/>
            <a:ext cx="8763000" cy="518953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FF"/>
              </a:buClr>
              <a:buSzPts val="2400"/>
              <a:buFont typeface="Times New Roman" panose="02020603050405020304"/>
              <a:buNone/>
            </a:pPr>
            <a:r>
              <a:rPr lang="en-US" sz="24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Câu 1.</a:t>
            </a:r>
            <a:r>
              <a:rPr lang="en-US" sz="2400" b="1" i="0" u="none">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quan sát viên đứng ở bờ biện nhận thấy rằng khoảng cách giữa 5 ngọn sóng ℓiên tiếp ℓà 12m. Bước sóng ℓà: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2m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1,2m.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C.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3m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4m</a:t>
            </a:r>
            <a:endParaRPr sz="2400" b="0" i="0" u="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FF"/>
              </a:buClr>
              <a:buSzPts val="2400"/>
              <a:buFont typeface="Times New Roman" panose="02020603050405020304"/>
              <a:buNone/>
            </a:pPr>
            <a:r>
              <a:rPr lang="en-US" sz="24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Câu 2.</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mũi nhọn S được gắn vào đầu A của một ℓá thép nằm ngang và chạm vào mặt nước. Khi ℓá thép nằm ngang và chạm vào mặt nước. Lá thép dao động với tần số f = 100Hz, S tạo ra trên mặt nước những vòng tròn đồng tâm, biết rằng khoảng cách giữa 11 gợn ℓồi ℓiên tiếp ℓà 10cm. Vận tốc truyền sóng trên mặt nước nhận giá trị nào trong các giá trị sau đây?</a:t>
            </a:r>
            <a:endParaRPr sz="2400" b="0" i="0" u="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 = 100cm/s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 = 50cm/s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C.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 = 10m/s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 </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0,1m/s</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1" name="Google Shape;661;p70"/>
          <p:cNvSpPr/>
          <p:nvPr/>
        </p:nvSpPr>
        <p:spPr>
          <a:xfrm>
            <a:off x="1066800" y="22098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2" name="Google Shape;662;p70"/>
          <p:cNvSpPr/>
          <p:nvPr/>
        </p:nvSpPr>
        <p:spPr>
          <a:xfrm>
            <a:off x="381000" y="51054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1"/>
                                        </p:tgtEl>
                                        <p:attrNameLst>
                                          <p:attrName>style.visibility</p:attrName>
                                        </p:attrNameLst>
                                      </p:cBhvr>
                                      <p:to>
                                        <p:strVal val="visible"/>
                                      </p:to>
                                    </p:set>
                                    <p:animEffect transition="in" filter="fade">
                                      <p:cBhvr>
                                        <p:cTn id="7" dur="1000"/>
                                        <p:tgtEl>
                                          <p:spTgt spid="66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62"/>
                                        </p:tgtEl>
                                        <p:attrNameLst>
                                          <p:attrName>style.visibility</p:attrName>
                                        </p:attrNameLst>
                                      </p:cBhvr>
                                      <p:to>
                                        <p:strVal val="visible"/>
                                      </p:to>
                                    </p:set>
                                    <p:anim calcmode="lin" valueType="num">
                                      <p:cBhvr additive="base">
                                        <p:cTn id="12" dur="500"/>
                                        <p:tgtEl>
                                          <p:spTgt spid="662"/>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66" name="Shape 666"/>
        <p:cNvGrpSpPr/>
        <p:nvPr/>
      </p:nvGrpSpPr>
      <p:grpSpPr>
        <a:xfrm>
          <a:off x="0" y="0"/>
          <a:ext cx="0" cy="0"/>
          <a:chOff x="0" y="0"/>
          <a:chExt cx="0" cy="0"/>
        </a:xfrm>
      </p:grpSpPr>
      <p:sp>
        <p:nvSpPr>
          <p:cNvPr id="667" name="Google Shape;667;p71"/>
          <p:cNvSpPr txBox="1"/>
          <p:nvPr/>
        </p:nvSpPr>
        <p:spPr>
          <a:xfrm>
            <a:off x="152400" y="61912"/>
            <a:ext cx="8763000" cy="646112"/>
          </a:xfrm>
          <a:prstGeom prst="rect">
            <a:avLst/>
          </a:prstGeom>
          <a:solidFill>
            <a:srgbClr val="00B05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III. LUYỆN TẬP</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8" name="Google Shape;668;p71"/>
          <p:cNvSpPr txBox="1"/>
          <p:nvPr/>
        </p:nvSpPr>
        <p:spPr>
          <a:xfrm>
            <a:off x="152400" y="762000"/>
            <a:ext cx="8604250" cy="5737225"/>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FF"/>
              </a:buClr>
              <a:buSzPts val="2300"/>
              <a:buFont typeface="Times New Roman" panose="02020603050405020304"/>
              <a:buNone/>
            </a:pPr>
            <a:r>
              <a:rPr lang="en-US" sz="23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Câu 3.</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Trong một thí nghiệm giao thoa trên mặt nước, hai nguồn kết hợp S</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và S</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dao động cùng pha với tần số f = 15Hz. Tại điểm M cách A và B ℓần ℓượt ℓà d</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23cm và d</a:t>
            </a:r>
            <a:r>
              <a:rPr lang="en-US" sz="23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26,2 cm sóng có biên độ dao động cực đại, giữa M và đường trung trực của AB còn có một dãy cực đại. Vận tốc truyền sóng trên mặt nước ℓà:	</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0"/>
              </a:spcBef>
              <a:spcAft>
                <a:spcPts val="0"/>
              </a:spcAft>
              <a:buClr>
                <a:schemeClr val="dk1"/>
              </a:buClr>
              <a:buSzPts val="2300"/>
              <a:buFont typeface="Times New Roman" panose="02020603050405020304"/>
              <a:buNone/>
            </a:pP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18cm/s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21,5cm/s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24cm/s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25cm/s</a:t>
            </a:r>
            <a:endParaRPr sz="2300" b="0" i="0" u="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FF"/>
              </a:buClr>
              <a:buSzPts val="2300"/>
              <a:buFont typeface="Times New Roman" panose="02020603050405020304"/>
              <a:buNone/>
            </a:pPr>
            <a:r>
              <a:rPr lang="en-US" sz="23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Câu 4.</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Sóng dừng trên dây dài 2m với hai đầu cố định. Vận tốc sóng trên dây ℓà 20m/s. Tìm tần số dao động của sóng dừng nếu biết tần số này khoảng từ 4Hz đến 6Hz.</a:t>
            </a:r>
            <a:endParaRPr sz="2300" b="0" i="0" u="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chemeClr val="dk1"/>
              </a:buClr>
              <a:buSzPts val="2300"/>
              <a:buFont typeface="Times New Roman" panose="02020603050405020304"/>
              <a:buNone/>
            </a:pP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10Hz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5,5Hz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5Hz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4,5Hz</a:t>
            </a:r>
            <a:endParaRPr sz="2300" b="0" i="0" u="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FF"/>
              </a:buClr>
              <a:buSzPts val="2300"/>
              <a:buFont typeface="Times New Roman" panose="02020603050405020304"/>
              <a:buNone/>
            </a:pPr>
            <a:r>
              <a:rPr lang="en-US" sz="23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Câu 5.</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Một sóng âm có tần số xác định truyền trong không khí và trong nước với tốc độ ℓần ℓượt ℓà 330m/s và 1452m/s. Khi sóng âm đó truyền từ nước ra không khí thì bước sóng của nó sẽ:</a:t>
            </a:r>
            <a:endParaRPr sz="23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300"/>
              <a:buFont typeface="Times New Roman" panose="02020603050405020304"/>
              <a:buNone/>
            </a:pP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tăng 4 ℓần.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tăng 4,4 ℓần.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giảm 4,4 ℓần. 	</a:t>
            </a:r>
            <a:r>
              <a:rPr lang="en-US" sz="23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 </a:t>
            </a:r>
            <a:r>
              <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giảm 4 ℓần.</a:t>
            </a:r>
            <a:endParaRPr lang="en-US" sz="23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9" name="Google Shape;669;p71"/>
          <p:cNvSpPr/>
          <p:nvPr/>
        </p:nvSpPr>
        <p:spPr>
          <a:xfrm>
            <a:off x="4648200" y="2743200"/>
            <a:ext cx="401637" cy="381000"/>
          </a:xfrm>
          <a:custGeom>
            <a:avLst/>
            <a:gdLst/>
            <a:ahLst/>
            <a:cxnLst/>
            <a:rect l="l" t="t" r="r" b="b"/>
            <a:pathLst>
              <a:path w="401638" h="381000" extrusionOk="0">
                <a:moveTo>
                  <a:pt x="0" y="145529"/>
                </a:moveTo>
                <a:lnTo>
                  <a:pt x="153413" y="145530"/>
                </a:lnTo>
                <a:lnTo>
                  <a:pt x="200819" y="0"/>
                </a:lnTo>
                <a:lnTo>
                  <a:pt x="248225" y="145530"/>
                </a:lnTo>
                <a:lnTo>
                  <a:pt x="401638" y="145529"/>
                </a:lnTo>
                <a:lnTo>
                  <a:pt x="277524" y="235470"/>
                </a:lnTo>
                <a:lnTo>
                  <a:pt x="324932" y="380999"/>
                </a:lnTo>
                <a:lnTo>
                  <a:pt x="200819" y="291056"/>
                </a:lnTo>
                <a:lnTo>
                  <a:pt x="76706" y="380999"/>
                </a:lnTo>
                <a:lnTo>
                  <a:pt x="124114"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0" name="Google Shape;670;p71"/>
          <p:cNvSpPr/>
          <p:nvPr/>
        </p:nvSpPr>
        <p:spPr>
          <a:xfrm>
            <a:off x="5715000" y="44196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1" name="Google Shape;671;p71"/>
          <p:cNvSpPr/>
          <p:nvPr/>
        </p:nvSpPr>
        <p:spPr>
          <a:xfrm>
            <a:off x="4159250" y="60198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9"/>
                                        </p:tgtEl>
                                        <p:attrNameLst>
                                          <p:attrName>style.visibility</p:attrName>
                                        </p:attrNameLst>
                                      </p:cBhvr>
                                      <p:to>
                                        <p:strVal val="visible"/>
                                      </p:to>
                                    </p:set>
                                    <p:animEffect transition="in" filter="fade">
                                      <p:cBhvr>
                                        <p:cTn id="7" dur="1000"/>
                                        <p:tgtEl>
                                          <p:spTgt spid="66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70"/>
                                        </p:tgtEl>
                                        <p:attrNameLst>
                                          <p:attrName>style.visibility</p:attrName>
                                        </p:attrNameLst>
                                      </p:cBhvr>
                                      <p:to>
                                        <p:strVal val="visible"/>
                                      </p:to>
                                    </p:set>
                                    <p:anim calcmode="lin" valueType="num">
                                      <p:cBhvr additive="base">
                                        <p:cTn id="12" dur="500"/>
                                        <p:tgtEl>
                                          <p:spTgt spid="670"/>
                                        </p:tgtEl>
                                        <p:attrNameLst>
                                          <p:attrName>ppt_y</p:attrName>
                                        </p:attrNameLst>
                                      </p:cBhvr>
                                      <p:tavLst>
                                        <p:tav tm="0" fmla="">
                                          <p:val>
                                            <p:strVal val="#ppt_y+1"/>
                                          </p:val>
                                        </p:tav>
                                        <p:tav tm="100000" fmla="">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71"/>
                                        </p:tgtEl>
                                        <p:attrNameLst>
                                          <p:attrName>style.visibility</p:attrName>
                                        </p:attrNameLst>
                                      </p:cBhvr>
                                      <p:to>
                                        <p:strVal val="visible"/>
                                      </p:to>
                                    </p:set>
                                    <p:anim calcmode="lin" valueType="num">
                                      <p:cBhvr additive="base">
                                        <p:cTn id="17" dur="500"/>
                                        <p:tgtEl>
                                          <p:spTgt spid="671"/>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75" name="Shape 675"/>
        <p:cNvGrpSpPr/>
        <p:nvPr/>
      </p:nvGrpSpPr>
      <p:grpSpPr>
        <a:xfrm>
          <a:off x="0" y="0"/>
          <a:ext cx="0" cy="0"/>
          <a:chOff x="0" y="0"/>
          <a:chExt cx="0" cy="0"/>
        </a:xfrm>
      </p:grpSpPr>
      <p:sp>
        <p:nvSpPr>
          <p:cNvPr id="676" name="Google Shape;676;p72"/>
          <p:cNvSpPr txBox="1"/>
          <p:nvPr/>
        </p:nvSpPr>
        <p:spPr>
          <a:xfrm>
            <a:off x="152400" y="61912"/>
            <a:ext cx="8763000" cy="646112"/>
          </a:xfrm>
          <a:prstGeom prst="rect">
            <a:avLst/>
          </a:prstGeom>
          <a:solidFill>
            <a:srgbClr val="00B05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III. LUYỆN TẬP</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77" name="Google Shape;677;p72"/>
          <p:cNvPicPr preferRelativeResize="0"/>
          <p:nvPr/>
        </p:nvPicPr>
        <p:blipFill rotWithShape="1">
          <a:blip r:embed="rId1"/>
          <a:srcRect/>
          <a:stretch>
            <a:fillRect/>
          </a:stretch>
        </p:blipFill>
        <p:spPr>
          <a:xfrm>
            <a:off x="914400" y="941387"/>
            <a:ext cx="7391400" cy="5459412"/>
          </a:xfrm>
          <a:prstGeom prst="rect">
            <a:avLst/>
          </a:prstGeom>
          <a:noFill/>
          <a:ln>
            <a:noFill/>
          </a:ln>
        </p:spPr>
      </p:pic>
      <p:sp>
        <p:nvSpPr>
          <p:cNvPr id="678" name="Google Shape;678;p72"/>
          <p:cNvSpPr/>
          <p:nvPr/>
        </p:nvSpPr>
        <p:spPr>
          <a:xfrm>
            <a:off x="5791200" y="17526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9" name="Google Shape;679;p72"/>
          <p:cNvSpPr/>
          <p:nvPr/>
        </p:nvSpPr>
        <p:spPr>
          <a:xfrm>
            <a:off x="5791200" y="3743325"/>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0" name="Google Shape;680;p72"/>
          <p:cNvSpPr/>
          <p:nvPr/>
        </p:nvSpPr>
        <p:spPr>
          <a:xfrm>
            <a:off x="1066800" y="4953000"/>
            <a:ext cx="533400" cy="381000"/>
          </a:xfrm>
          <a:custGeom>
            <a:avLst/>
            <a:gdLst/>
            <a:ahLst/>
            <a:cxnLst/>
            <a:rect l="l" t="t" r="r" b="b"/>
            <a:pathLst>
              <a:path w="533400" h="381000" extrusionOk="0">
                <a:moveTo>
                  <a:pt x="1" y="145529"/>
                </a:moveTo>
                <a:lnTo>
                  <a:pt x="225427" y="167946"/>
                </a:lnTo>
                <a:lnTo>
                  <a:pt x="266700" y="0"/>
                </a:lnTo>
                <a:lnTo>
                  <a:pt x="307973" y="167946"/>
                </a:lnTo>
                <a:lnTo>
                  <a:pt x="533399" y="145529"/>
                </a:lnTo>
                <a:lnTo>
                  <a:pt x="333482" y="226908"/>
                </a:lnTo>
                <a:lnTo>
                  <a:pt x="431529" y="380999"/>
                </a:lnTo>
                <a:lnTo>
                  <a:pt x="266700" y="263348"/>
                </a:lnTo>
                <a:lnTo>
                  <a:pt x="101871" y="380999"/>
                </a:lnTo>
                <a:lnTo>
                  <a:pt x="199918" y="226908"/>
                </a:lnTo>
                <a:lnTo>
                  <a:pt x="1"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8"/>
                                        </p:tgtEl>
                                        <p:attrNameLst>
                                          <p:attrName>style.visibility</p:attrName>
                                        </p:attrNameLst>
                                      </p:cBhvr>
                                      <p:to>
                                        <p:strVal val="visible"/>
                                      </p:to>
                                    </p:set>
                                    <p:anim calcmode="lin" valueType="num">
                                      <p:cBhvr additive="base">
                                        <p:cTn id="7" dur="500"/>
                                        <p:tgtEl>
                                          <p:spTgt spid="678"/>
                                        </p:tgtEl>
                                        <p:attrNameLst>
                                          <p:attrName>ppt_y</p:attrName>
                                        </p:attrNameLst>
                                      </p:cBhvr>
                                      <p:tavLst>
                                        <p:tav tm="0" fmla="">
                                          <p:val>
                                            <p:strVal val="#ppt_y+1"/>
                                          </p:val>
                                        </p:tav>
                                        <p:tav tm="100000" fmla="">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79"/>
                                        </p:tgtEl>
                                        <p:attrNameLst>
                                          <p:attrName>style.visibility</p:attrName>
                                        </p:attrNameLst>
                                      </p:cBhvr>
                                      <p:to>
                                        <p:strVal val="visible"/>
                                      </p:to>
                                    </p:set>
                                    <p:anim calcmode="lin" valueType="num">
                                      <p:cBhvr additive="base">
                                        <p:cTn id="12" dur="500"/>
                                        <p:tgtEl>
                                          <p:spTgt spid="679"/>
                                        </p:tgtEl>
                                        <p:attrNameLst>
                                          <p:attrName>ppt_y</p:attrName>
                                        </p:attrNameLst>
                                      </p:cBhvr>
                                      <p:tavLst>
                                        <p:tav tm="0" fmla="">
                                          <p:val>
                                            <p:strVal val="#ppt_y+1"/>
                                          </p:val>
                                        </p:tav>
                                        <p:tav tm="100000" fmla="">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80"/>
                                        </p:tgtEl>
                                        <p:attrNameLst>
                                          <p:attrName>style.visibility</p:attrName>
                                        </p:attrNameLst>
                                      </p:cBhvr>
                                      <p:to>
                                        <p:strVal val="visible"/>
                                      </p:to>
                                    </p:set>
                                    <p:anim calcmode="lin" valueType="num">
                                      <p:cBhvr additive="base">
                                        <p:cTn id="17" dur="500"/>
                                        <p:tgtEl>
                                          <p:spTgt spid="680"/>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84" name="Shape 684"/>
        <p:cNvGrpSpPr/>
        <p:nvPr/>
      </p:nvGrpSpPr>
      <p:grpSpPr>
        <a:xfrm>
          <a:off x="0" y="0"/>
          <a:ext cx="0" cy="0"/>
          <a:chOff x="0" y="0"/>
          <a:chExt cx="0" cy="0"/>
        </a:xfrm>
      </p:grpSpPr>
      <p:sp>
        <p:nvSpPr>
          <p:cNvPr id="685" name="Google Shape;685;p73"/>
          <p:cNvSpPr txBox="1"/>
          <p:nvPr/>
        </p:nvSpPr>
        <p:spPr>
          <a:xfrm>
            <a:off x="152400" y="61912"/>
            <a:ext cx="8763000" cy="646112"/>
          </a:xfrm>
          <a:prstGeom prst="rect">
            <a:avLst/>
          </a:prstGeom>
          <a:solidFill>
            <a:srgbClr val="00B050"/>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III. LUYỆN TẬP</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6" name="Google Shape;686;p73"/>
          <p:cNvSpPr txBox="1"/>
          <p:nvPr/>
        </p:nvSpPr>
        <p:spPr>
          <a:xfrm>
            <a:off x="304800" y="1196975"/>
            <a:ext cx="8610600" cy="2308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FF"/>
              </a:buClr>
              <a:buSzPts val="2400"/>
              <a:buFont typeface="Times New Roman" panose="02020603050405020304"/>
              <a:buNone/>
            </a:pPr>
            <a:r>
              <a:rPr lang="en-US" sz="2400" b="1" i="0" u="sng">
                <a:solidFill>
                  <a:srgbClr val="0000FF"/>
                </a:solidFill>
                <a:latin typeface="Times New Roman" panose="02020603050405020304"/>
                <a:ea typeface="Times New Roman" panose="02020603050405020304"/>
                <a:cs typeface="Times New Roman" panose="02020603050405020304"/>
                <a:sym typeface="Times New Roman" panose="02020603050405020304"/>
              </a:rPr>
              <a:t>Câu 9:</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Trong thí nghiệm giao thoa ánh sáng của Y-âng. Hai khe hẹp cách nhau 1mm, khoảng cách từ màn quan sát đến màn chứa hai khe hẹp là 1,25m. Ánh sáng dùng trong thí nghiệm gồm hai ánh sáng đơn sắc có bước sóng λ</a:t>
            </a:r>
            <a:r>
              <a:rPr lang="en-US" sz="24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0,64μm và λ</a:t>
            </a:r>
            <a:r>
              <a:rPr lang="en-US" sz="2400" b="0"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0,48μm. Khoảng cách từ vân sáng trung tâm đến vân sáng cùng màu với nó và gần nó nhất là</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3,6 mm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4,8 mm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C.</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1,2 mm	</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2,4 mm</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7" name="Google Shape;687;p73"/>
          <p:cNvSpPr/>
          <p:nvPr/>
        </p:nvSpPr>
        <p:spPr>
          <a:xfrm>
            <a:off x="304800" y="3787676"/>
            <a:ext cx="8763000" cy="2308324"/>
          </a:xfrm>
          <a:prstGeom prst="rect">
            <a:avLst/>
          </a:prstGeom>
          <a:blipFill rotWithShape="1">
            <a:blip r:embed="rId1"/>
            <a:stretch>
              <a:fillRect l="-1042" t="-211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600" b="0" i="0" u="none">
                <a:latin typeface="Times New Roman" panose="02020603050405020304"/>
                <a:ea typeface="Times New Roman" panose="02020603050405020304"/>
                <a:cs typeface="Times New Roman" panose="02020603050405020304"/>
                <a:sym typeface="Times New Roman" panose="02020603050405020304"/>
              </a:rPr>
              <a:t> </a:t>
            </a:r>
            <a:endParaRPr lang="en-US" sz="1600" b="0" i="0" u="none">
              <a:latin typeface="Times New Roman" panose="02020603050405020304"/>
              <a:ea typeface="Times New Roman" panose="02020603050405020304"/>
              <a:cs typeface="Times New Roman" panose="02020603050405020304"/>
              <a:sym typeface="Times New Roman" panose="02020603050405020304"/>
            </a:endParaRPr>
          </a:p>
        </p:txBody>
      </p:sp>
      <p:sp>
        <p:nvSpPr>
          <p:cNvPr id="688" name="Google Shape;688;p73"/>
          <p:cNvSpPr/>
          <p:nvPr/>
        </p:nvSpPr>
        <p:spPr>
          <a:xfrm>
            <a:off x="6705600" y="30480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9" name="Google Shape;689;p73"/>
          <p:cNvSpPr/>
          <p:nvPr/>
        </p:nvSpPr>
        <p:spPr>
          <a:xfrm>
            <a:off x="304800" y="5257800"/>
            <a:ext cx="381000" cy="381000"/>
          </a:xfrm>
          <a:custGeom>
            <a:avLst/>
            <a:gdLst/>
            <a:ahLst/>
            <a:cxnLst/>
            <a:rect l="l" t="t" r="r" b="b"/>
            <a:pathLst>
              <a:path w="381000" h="381000" extrusionOk="0">
                <a:moveTo>
                  <a:pt x="0" y="145529"/>
                </a:moveTo>
                <a:lnTo>
                  <a:pt x="145530" y="145530"/>
                </a:lnTo>
                <a:lnTo>
                  <a:pt x="190500" y="0"/>
                </a:lnTo>
                <a:lnTo>
                  <a:pt x="235470" y="145530"/>
                </a:lnTo>
                <a:lnTo>
                  <a:pt x="381000" y="145529"/>
                </a:lnTo>
                <a:lnTo>
                  <a:pt x="263263" y="235470"/>
                </a:lnTo>
                <a:lnTo>
                  <a:pt x="308235" y="380999"/>
                </a:lnTo>
                <a:lnTo>
                  <a:pt x="190500" y="291056"/>
                </a:lnTo>
                <a:lnTo>
                  <a:pt x="72765" y="380999"/>
                </a:lnTo>
                <a:lnTo>
                  <a:pt x="117737" y="235470"/>
                </a:lnTo>
                <a:lnTo>
                  <a:pt x="0" y="145529"/>
                </a:lnTo>
                <a:close/>
              </a:path>
            </a:pathLst>
          </a:custGeom>
          <a:solidFill>
            <a:srgbClr val="FF0000"/>
          </a:solidFill>
          <a:ln w="12700" cap="flat" cmpd="sng">
            <a:solidFill>
              <a:srgbClr val="41719C"/>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8"/>
                                        </p:tgtEl>
                                        <p:attrNameLst>
                                          <p:attrName>style.visibility</p:attrName>
                                        </p:attrNameLst>
                                      </p:cBhvr>
                                      <p:to>
                                        <p:strVal val="visible"/>
                                      </p:to>
                                    </p:set>
                                    <p:anim calcmode="lin" valueType="num">
                                      <p:cBhvr additive="base">
                                        <p:cTn id="7" dur="500"/>
                                        <p:tgtEl>
                                          <p:spTgt spid="688"/>
                                        </p:tgtEl>
                                        <p:attrNameLst>
                                          <p:attrName>ppt_y</p:attrName>
                                        </p:attrNameLst>
                                      </p:cBhvr>
                                      <p:tavLst>
                                        <p:tav tm="0" fmla="">
                                          <p:val>
                                            <p:strVal val="#ppt_y+1"/>
                                          </p:val>
                                        </p:tav>
                                        <p:tav tm="100000" fmla="">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89"/>
                                        </p:tgtEl>
                                        <p:attrNameLst>
                                          <p:attrName>style.visibility</p:attrName>
                                        </p:attrNameLst>
                                      </p:cBhvr>
                                      <p:to>
                                        <p:strVal val="visible"/>
                                      </p:to>
                                    </p:set>
                                    <p:anim calcmode="lin" valueType="num">
                                      <p:cBhvr additive="base">
                                        <p:cTn id="12" dur="500"/>
                                        <p:tgtEl>
                                          <p:spTgt spid="689"/>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693" name="Shape 693"/>
        <p:cNvGrpSpPr/>
        <p:nvPr/>
      </p:nvGrpSpPr>
      <p:grpSpPr>
        <a:xfrm>
          <a:off x="0" y="0"/>
          <a:ext cx="0" cy="0"/>
          <a:chOff x="0" y="0"/>
          <a:chExt cx="0" cy="0"/>
        </a:xfrm>
      </p:grpSpPr>
      <p:sp>
        <p:nvSpPr>
          <p:cNvPr id="694" name="Google Shape;694;p74"/>
          <p:cNvSpPr txBox="1"/>
          <p:nvPr/>
        </p:nvSpPr>
        <p:spPr>
          <a:xfrm>
            <a:off x="1692275" y="115887"/>
            <a:ext cx="5414962" cy="646112"/>
          </a:xfrm>
          <a:prstGeom prst="rect">
            <a:avLst/>
          </a:prstGeom>
          <a:solidFill>
            <a:srgbClr val="CCFF33"/>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IV. BÀI TẬP VỀ NHÀ</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5" name="Google Shape;695;p74"/>
          <p:cNvSpPr txBox="1"/>
          <p:nvPr/>
        </p:nvSpPr>
        <p:spPr>
          <a:xfrm>
            <a:off x="457200" y="1143000"/>
            <a:ext cx="8001000" cy="4927600"/>
          </a:xfrm>
          <a:prstGeom prst="rect">
            <a:avLst/>
          </a:prstGeom>
          <a:noFill/>
          <a:ln>
            <a:noFill/>
          </a:ln>
        </p:spPr>
        <p:txBody>
          <a:bodyPr spcFirstLastPara="1" wrap="square" lIns="91425" tIns="45700" rIns="91425" bIns="45700" anchor="t" anchorCtr="0">
            <a:spAutoFit/>
          </a:bodyPr>
          <a:lstStyle/>
          <a:p>
            <a:pPr marL="0" marR="0" lvl="0" indent="0" algn="just" rtl="0">
              <a:lnSpc>
                <a:spcPct val="121000"/>
              </a:lnSpc>
              <a:spcBef>
                <a:spcPts val="0"/>
              </a:spcBef>
              <a:spcAft>
                <a:spcPts val="0"/>
              </a:spcAft>
              <a:buClr>
                <a:srgbClr val="000066"/>
              </a:buClr>
              <a:buSzPts val="2400"/>
              <a:buFont typeface="Times New Roman" panose="02020603050405020304"/>
              <a:buNone/>
            </a:pPr>
            <a:r>
              <a:rPr lang="en-US" sz="2400" b="0" i="0" u="none">
                <a:solidFill>
                  <a:srgbClr val="000066"/>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a:solidFill>
                  <a:srgbClr val="C00000"/>
                </a:solidFill>
                <a:latin typeface="Times New Roman" panose="02020603050405020304"/>
                <a:ea typeface="Times New Roman" panose="02020603050405020304"/>
                <a:cs typeface="Times New Roman" panose="02020603050405020304"/>
                <a:sym typeface="Times New Roman" panose="02020603050405020304"/>
              </a:rPr>
              <a:t>Em hãy dùng những kiến thức về sóng đã học để giải các bài tập sau:</a:t>
            </a:r>
            <a:endParaRPr sz="2400" b="1" i="0" u="none">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1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Bài 1:</a:t>
            </a: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Một dây đàn có chiều dài 60cm đã được lên dây để phát ra nốt LA chuẩn với tần số f</a:t>
            </a:r>
            <a:r>
              <a:rPr lang="en-US" sz="2400" b="0" i="0" u="none" baseline="-25000">
                <a:solidFill>
                  <a:srgbClr val="000000"/>
                </a:solidFill>
                <a:latin typeface="Times New Roman" panose="02020603050405020304"/>
                <a:ea typeface="Times New Roman" panose="02020603050405020304"/>
                <a:cs typeface="Times New Roman" panose="02020603050405020304"/>
                <a:sym typeface="Times New Roman" panose="02020603050405020304"/>
              </a:rPr>
              <a:t>A</a:t>
            </a: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220Hz. Nếu muốn dây đàn phát ra các âm LA chuẩn có tần số f’</a:t>
            </a:r>
            <a:r>
              <a:rPr lang="en-US" sz="2400" b="0" i="0" u="none" baseline="-25000">
                <a:solidFill>
                  <a:srgbClr val="000000"/>
                </a:solidFill>
                <a:latin typeface="Times New Roman" panose="02020603050405020304"/>
                <a:ea typeface="Times New Roman" panose="02020603050405020304"/>
                <a:cs typeface="Times New Roman" panose="02020603050405020304"/>
                <a:sym typeface="Times New Roman" panose="02020603050405020304"/>
              </a:rPr>
              <a:t>A</a:t>
            </a: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440Hz và âm ĐÔ có tần số f = 262Hz, ta cần bấm trên dây đàn ở những vị trí sao cho chiều dài của dây ngắn lại bao nhiêu?</a:t>
            </a: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1000"/>
              </a:lnSpc>
              <a:spcBef>
                <a:spcPts val="0"/>
              </a:spcBef>
              <a:spcAft>
                <a:spcPts val="0"/>
              </a:spcAft>
              <a:buClr>
                <a:schemeClr val="dk1"/>
              </a:buClr>
              <a:buSzPts val="2400"/>
              <a:buFont typeface="Times New Roman" panose="02020603050405020304"/>
              <a:buNone/>
            </a:pPr>
            <a:endParaRPr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1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Bài 2:</a:t>
            </a:r>
            <a:r>
              <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 Một người dùng búa gõ nhẹ vào đường sắt và cách đó 1376 m, người thứ hai áp tai vào đường sắt thì nghe thấy tiếng gõ sớm hơn 3,5 s so với tiếng gõ nghe trong không khí. Tốc độ âm trong không khí là 320 m/s. Tốc độ âm trong sắt là bao nhiêu?</a:t>
            </a:r>
            <a:endParaRPr lang="en-US" sz="24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00" name="Shape 700"/>
        <p:cNvGrpSpPr/>
        <p:nvPr/>
      </p:nvGrpSpPr>
      <p:grpSpPr>
        <a:xfrm>
          <a:off x="0" y="0"/>
          <a:ext cx="0" cy="0"/>
          <a:chOff x="0" y="0"/>
          <a:chExt cx="0" cy="0"/>
        </a:xfrm>
      </p:grpSpPr>
      <p:sp>
        <p:nvSpPr>
          <p:cNvPr id="701" name="Google Shape;701;p75"/>
          <p:cNvSpPr txBox="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panose="020B0704020202020204"/>
              <a:buNone/>
            </a:pPr>
            <a:r>
              <a:rPr lang="en-US" sz="1400" b="0" i="0" u="none">
                <a:solidFill>
                  <a:srgbClr val="000000"/>
                </a:solidFill>
                <a:latin typeface="Arial" panose="020B0704020202020204"/>
                <a:ea typeface="Arial" panose="020B0704020202020204"/>
                <a:cs typeface="Arial" panose="020B0704020202020204"/>
                <a:sym typeface="Arial" panose="020B0704020202020204"/>
              </a:rPr>
              <a:t>Hoàng Thị Thanh Thảo</a:t>
            </a:r>
            <a:endParaRPr lang="en-US" sz="1400" b="0" i="0" u="none">
              <a:solidFill>
                <a:srgbClr val="000000"/>
              </a:solidFill>
              <a:latin typeface="Arial" panose="020B0704020202020204"/>
              <a:ea typeface="Arial" panose="020B0704020202020204"/>
              <a:cs typeface="Arial" panose="020B0704020202020204"/>
              <a:sym typeface="Arial" panose="020B0704020202020204"/>
            </a:endParaRPr>
          </a:p>
        </p:txBody>
      </p:sp>
      <p:sp>
        <p:nvSpPr>
          <p:cNvPr id="702" name="Google Shape;702;p75"/>
          <p:cNvSpPr txBox="1"/>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400"/>
              <a:buFont typeface="Arial" panose="020B0704020202020204"/>
              <a:buNone/>
            </a:pPr>
            <a:fld id="{00000000-1234-1234-1234-123412341234}" type="slidenum">
              <a:rPr lang="en-US" sz="1400" b="0" i="0" u="none">
                <a:solidFill>
                  <a:srgbClr val="000000"/>
                </a:solidFill>
                <a:latin typeface="Arial" panose="020B0704020202020204"/>
                <a:ea typeface="Arial" panose="020B0704020202020204"/>
                <a:cs typeface="Arial" panose="020B0704020202020204"/>
                <a:sym typeface="Arial" panose="020B0704020202020204"/>
              </a:rPr>
            </a:fld>
            <a:endParaRPr lang="en-US" sz="1400" b="0" i="0" u="none">
              <a:solidFill>
                <a:srgbClr val="000000"/>
              </a:solidFill>
              <a:latin typeface="Arial" panose="020B0704020202020204"/>
              <a:ea typeface="Arial" panose="020B0704020202020204"/>
              <a:cs typeface="Arial" panose="020B0704020202020204"/>
              <a:sym typeface="Arial" panose="020B0704020202020204"/>
            </a:endParaRPr>
          </a:p>
        </p:txBody>
      </p:sp>
      <p:sp>
        <p:nvSpPr>
          <p:cNvPr id="703" name="Google Shape;703;p75" descr="Outlined diamond"/>
          <p:cNvSpPr/>
          <p:nvPr/>
        </p:nvSpPr>
        <p:spPr>
          <a:xfrm>
            <a:off x="990600" y="1143000"/>
            <a:ext cx="7620000" cy="1295400"/>
          </a:xfrm>
          <a:prstGeom prst="rect">
            <a:avLst/>
          </a:prstGeom>
          <a:blipFill rotWithShape="1">
            <a:blip r:embed="rId1"/>
            <a:stretch>
              <a:fillRect/>
            </a:stretch>
          </a:blipFill>
        </p:spPr>
        <p:txBody>
          <a:bodyPr>
            <a:prstTxWarp prst="textPlain">
              <a:avLst/>
            </a:prstTxWarp>
          </a:bodyPr>
          <a:lstStyle/>
          <a:p>
            <a:pPr lvl="0" algn="l"/>
            <a:r>
              <a:rPr b="0" i="1">
                <a:ln w="12700" cap="flat" cmpd="sng">
                  <a:solidFill>
                    <a:srgbClr val="FF0066"/>
                  </a:solidFill>
                  <a:prstDash val="solid"/>
                  <a:miter lim="800000"/>
                  <a:headEnd type="none" w="sm" len="sm"/>
                  <a:tailEnd type="none" w="sm" len="sm"/>
                </a:ln>
                <a:solidFill>
                  <a:srgbClr val="FFFFFF"/>
                </a:solidFill>
                <a:latin typeface="Times New Roman" panose="02020603050405020304"/>
              </a:rPr>
              <a:t>CHÚC CÁC EM HỌC TỐT ! </a:t>
            </a:r>
            <a:endParaRPr b="0" i="1">
              <a:ln w="12700" cap="flat" cmpd="sng">
                <a:solidFill>
                  <a:srgbClr val="FF0066"/>
                </a:solidFill>
                <a:prstDash val="solid"/>
                <a:miter lim="800000"/>
                <a:headEnd type="none" w="sm" len="sm"/>
                <a:tailEnd type="none" w="sm" len="sm"/>
              </a:ln>
              <a:solidFill>
                <a:srgbClr val="FFFFFF"/>
              </a:solidFill>
              <a:latin typeface="Times New Roman" panose="02020603050405020304"/>
            </a:endParaRPr>
          </a:p>
        </p:txBody>
      </p:sp>
      <p:sp>
        <p:nvSpPr>
          <p:cNvPr id="704" name="Google Shape;704;p75"/>
          <p:cNvSpPr/>
          <p:nvPr/>
        </p:nvSpPr>
        <p:spPr>
          <a:xfrm>
            <a:off x="2362200" y="2667000"/>
            <a:ext cx="4298950" cy="1066800"/>
          </a:xfrm>
          <a:prstGeom prst="rect">
            <a:avLst/>
          </a:prstGeom>
        </p:spPr>
        <p:txBody>
          <a:bodyPr>
            <a:prstTxWarp prst="textPlain">
              <a:avLst/>
            </a:prstTxWarp>
          </a:bodyPr>
          <a:lstStyle/>
          <a:p>
            <a:pPr lvl="0" algn="l"/>
            <a:r>
              <a:rPr b="0" i="1">
                <a:ln w="12700" cap="flat" cmpd="sng">
                  <a:solidFill>
                    <a:srgbClr val="0000FF"/>
                  </a:solidFill>
                  <a:prstDash val="solid"/>
                  <a:miter lim="800000"/>
                  <a:headEnd type="none" w="sm" len="sm"/>
                  <a:tailEnd type="none" w="sm" len="sm"/>
                </a:ln>
                <a:gradFill>
                  <a:gsLst>
                    <a:gs pos="0">
                      <a:srgbClr val="A603AB"/>
                    </a:gs>
                    <a:gs pos="11999">
                      <a:srgbClr val="E81766"/>
                    </a:gs>
                    <a:gs pos="27000">
                      <a:srgbClr val="EE3F17"/>
                    </a:gs>
                    <a:gs pos="47999">
                      <a:srgbClr val="FFFF00"/>
                    </a:gs>
                    <a:gs pos="64999">
                      <a:srgbClr val="1A8D48"/>
                    </a:gs>
                    <a:gs pos="78999">
                      <a:srgbClr val="0819FB"/>
                    </a:gs>
                    <a:gs pos="100000">
                      <a:srgbClr val="A603AB"/>
                    </a:gs>
                  </a:gsLst>
                  <a:lin ang="5400000" scaled="0"/>
                </a:gradFill>
                <a:latin typeface="Times New Roman" panose="02020603050405020304"/>
              </a:rPr>
              <a:t>Hẹn gặp lại tiết sau! </a:t>
            </a:r>
            <a:endParaRPr b="0" i="1">
              <a:ln w="12700" cap="flat" cmpd="sng">
                <a:solidFill>
                  <a:srgbClr val="0000FF"/>
                </a:solidFill>
                <a:prstDash val="solid"/>
                <a:miter lim="800000"/>
                <a:headEnd type="none" w="sm" len="sm"/>
                <a:tailEnd type="none" w="sm" len="sm"/>
              </a:ln>
              <a:gradFill>
                <a:gsLst>
                  <a:gs pos="0">
                    <a:srgbClr val="A603AB"/>
                  </a:gs>
                  <a:gs pos="11999">
                    <a:srgbClr val="E81766"/>
                  </a:gs>
                  <a:gs pos="27000">
                    <a:srgbClr val="EE3F17"/>
                  </a:gs>
                  <a:gs pos="47999">
                    <a:srgbClr val="FFFF00"/>
                  </a:gs>
                  <a:gs pos="64999">
                    <a:srgbClr val="1A8D48"/>
                  </a:gs>
                  <a:gs pos="78999">
                    <a:srgbClr val="0819FB"/>
                  </a:gs>
                  <a:gs pos="100000">
                    <a:srgbClr val="A603AB"/>
                  </a:gs>
                </a:gsLst>
                <a:lin ang="5400000" scaled="0"/>
              </a:gradFill>
              <a:latin typeface="Times New Roman" panose="02020603050405020304"/>
            </a:endParaRPr>
          </a:p>
        </p:txBody>
      </p:sp>
      <p:pic>
        <p:nvPicPr>
          <p:cNvPr id="705" name="Google Shape;705;p75" descr="NEWTRAIN"/>
          <p:cNvPicPr preferRelativeResize="0"/>
          <p:nvPr/>
        </p:nvPicPr>
        <p:blipFill rotWithShape="1">
          <a:blip r:embed="rId2"/>
          <a:srcRect/>
          <a:stretch>
            <a:fillRect/>
          </a:stretch>
        </p:blipFill>
        <p:spPr>
          <a:xfrm>
            <a:off x="0" y="6248400"/>
            <a:ext cx="9144000" cy="609600"/>
          </a:xfrm>
          <a:prstGeom prst="rect">
            <a:avLst/>
          </a:prstGeom>
          <a:noFill/>
          <a:ln>
            <a:noFill/>
          </a:ln>
        </p:spPr>
      </p:pic>
      <p:pic>
        <p:nvPicPr>
          <p:cNvPr id="706" name="Google Shape;706;p75" descr="PIKACHU"/>
          <p:cNvPicPr preferRelativeResize="0"/>
          <p:nvPr/>
        </p:nvPicPr>
        <p:blipFill rotWithShape="1">
          <a:blip r:embed="rId3"/>
          <a:srcRect/>
          <a:stretch>
            <a:fillRect/>
          </a:stretch>
        </p:blipFill>
        <p:spPr>
          <a:xfrm>
            <a:off x="8001000" y="6019800"/>
            <a:ext cx="1143000" cy="838200"/>
          </a:xfrm>
          <a:prstGeom prst="rect">
            <a:avLst/>
          </a:prstGeom>
          <a:noFill/>
          <a:ln>
            <a:noFill/>
          </a:ln>
        </p:spPr>
      </p:pic>
      <p:pic>
        <p:nvPicPr>
          <p:cNvPr id="707" name="Google Shape;707;p75" descr="nhacso"/>
          <p:cNvPicPr preferRelativeResize="0"/>
          <p:nvPr/>
        </p:nvPicPr>
        <p:blipFill rotWithShape="1">
          <a:blip r:embed="rId4"/>
          <a:srcRect/>
          <a:stretch>
            <a:fillRect/>
          </a:stretch>
        </p:blipFill>
        <p:spPr>
          <a:xfrm>
            <a:off x="1676400" y="4114800"/>
            <a:ext cx="2057400" cy="1981200"/>
          </a:xfrm>
          <a:prstGeom prst="rect">
            <a:avLst/>
          </a:prstGeom>
          <a:noFill/>
          <a:ln>
            <a:noFill/>
          </a:ln>
        </p:spPr>
      </p:pic>
      <p:sp>
        <p:nvSpPr>
          <p:cNvPr id="708" name="Google Shape;708;p75"/>
          <p:cNvSpPr/>
          <p:nvPr/>
        </p:nvSpPr>
        <p:spPr>
          <a:xfrm rot="540000">
            <a:off x="381000" y="334962"/>
            <a:ext cx="254000" cy="236537"/>
          </a:xfrm>
          <a:custGeom>
            <a:avLst/>
            <a:gdLst/>
            <a:ahLst/>
            <a:cxnLst/>
            <a:rect l="l" t="t" r="r" b="b"/>
            <a:pathLst>
              <a:path w="254000" h="236537" extrusionOk="0">
                <a:moveTo>
                  <a:pt x="0" y="90349"/>
                </a:moveTo>
                <a:lnTo>
                  <a:pt x="97020" y="90350"/>
                </a:lnTo>
                <a:lnTo>
                  <a:pt x="127000" y="0"/>
                </a:lnTo>
                <a:lnTo>
                  <a:pt x="156980" y="90350"/>
                </a:lnTo>
                <a:lnTo>
                  <a:pt x="254000" y="90349"/>
                </a:lnTo>
                <a:lnTo>
                  <a:pt x="175509" y="146187"/>
                </a:lnTo>
                <a:lnTo>
                  <a:pt x="205490" y="236536"/>
                </a:lnTo>
                <a:lnTo>
                  <a:pt x="127000" y="180697"/>
                </a:lnTo>
                <a:lnTo>
                  <a:pt x="48510" y="236536"/>
                </a:lnTo>
                <a:lnTo>
                  <a:pt x="78491" y="146187"/>
                </a:lnTo>
                <a:lnTo>
                  <a:pt x="0" y="90349"/>
                </a:lnTo>
                <a:close/>
              </a:path>
            </a:pathLst>
          </a:custGeom>
          <a:solidFill>
            <a:srgbClr val="66FFCC"/>
          </a:solidFill>
          <a:ln w="28575" cap="flat" cmpd="sng">
            <a:solidFill>
              <a:srgbClr val="009900"/>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9" name="Google Shape;709;p75"/>
          <p:cNvSpPr/>
          <p:nvPr/>
        </p:nvSpPr>
        <p:spPr>
          <a:xfrm rot="-1980000">
            <a:off x="457200" y="990600"/>
            <a:ext cx="304800" cy="228600"/>
          </a:xfrm>
          <a:custGeom>
            <a:avLst/>
            <a:gdLst/>
            <a:ahLst/>
            <a:cxnLst/>
            <a:rect l="l" t="t" r="r" b="b"/>
            <a:pathLst>
              <a:path w="304800" h="228600" extrusionOk="0">
                <a:moveTo>
                  <a:pt x="0" y="87317"/>
                </a:moveTo>
                <a:lnTo>
                  <a:pt x="116424" y="87318"/>
                </a:lnTo>
                <a:lnTo>
                  <a:pt x="152400" y="0"/>
                </a:lnTo>
                <a:lnTo>
                  <a:pt x="188376" y="87318"/>
                </a:lnTo>
                <a:lnTo>
                  <a:pt x="304800" y="87317"/>
                </a:lnTo>
                <a:lnTo>
                  <a:pt x="210611" y="141282"/>
                </a:lnTo>
                <a:lnTo>
                  <a:pt x="246588" y="228599"/>
                </a:lnTo>
                <a:lnTo>
                  <a:pt x="152400" y="174634"/>
                </a:lnTo>
                <a:lnTo>
                  <a:pt x="58212" y="228599"/>
                </a:lnTo>
                <a:lnTo>
                  <a:pt x="94189" y="141282"/>
                </a:lnTo>
                <a:lnTo>
                  <a:pt x="0" y="87317"/>
                </a:lnTo>
                <a:close/>
              </a:path>
            </a:pathLst>
          </a:custGeom>
          <a:solidFill>
            <a:srgbClr val="FFFF00"/>
          </a:solidFill>
          <a:ln w="28575" cap="flat" cmpd="sng">
            <a:solidFill>
              <a:srgbClr val="0066FF"/>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0" name="Google Shape;710;p75"/>
          <p:cNvSpPr/>
          <p:nvPr/>
        </p:nvSpPr>
        <p:spPr>
          <a:xfrm>
            <a:off x="762000" y="152400"/>
            <a:ext cx="228600" cy="228600"/>
          </a:xfrm>
          <a:custGeom>
            <a:avLst/>
            <a:gdLst/>
            <a:ahLst/>
            <a:cxnLst/>
            <a:rect l="l" t="t" r="r" b="b"/>
            <a:pathLst>
              <a:path w="228600" h="228600" extrusionOk="0">
                <a:moveTo>
                  <a:pt x="0" y="87317"/>
                </a:moveTo>
                <a:lnTo>
                  <a:pt x="87318" y="87318"/>
                </a:lnTo>
                <a:lnTo>
                  <a:pt x="114300" y="0"/>
                </a:lnTo>
                <a:lnTo>
                  <a:pt x="141282" y="87318"/>
                </a:lnTo>
                <a:lnTo>
                  <a:pt x="228600" y="87317"/>
                </a:lnTo>
                <a:lnTo>
                  <a:pt x="157958" y="141282"/>
                </a:lnTo>
                <a:lnTo>
                  <a:pt x="184941" y="228599"/>
                </a:lnTo>
                <a:lnTo>
                  <a:pt x="114300" y="174634"/>
                </a:lnTo>
                <a:lnTo>
                  <a:pt x="43659" y="228599"/>
                </a:lnTo>
                <a:lnTo>
                  <a:pt x="70642" y="141282"/>
                </a:lnTo>
                <a:lnTo>
                  <a:pt x="0" y="87317"/>
                </a:lnTo>
                <a:close/>
              </a:path>
            </a:pathLst>
          </a:custGeom>
          <a:noFill/>
          <a:ln w="28575" cap="flat" cmpd="sng">
            <a:solidFill>
              <a:srgbClr val="FF0066"/>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1" name="Google Shape;711;p75"/>
          <p:cNvSpPr/>
          <p:nvPr/>
        </p:nvSpPr>
        <p:spPr>
          <a:xfrm rot="-1980000">
            <a:off x="762000" y="533400"/>
            <a:ext cx="228600" cy="228600"/>
          </a:xfrm>
          <a:custGeom>
            <a:avLst/>
            <a:gdLst/>
            <a:ahLst/>
            <a:cxnLst/>
            <a:rect l="l" t="t" r="r" b="b"/>
            <a:pathLst>
              <a:path w="228600" h="228600" extrusionOk="0">
                <a:moveTo>
                  <a:pt x="0" y="87317"/>
                </a:moveTo>
                <a:lnTo>
                  <a:pt x="87318" y="87318"/>
                </a:lnTo>
                <a:lnTo>
                  <a:pt x="114300" y="0"/>
                </a:lnTo>
                <a:lnTo>
                  <a:pt x="141282" y="87318"/>
                </a:lnTo>
                <a:lnTo>
                  <a:pt x="228600" y="87317"/>
                </a:lnTo>
                <a:lnTo>
                  <a:pt x="157958" y="141282"/>
                </a:lnTo>
                <a:lnTo>
                  <a:pt x="184941" y="228599"/>
                </a:lnTo>
                <a:lnTo>
                  <a:pt x="114300" y="174634"/>
                </a:lnTo>
                <a:lnTo>
                  <a:pt x="43659" y="228599"/>
                </a:lnTo>
                <a:lnTo>
                  <a:pt x="70642" y="141282"/>
                </a:lnTo>
                <a:lnTo>
                  <a:pt x="0" y="87317"/>
                </a:lnTo>
                <a:close/>
              </a:path>
            </a:pathLst>
          </a:custGeom>
          <a:solidFill>
            <a:srgbClr val="FFFF00"/>
          </a:solidFill>
          <a:ln w="28575" cap="flat" cmpd="sng">
            <a:solidFill>
              <a:srgbClr val="FF00FF"/>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2" name="Google Shape;712;p75"/>
          <p:cNvSpPr/>
          <p:nvPr/>
        </p:nvSpPr>
        <p:spPr>
          <a:xfrm rot="540000">
            <a:off x="228600" y="1295400"/>
            <a:ext cx="152400" cy="228600"/>
          </a:xfrm>
          <a:custGeom>
            <a:avLst/>
            <a:gdLst/>
            <a:ahLst/>
            <a:cxnLst/>
            <a:rect l="l" t="t" r="r" b="b"/>
            <a:pathLst>
              <a:path w="152400" h="228600" extrusionOk="0">
                <a:moveTo>
                  <a:pt x="0" y="87317"/>
                </a:moveTo>
                <a:lnTo>
                  <a:pt x="58212" y="87318"/>
                </a:lnTo>
                <a:lnTo>
                  <a:pt x="76200" y="0"/>
                </a:lnTo>
                <a:lnTo>
                  <a:pt x="94188" y="87318"/>
                </a:lnTo>
                <a:lnTo>
                  <a:pt x="152400" y="87317"/>
                </a:lnTo>
                <a:lnTo>
                  <a:pt x="105305" y="141282"/>
                </a:lnTo>
                <a:lnTo>
                  <a:pt x="123294" y="228599"/>
                </a:lnTo>
                <a:lnTo>
                  <a:pt x="76200" y="174634"/>
                </a:lnTo>
                <a:lnTo>
                  <a:pt x="29106" y="228599"/>
                </a:lnTo>
                <a:lnTo>
                  <a:pt x="47095" y="141282"/>
                </a:lnTo>
                <a:lnTo>
                  <a:pt x="0" y="87317"/>
                </a:lnTo>
                <a:close/>
              </a:path>
            </a:pathLst>
          </a:custGeom>
          <a:solidFill>
            <a:srgbClr val="FF0066"/>
          </a:solidFill>
          <a:ln w="38100" cap="flat" cmpd="sng">
            <a:solidFill>
              <a:srgbClr val="FFFF00"/>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3" name="Google Shape;713;p75"/>
          <p:cNvSpPr/>
          <p:nvPr/>
        </p:nvSpPr>
        <p:spPr>
          <a:xfrm rot="-780000">
            <a:off x="152400" y="762000"/>
            <a:ext cx="304800" cy="228600"/>
          </a:xfrm>
          <a:custGeom>
            <a:avLst/>
            <a:gdLst/>
            <a:ahLst/>
            <a:cxnLst/>
            <a:rect l="l" t="t" r="r" b="b"/>
            <a:pathLst>
              <a:path w="304800" h="228600" extrusionOk="0">
                <a:moveTo>
                  <a:pt x="0" y="87317"/>
                </a:moveTo>
                <a:lnTo>
                  <a:pt x="116424" y="87318"/>
                </a:lnTo>
                <a:lnTo>
                  <a:pt x="152400" y="0"/>
                </a:lnTo>
                <a:lnTo>
                  <a:pt x="188376" y="87318"/>
                </a:lnTo>
                <a:lnTo>
                  <a:pt x="304800" y="87317"/>
                </a:lnTo>
                <a:lnTo>
                  <a:pt x="210611" y="141282"/>
                </a:lnTo>
                <a:lnTo>
                  <a:pt x="246588" y="228599"/>
                </a:lnTo>
                <a:lnTo>
                  <a:pt x="152400" y="174634"/>
                </a:lnTo>
                <a:lnTo>
                  <a:pt x="58212" y="228599"/>
                </a:lnTo>
                <a:lnTo>
                  <a:pt x="94189" y="141282"/>
                </a:lnTo>
                <a:lnTo>
                  <a:pt x="0" y="87317"/>
                </a:lnTo>
                <a:close/>
              </a:path>
            </a:pathLst>
          </a:custGeom>
          <a:noFill/>
          <a:ln w="28575" cap="flat" cmpd="sng">
            <a:solidFill>
              <a:srgbClr val="FF0066"/>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4" name="Google Shape;714;p75"/>
          <p:cNvSpPr/>
          <p:nvPr/>
        </p:nvSpPr>
        <p:spPr>
          <a:xfrm>
            <a:off x="3505200" y="3886200"/>
            <a:ext cx="4038600" cy="1447800"/>
          </a:xfrm>
          <a:prstGeom prst="wedgeEllipseCallout">
            <a:avLst>
              <a:gd name="adj1" fmla="val -323"/>
              <a:gd name="adj2" fmla="val 22168"/>
            </a:avLst>
          </a:prstGeom>
          <a:solidFill>
            <a:srgbClr val="EAB4E4"/>
          </a:solidFill>
          <a:ln w="9525" cap="flat" cmpd="sng">
            <a:solidFill>
              <a:schemeClr val="dk1"/>
            </a:solidFill>
            <a:prstDash val="solid"/>
            <a:miter lim="800000"/>
            <a:headEnd type="none" w="sm" len="sm"/>
            <a:tailEnd type="none" w="sm" len="sm"/>
          </a:ln>
          <a:effectLst>
            <a:outerShdw blurRad="63500">
              <a:schemeClr val="lt2">
                <a:alpha val="49803"/>
              </a:scheme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5" name="Google Shape;715;p75"/>
          <p:cNvSpPr txBox="1"/>
          <p:nvPr/>
        </p:nvSpPr>
        <p:spPr>
          <a:xfrm>
            <a:off x="4038600" y="4267200"/>
            <a:ext cx="3275012" cy="519112"/>
          </a:xfrm>
          <a:prstGeom prst="rect">
            <a:avLst/>
          </a:prstGeom>
          <a:noFill/>
          <a:ln>
            <a:noFill/>
          </a:ln>
          <a:effectLst>
            <a:outerShdw blurRad="63500" kx="5399948">
              <a:schemeClr val="lt2">
                <a:alpha val="49803"/>
              </a:scheme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7391</Words>
  <Application>WPS Spreadsheets</Application>
  <PresentationFormat/>
  <Paragraphs>338</Paragraphs>
  <Slides>25</Slides>
  <Notes>0</Notes>
  <HiddenSlides>0</HiddenSlides>
  <MMClips>0</MMClips>
  <ScaleCrop>false</ScaleCrop>
  <HeadingPairs>
    <vt:vector size="6" baseType="variant">
      <vt:variant>
        <vt:lpstr>已用的字体</vt:lpstr>
      </vt:variant>
      <vt:variant>
        <vt:i4>20</vt:i4>
      </vt:variant>
      <vt:variant>
        <vt:lpstr>主题</vt:lpstr>
      </vt:variant>
      <vt:variant>
        <vt:i4>8</vt:i4>
      </vt:variant>
      <vt:variant>
        <vt:lpstr>幻灯片标题</vt:lpstr>
      </vt:variant>
      <vt:variant>
        <vt:i4>25</vt:i4>
      </vt:variant>
    </vt:vector>
  </HeadingPairs>
  <TitlesOfParts>
    <vt:vector size="53" baseType="lpstr">
      <vt:lpstr>Arial</vt:lpstr>
      <vt:lpstr>SimSun</vt:lpstr>
      <vt:lpstr>Wingdings</vt:lpstr>
      <vt:lpstr>Arial</vt:lpstr>
      <vt:lpstr>Times New Roman</vt:lpstr>
      <vt:lpstr>Twentieth Century</vt:lpstr>
      <vt:lpstr>Thonburi</vt:lpstr>
      <vt:lpstr>Calibri</vt:lpstr>
      <vt:lpstr>Helvetica Neue</vt:lpstr>
      <vt:lpstr>Verdana</vt:lpstr>
      <vt:lpstr>Microsoft YaHei</vt:lpstr>
      <vt:lpstr>汉仪旗黑</vt:lpstr>
      <vt:lpstr>Arial Unicode MS</vt:lpstr>
      <vt:lpstr>宋体-简</vt:lpstr>
      <vt:lpstr>Noto Sans Symbols</vt:lpstr>
      <vt:lpstr>Noto Sans Symbols</vt:lpstr>
      <vt:lpstr>Times New Roman</vt:lpstr>
      <vt:lpstr>Verdana</vt:lpstr>
      <vt:lpstr>苹方-简</vt:lpstr>
      <vt:lpstr>Silom</vt:lpstr>
      <vt:lpstr>Default Design</vt:lpstr>
      <vt:lpstr>Circuit</vt:lpstr>
      <vt:lpstr>1_Default Design</vt:lpstr>
      <vt:lpstr>1_Office Theme</vt:lpstr>
      <vt:lpstr>Office Theme</vt:lpstr>
      <vt:lpstr>1_Circuit</vt:lpstr>
      <vt:lpstr>2_Circuit</vt:lpstr>
      <vt:lpstr>3_Circuit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3</cp:revision>
  <dcterms:created xsi:type="dcterms:W3CDTF">2025-09-17T07:13:40Z</dcterms:created>
  <dcterms:modified xsi:type="dcterms:W3CDTF">2025-09-17T07:13:40Z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BEFA4519AFD7EA288B5FCA6834AC2E56_42</vt:lpwstr>
  </property>
  <property fmtid="{D5CDD505-2E9C-101B-9397-08002B2CF9AE}" pid="3" name="KSOProductBuildVer">
    <vt:lpwstr>1033-12.1.22553.22553</vt:lpwstr>
  </property>
</Properties>
</file>