
<file path=[Content_Types].xml><?xml version="1.0" encoding="utf-8"?>
<Types xmlns="http://schemas.openxmlformats.org/package/2006/content-types">
  <Default Extension="png" ContentType="image/png"/>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9144000" cy="5143500" type="screen16x9"/>
  <p:notesSz cx="6858000" cy="9144000"/>
  <p:embeddedFontLst>
    <p:embeddedFont>
      <p:font typeface="Raleway ExtraBold"/>
      <p:regular r:id="rId25"/>
    </p:embeddedFont>
    <p:embeddedFont>
      <p:font typeface="Raleway Light"/>
      <p:regular r:id="rId26"/>
    </p:embeddedFont>
    <p:embeddedFont>
      <p:font typeface="Raleway"/>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defaultTextStyle>
  <p:extLst>
    <p:ext uri="{EFAFB233-063F-42B5-8137-9DF3F51BA10A}">
      <p15:sldGuideLst xmlns:p15="http://schemas.microsoft.com/office/powerpoint/2012/main">
        <p15:guide id="1" orient="horz" pos="162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43C6F5-D56B-4ED6-B463-60188407CBF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41" d="100"/>
          <a:sy n="141" d="100"/>
        </p:scale>
        <p:origin x="74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L="914400" marR="0" lvl="1" indent="-317500" algn="l" rtl="0">
              <a:lnSpc>
                <a:spcPct val="100000"/>
              </a:lnSpc>
              <a:spcBef>
                <a:spcPts val="0"/>
              </a:spcBef>
              <a:spcAft>
                <a:spcPts val="0"/>
              </a:spcAft>
              <a:buClr>
                <a:srgbClr val="000000"/>
              </a:buClr>
              <a:buSzPts val="14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L="1371600" marR="0" lvl="2" indent="-317500" algn="l" rtl="0">
              <a:lnSpc>
                <a:spcPct val="100000"/>
              </a:lnSpc>
              <a:spcBef>
                <a:spcPts val="0"/>
              </a:spcBef>
              <a:spcAft>
                <a:spcPts val="0"/>
              </a:spcAft>
              <a:buClr>
                <a:srgbClr val="000000"/>
              </a:buClr>
              <a:buSzPts val="14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L="1828800" marR="0" lvl="3" indent="-317500" algn="l" rtl="0">
              <a:lnSpc>
                <a:spcPct val="100000"/>
              </a:lnSpc>
              <a:spcBef>
                <a:spcPts val="0"/>
              </a:spcBef>
              <a:spcAft>
                <a:spcPts val="0"/>
              </a:spcAft>
              <a:buClr>
                <a:srgbClr val="000000"/>
              </a:buClr>
              <a:buSzPts val="14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L="2286000" marR="0" lvl="4" indent="-317500" algn="l" rtl="0">
              <a:lnSpc>
                <a:spcPct val="100000"/>
              </a:lnSpc>
              <a:spcBef>
                <a:spcPts val="0"/>
              </a:spcBef>
              <a:spcAft>
                <a:spcPts val="0"/>
              </a:spcAft>
              <a:buClr>
                <a:srgbClr val="000000"/>
              </a:buClr>
              <a:buSzPts val="14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L="2743200" marR="0" lvl="5" indent="-317500" algn="l" rtl="0">
              <a:lnSpc>
                <a:spcPct val="100000"/>
              </a:lnSpc>
              <a:spcBef>
                <a:spcPts val="0"/>
              </a:spcBef>
              <a:spcAft>
                <a:spcPts val="0"/>
              </a:spcAft>
              <a:buClr>
                <a:srgbClr val="000000"/>
              </a:buClr>
              <a:buSzPts val="14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L="3200400" marR="0" lvl="6" indent="-317500" algn="l" rtl="0">
              <a:lnSpc>
                <a:spcPct val="100000"/>
              </a:lnSpc>
              <a:spcBef>
                <a:spcPts val="0"/>
              </a:spcBef>
              <a:spcAft>
                <a:spcPts val="0"/>
              </a:spcAft>
              <a:buClr>
                <a:srgbClr val="000000"/>
              </a:buClr>
              <a:buSzPts val="14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L="3657600" marR="0" lvl="7" indent="-317500" algn="l" rtl="0">
              <a:lnSpc>
                <a:spcPct val="100000"/>
              </a:lnSpc>
              <a:spcBef>
                <a:spcPts val="0"/>
              </a:spcBef>
              <a:spcAft>
                <a:spcPts val="0"/>
              </a:spcAft>
              <a:buClr>
                <a:srgbClr val="000000"/>
              </a:buClr>
              <a:buSzPts val="14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L="4114800" marR="0" lvl="8" indent="-317500" algn="l" rtl="0">
              <a:lnSpc>
                <a:spcPct val="100000"/>
              </a:lnSpc>
              <a:spcBef>
                <a:spcPts val="0"/>
              </a:spcBef>
              <a:spcAft>
                <a:spcPts val="0"/>
              </a:spcAft>
              <a:buClr>
                <a:srgbClr val="000000"/>
              </a:buClr>
              <a:buSzPts val="14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
        <p:cNvGrpSpPr/>
        <p:nvPr/>
      </p:nvGrpSpPr>
      <p:grpSpPr>
        <a:xfrm>
          <a:off x="0" y="0"/>
          <a:ext cx="0" cy="0"/>
          <a:chOff x="0" y="0"/>
          <a:chExt cx="0" cy="0"/>
        </a:xfrm>
      </p:grpSpPr>
      <p:sp>
        <p:nvSpPr>
          <p:cNvPr id="46" name="Google Shape;4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 name="Google Shape;4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5"/>
        <p:cNvGrpSpPr/>
        <p:nvPr/>
      </p:nvGrpSpPr>
      <p:grpSpPr>
        <a:xfrm>
          <a:off x="0" y="0"/>
          <a:ext cx="0" cy="0"/>
          <a:chOff x="0" y="0"/>
          <a:chExt cx="0" cy="0"/>
        </a:xfrm>
      </p:grpSpPr>
      <p:sp>
        <p:nvSpPr>
          <p:cNvPr id="56" name="Google Shape;5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 name="Google Shape;5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1"/>
        <p:cNvGrpSpPr/>
        <p:nvPr/>
      </p:nvGrpSpPr>
      <p:grpSpPr>
        <a:xfrm>
          <a:off x="0" y="0"/>
          <a:ext cx="0" cy="0"/>
          <a:chOff x="0" y="0"/>
          <a:chExt cx="0" cy="0"/>
        </a:xfrm>
      </p:grpSpPr>
      <p:sp>
        <p:nvSpPr>
          <p:cNvPr id="72" name="Google Shape;7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8"/>
        <p:cNvGrpSpPr/>
        <p:nvPr/>
      </p:nvGrpSpPr>
      <p:grpSpPr>
        <a:xfrm>
          <a:off x="0" y="0"/>
          <a:ext cx="0" cy="0"/>
          <a:chOff x="0" y="0"/>
          <a:chExt cx="0" cy="0"/>
        </a:xfrm>
      </p:grpSpPr>
      <p:sp>
        <p:nvSpPr>
          <p:cNvPr id="89" name="Google Shape;8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9"/>
        <p:cNvGrpSpPr/>
        <p:nvPr/>
      </p:nvGrpSpPr>
      <p:grpSpPr>
        <a:xfrm>
          <a:off x="0" y="0"/>
          <a:ext cx="0" cy="0"/>
          <a:chOff x="0" y="0"/>
          <a:chExt cx="0" cy="0"/>
        </a:xfrm>
      </p:grpSpPr>
      <p:sp>
        <p:nvSpPr>
          <p:cNvPr id="100" name="Google Shape;10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5"/>
        <p:cNvGrpSpPr/>
        <p:nvPr/>
      </p:nvGrpSpPr>
      <p:grpSpPr>
        <a:xfrm>
          <a:off x="0" y="0"/>
          <a:ext cx="0" cy="0"/>
          <a:chOff x="0" y="0"/>
          <a:chExt cx="0" cy="0"/>
        </a:xfrm>
      </p:grpSpPr>
      <p:sp>
        <p:nvSpPr>
          <p:cNvPr id="126" name="Google Shape;12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7"/>
        <p:cNvGrpSpPr/>
        <p:nvPr/>
      </p:nvGrpSpPr>
      <p:grpSpPr>
        <a:xfrm>
          <a:off x="0" y="0"/>
          <a:ext cx="0" cy="0"/>
          <a:chOff x="0" y="0"/>
          <a:chExt cx="0" cy="0"/>
        </a:xfrm>
      </p:grpSpPr>
      <p:sp>
        <p:nvSpPr>
          <p:cNvPr id="138" name="Google Shape;13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8"/>
        <p:cNvGrpSpPr/>
        <p:nvPr/>
      </p:nvGrpSpPr>
      <p:grpSpPr>
        <a:xfrm>
          <a:off x="0" y="0"/>
          <a:ext cx="0" cy="0"/>
          <a:chOff x="0" y="0"/>
          <a:chExt cx="0" cy="0"/>
        </a:xfrm>
      </p:grpSpPr>
      <p:sp>
        <p:nvSpPr>
          <p:cNvPr id="149" name="Google Shape;14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0"/>
        <p:cNvGrpSpPr/>
        <p:nvPr/>
      </p:nvGrpSpPr>
      <p:grpSpPr>
        <a:xfrm>
          <a:off x="0" y="0"/>
          <a:ext cx="0" cy="0"/>
          <a:chOff x="0" y="0"/>
          <a:chExt cx="0" cy="0"/>
        </a:xfrm>
      </p:grpSpPr>
      <p:sp>
        <p:nvSpPr>
          <p:cNvPr id="161" name="Google Shape;16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2"/>
        <p:cNvGrpSpPr/>
        <p:nvPr/>
      </p:nvGrpSpPr>
      <p:grpSpPr>
        <a:xfrm>
          <a:off x="0" y="0"/>
          <a:ext cx="0" cy="0"/>
          <a:chOff x="0" y="0"/>
          <a:chExt cx="0" cy="0"/>
        </a:xfrm>
      </p:grpSpPr>
      <p:sp>
        <p:nvSpPr>
          <p:cNvPr id="173" name="Google Shape;17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4"/>
        <p:cNvGrpSpPr/>
        <p:nvPr/>
      </p:nvGrpSpPr>
      <p:grpSpPr>
        <a:xfrm>
          <a:off x="0" y="0"/>
          <a:ext cx="0" cy="0"/>
          <a:chOff x="0" y="0"/>
          <a:chExt cx="0" cy="0"/>
        </a:xfrm>
      </p:grpSpPr>
      <p:sp>
        <p:nvSpPr>
          <p:cNvPr id="185" name="Google Shape;18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5"/>
        <p:cNvGrpSpPr/>
        <p:nvPr/>
      </p:nvGrpSpPr>
      <p:grpSpPr>
        <a:xfrm>
          <a:off x="0" y="0"/>
          <a:ext cx="0" cy="0"/>
          <a:chOff x="0" y="0"/>
          <a:chExt cx="0" cy="0"/>
        </a:xfrm>
      </p:grpSpPr>
      <p:sp>
        <p:nvSpPr>
          <p:cNvPr id="196" name="Google Shape;19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5"/>
        <p:cNvGrpSpPr/>
        <p:nvPr/>
      </p:nvGrpSpPr>
      <p:grpSpPr>
        <a:xfrm>
          <a:off x="0" y="0"/>
          <a:ext cx="0" cy="0"/>
          <a:chOff x="0" y="0"/>
          <a:chExt cx="0" cy="0"/>
        </a:xfrm>
      </p:grpSpPr>
      <p:sp>
        <p:nvSpPr>
          <p:cNvPr id="206" name="Google Shape;20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7"/>
        <p:cNvGrpSpPr/>
        <p:nvPr/>
      </p:nvGrpSpPr>
      <p:grpSpPr>
        <a:xfrm>
          <a:off x="0" y="0"/>
          <a:ext cx="0" cy="0"/>
          <a:chOff x="0" y="0"/>
          <a:chExt cx="0" cy="0"/>
        </a:xfrm>
      </p:grpSpPr>
      <p:sp>
        <p:nvSpPr>
          <p:cNvPr id="218" name="Google Shape;218;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 name="Google Shape;219;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9"/>
        <p:cNvGrpSpPr/>
        <p:nvPr/>
      </p:nvGrpSpPr>
      <p:grpSpPr>
        <a:xfrm>
          <a:off x="0" y="0"/>
          <a:ext cx="0" cy="0"/>
          <a:chOff x="0" y="0"/>
          <a:chExt cx="0" cy="0"/>
        </a:xfrm>
      </p:grpSpPr>
      <p:sp>
        <p:nvSpPr>
          <p:cNvPr id="230" name="Google Shape;23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9"/>
        <p:cNvGrpSpPr/>
        <p:nvPr/>
      </p:nvGrpSpPr>
      <p:grpSpPr>
        <a:xfrm>
          <a:off x="0" y="0"/>
          <a:ext cx="0" cy="0"/>
          <a:chOff x="0" y="0"/>
          <a:chExt cx="0" cy="0"/>
        </a:xfrm>
      </p:grpSpPr>
      <p:sp>
        <p:nvSpPr>
          <p:cNvPr id="240" name="Google Shape;24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0"/>
        <p:cNvGrpSpPr/>
        <p:nvPr/>
      </p:nvGrpSpPr>
      <p:grpSpPr>
        <a:xfrm>
          <a:off x="0" y="0"/>
          <a:ext cx="0" cy="0"/>
          <a:chOff x="0" y="0"/>
          <a:chExt cx="0" cy="0"/>
        </a:xfrm>
      </p:grpSpPr>
      <p:sp>
        <p:nvSpPr>
          <p:cNvPr id="251" name="Google Shape;25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52" name="Google Shape;252;p18: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p:cSld name="TITLE">
    <p:bg>
      <p:bgPr>
        <a:solidFill>
          <a:schemeClr val="accent1"/>
        </a:solidFill>
        <a:effectLst/>
      </p:bgPr>
    </p:bg>
    <p:spTree>
      <p:nvGrpSpPr>
        <p:cNvPr id="1" name="Shape 9"/>
        <p:cNvGrpSpPr/>
        <p:nvPr/>
      </p:nvGrpSpPr>
      <p:grpSpPr>
        <a:xfrm>
          <a:off x="0" y="0"/>
          <a:ext cx="0" cy="0"/>
          <a:chOff x="0" y="0"/>
          <a:chExt cx="0" cy="0"/>
        </a:xfrm>
      </p:grpSpPr>
      <p:sp>
        <p:nvSpPr>
          <p:cNvPr id="10" name="Google Shape;10;p2"/>
          <p:cNvSpPr/>
          <p:nvPr/>
        </p:nvSpPr>
        <p:spPr>
          <a:xfrm>
            <a:off x="390735"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11" name="Google Shape;11;p2"/>
          <p:cNvSpPr txBox="1">
            <a:spLocks noGrp="1"/>
          </p:cNvSpPr>
          <p:nvPr>
            <p:ph type="ctrTitle"/>
          </p:nvPr>
        </p:nvSpPr>
        <p:spPr>
          <a:xfrm>
            <a:off x="685800" y="3287213"/>
            <a:ext cx="7772400" cy="1159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lt1"/>
              </a:buClr>
              <a:buSzPts val="6000"/>
              <a:buNone/>
              <a:defRPr sz="6000">
                <a:solidFill>
                  <a:schemeClr val="lt1"/>
                </a:solidFill>
              </a:defRPr>
            </a:lvl1pPr>
            <a:lvl2pPr lvl="1" algn="l">
              <a:lnSpc>
                <a:spcPct val="100000"/>
              </a:lnSpc>
              <a:spcBef>
                <a:spcPts val="0"/>
              </a:spcBef>
              <a:spcAft>
                <a:spcPts val="0"/>
              </a:spcAft>
              <a:buClr>
                <a:schemeClr val="lt1"/>
              </a:buClr>
              <a:buSzPts val="6000"/>
              <a:buNone/>
              <a:defRPr sz="6000">
                <a:solidFill>
                  <a:schemeClr val="lt1"/>
                </a:solidFill>
              </a:defRPr>
            </a:lvl2pPr>
            <a:lvl3pPr lvl="2" algn="l">
              <a:lnSpc>
                <a:spcPct val="100000"/>
              </a:lnSpc>
              <a:spcBef>
                <a:spcPts val="0"/>
              </a:spcBef>
              <a:spcAft>
                <a:spcPts val="0"/>
              </a:spcAft>
              <a:buClr>
                <a:schemeClr val="lt1"/>
              </a:buClr>
              <a:buSzPts val="6000"/>
              <a:buNone/>
              <a:defRPr sz="6000">
                <a:solidFill>
                  <a:schemeClr val="lt1"/>
                </a:solidFill>
              </a:defRPr>
            </a:lvl3pPr>
            <a:lvl4pPr lvl="3" algn="l">
              <a:lnSpc>
                <a:spcPct val="100000"/>
              </a:lnSpc>
              <a:spcBef>
                <a:spcPts val="0"/>
              </a:spcBef>
              <a:spcAft>
                <a:spcPts val="0"/>
              </a:spcAft>
              <a:buClr>
                <a:schemeClr val="lt1"/>
              </a:buClr>
              <a:buSzPts val="6000"/>
              <a:buNone/>
              <a:defRPr sz="6000">
                <a:solidFill>
                  <a:schemeClr val="lt1"/>
                </a:solidFill>
              </a:defRPr>
            </a:lvl4pPr>
            <a:lvl5pPr lvl="4" algn="l">
              <a:lnSpc>
                <a:spcPct val="100000"/>
              </a:lnSpc>
              <a:spcBef>
                <a:spcPts val="0"/>
              </a:spcBef>
              <a:spcAft>
                <a:spcPts val="0"/>
              </a:spcAft>
              <a:buClr>
                <a:schemeClr val="lt1"/>
              </a:buClr>
              <a:buSzPts val="6000"/>
              <a:buNone/>
              <a:defRPr sz="6000">
                <a:solidFill>
                  <a:schemeClr val="lt1"/>
                </a:solidFill>
              </a:defRPr>
            </a:lvl5pPr>
            <a:lvl6pPr lvl="5" algn="l">
              <a:lnSpc>
                <a:spcPct val="100000"/>
              </a:lnSpc>
              <a:spcBef>
                <a:spcPts val="0"/>
              </a:spcBef>
              <a:spcAft>
                <a:spcPts val="0"/>
              </a:spcAft>
              <a:buClr>
                <a:schemeClr val="lt1"/>
              </a:buClr>
              <a:buSzPts val="6000"/>
              <a:buNone/>
              <a:defRPr sz="6000">
                <a:solidFill>
                  <a:schemeClr val="lt1"/>
                </a:solidFill>
              </a:defRPr>
            </a:lvl6pPr>
            <a:lvl7pPr lvl="6" algn="l">
              <a:lnSpc>
                <a:spcPct val="100000"/>
              </a:lnSpc>
              <a:spcBef>
                <a:spcPts val="0"/>
              </a:spcBef>
              <a:spcAft>
                <a:spcPts val="0"/>
              </a:spcAft>
              <a:buClr>
                <a:schemeClr val="lt1"/>
              </a:buClr>
              <a:buSzPts val="6000"/>
              <a:buNone/>
              <a:defRPr sz="6000">
                <a:solidFill>
                  <a:schemeClr val="lt1"/>
                </a:solidFill>
              </a:defRPr>
            </a:lvl7pPr>
            <a:lvl8pPr lvl="7" algn="l">
              <a:lnSpc>
                <a:spcPct val="100000"/>
              </a:lnSpc>
              <a:spcBef>
                <a:spcPts val="0"/>
              </a:spcBef>
              <a:spcAft>
                <a:spcPts val="0"/>
              </a:spcAft>
              <a:buClr>
                <a:schemeClr val="lt1"/>
              </a:buClr>
              <a:buSzPts val="6000"/>
              <a:buNone/>
              <a:defRPr sz="6000">
                <a:solidFill>
                  <a:schemeClr val="lt1"/>
                </a:solidFill>
              </a:defRPr>
            </a:lvl8pPr>
            <a:lvl9pPr lvl="8" algn="l">
              <a:lnSpc>
                <a:spcPct val="100000"/>
              </a:lnSpc>
              <a:spcBef>
                <a:spcPts val="0"/>
              </a:spcBef>
              <a:spcAft>
                <a:spcPts val="0"/>
              </a:spcAft>
              <a:buClr>
                <a:schemeClr val="lt1"/>
              </a:buClr>
              <a:buSzPts val="6000"/>
              <a:buNone/>
              <a:defRPr sz="6000">
                <a:solidFill>
                  <a:schemeClr val="lt1"/>
                </a:solidFill>
              </a:defRPr>
            </a:lvl9pPr>
          </a:lstStyle>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x" matchingName="Title + 1 column">
  <p:cSld name="TITLE_AND_BODY">
    <p:spTree>
      <p:nvGrpSpPr>
        <p:cNvPr id="1" name="Shape 12"/>
        <p:cNvGrpSpPr/>
        <p:nvPr/>
      </p:nvGrpSpPr>
      <p:grpSpPr>
        <a:xfrm>
          <a:off x="0" y="0"/>
          <a:ext cx="0" cy="0"/>
          <a:chOff x="0" y="0"/>
          <a:chExt cx="0" cy="0"/>
        </a:xfrm>
      </p:grpSpPr>
      <p:sp>
        <p:nvSpPr>
          <p:cNvPr id="13" name="Google Shape;13;p3"/>
          <p:cNvSpPr/>
          <p:nvPr/>
        </p:nvSpPr>
        <p:spPr>
          <a:xfrm>
            <a:off x="390735"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accent1"/>
            </a:solidFill>
            <a:prstDash val="dot"/>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14" name="Google Shape;14;p3"/>
          <p:cNvSpPr txBox="1">
            <a:spLocks noGrp="1"/>
          </p:cNvSpPr>
          <p:nvPr>
            <p:ph type="title"/>
          </p:nvPr>
        </p:nvSpPr>
        <p:spPr>
          <a:xfrm>
            <a:off x="922000" y="891775"/>
            <a:ext cx="6866100" cy="857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5800"/>
              <a:buNone/>
              <a:defRPr/>
            </a:lvl1pPr>
            <a:lvl2pPr lvl="1" algn="l">
              <a:lnSpc>
                <a:spcPct val="100000"/>
              </a:lnSpc>
              <a:spcBef>
                <a:spcPts val="0"/>
              </a:spcBef>
              <a:spcAft>
                <a:spcPts val="0"/>
              </a:spcAft>
              <a:buSzPts val="5800"/>
              <a:buNone/>
              <a:defRPr/>
            </a:lvl2pPr>
            <a:lvl3pPr lvl="2" algn="l">
              <a:lnSpc>
                <a:spcPct val="100000"/>
              </a:lnSpc>
              <a:spcBef>
                <a:spcPts val="0"/>
              </a:spcBef>
              <a:spcAft>
                <a:spcPts val="0"/>
              </a:spcAft>
              <a:buSzPts val="5800"/>
              <a:buNone/>
              <a:defRPr/>
            </a:lvl3pPr>
            <a:lvl4pPr lvl="3" algn="l">
              <a:lnSpc>
                <a:spcPct val="100000"/>
              </a:lnSpc>
              <a:spcBef>
                <a:spcPts val="0"/>
              </a:spcBef>
              <a:spcAft>
                <a:spcPts val="0"/>
              </a:spcAft>
              <a:buSzPts val="5800"/>
              <a:buNone/>
              <a:defRPr/>
            </a:lvl4pPr>
            <a:lvl5pPr lvl="4" algn="l">
              <a:lnSpc>
                <a:spcPct val="100000"/>
              </a:lnSpc>
              <a:spcBef>
                <a:spcPts val="0"/>
              </a:spcBef>
              <a:spcAft>
                <a:spcPts val="0"/>
              </a:spcAft>
              <a:buSzPts val="5800"/>
              <a:buNone/>
              <a:defRPr/>
            </a:lvl5pPr>
            <a:lvl6pPr lvl="5" algn="l">
              <a:lnSpc>
                <a:spcPct val="100000"/>
              </a:lnSpc>
              <a:spcBef>
                <a:spcPts val="0"/>
              </a:spcBef>
              <a:spcAft>
                <a:spcPts val="0"/>
              </a:spcAft>
              <a:buSzPts val="5800"/>
              <a:buNone/>
              <a:defRPr/>
            </a:lvl6pPr>
            <a:lvl7pPr lvl="6" algn="l">
              <a:lnSpc>
                <a:spcPct val="100000"/>
              </a:lnSpc>
              <a:spcBef>
                <a:spcPts val="0"/>
              </a:spcBef>
              <a:spcAft>
                <a:spcPts val="0"/>
              </a:spcAft>
              <a:buSzPts val="5800"/>
              <a:buNone/>
              <a:defRPr/>
            </a:lvl7pPr>
            <a:lvl8pPr lvl="7" algn="l">
              <a:lnSpc>
                <a:spcPct val="100000"/>
              </a:lnSpc>
              <a:spcBef>
                <a:spcPts val="0"/>
              </a:spcBef>
              <a:spcAft>
                <a:spcPts val="0"/>
              </a:spcAft>
              <a:buSzPts val="5800"/>
              <a:buNone/>
              <a:defRPr/>
            </a:lvl8pPr>
            <a:lvl9pPr lvl="8" algn="l">
              <a:lnSpc>
                <a:spcPct val="100000"/>
              </a:lnSpc>
              <a:spcBef>
                <a:spcPts val="0"/>
              </a:spcBef>
              <a:spcAft>
                <a:spcPts val="0"/>
              </a:spcAft>
              <a:buSzPts val="5800"/>
              <a:buNone/>
              <a:defRPr/>
            </a:lvl9pPr>
          </a:lstStyle>
          <a:p/>
        </p:txBody>
      </p:sp>
      <p:sp>
        <p:nvSpPr>
          <p:cNvPr id="15" name="Google Shape;15;p3"/>
          <p:cNvSpPr txBox="1">
            <a:spLocks noGrp="1"/>
          </p:cNvSpPr>
          <p:nvPr>
            <p:ph type="body" idx="1"/>
          </p:nvPr>
        </p:nvSpPr>
        <p:spPr>
          <a:xfrm>
            <a:off x="922000" y="1885951"/>
            <a:ext cx="6866100" cy="23661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Clr>
                <a:srgbClr val="FFB600"/>
              </a:buClr>
              <a:buSzPts val="1800"/>
              <a:buChar char="●"/>
              <a:defRPr/>
            </a:lvl1pPr>
            <a:lvl2pPr marL="914400" lvl="1" indent="-342900" algn="l">
              <a:lnSpc>
                <a:spcPct val="100000"/>
              </a:lnSpc>
              <a:spcBef>
                <a:spcPts val="0"/>
              </a:spcBef>
              <a:spcAft>
                <a:spcPts val="0"/>
              </a:spcAft>
              <a:buClr>
                <a:srgbClr val="FFB600"/>
              </a:buClr>
              <a:buSzPts val="1800"/>
              <a:buChar char="○"/>
              <a:defRPr/>
            </a:lvl2pPr>
            <a:lvl3pPr marL="1371600" lvl="2" indent="-342900" algn="l">
              <a:lnSpc>
                <a:spcPct val="100000"/>
              </a:lnSpc>
              <a:spcBef>
                <a:spcPts val="0"/>
              </a:spcBef>
              <a:spcAft>
                <a:spcPts val="0"/>
              </a:spcAft>
              <a:buClr>
                <a:srgbClr val="FFB600"/>
              </a:buClr>
              <a:buSzPts val="1800"/>
              <a:buChar char="■"/>
              <a:defRPr/>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342900" algn="l">
              <a:lnSpc>
                <a:spcPct val="100000"/>
              </a:lnSpc>
              <a:spcBef>
                <a:spcPts val="0"/>
              </a:spcBef>
              <a:spcAft>
                <a:spcPts val="0"/>
              </a:spcAft>
              <a:buSzPts val="1800"/>
              <a:buChar char="■"/>
              <a:defRPr/>
            </a:lvl6pPr>
            <a:lvl7pPr marL="3200400" lvl="6" indent="-342900" algn="l">
              <a:lnSpc>
                <a:spcPct val="100000"/>
              </a:lnSpc>
              <a:spcBef>
                <a:spcPts val="0"/>
              </a:spcBef>
              <a:spcAft>
                <a:spcPts val="0"/>
              </a:spcAft>
              <a:buSzPts val="1800"/>
              <a:buChar char="●"/>
              <a:defRPr/>
            </a:lvl7pPr>
            <a:lvl8pPr marL="3657600" lvl="7" indent="-342900" algn="l">
              <a:lnSpc>
                <a:spcPct val="100000"/>
              </a:lnSpc>
              <a:spcBef>
                <a:spcPts val="0"/>
              </a:spcBef>
              <a:spcAft>
                <a:spcPts val="0"/>
              </a:spcAft>
              <a:buSzPts val="1800"/>
              <a:buChar char="○"/>
              <a:defRPr/>
            </a:lvl8pPr>
            <a:lvl9pPr marL="4114800" lvl="8" indent="-342900" algn="l">
              <a:lnSpc>
                <a:spcPct val="100000"/>
              </a:lnSpc>
              <a:spcBef>
                <a:spcPts val="0"/>
              </a:spcBef>
              <a:spcAft>
                <a:spcPts val="0"/>
              </a:spcAft>
              <a:buSzPts val="1800"/>
              <a:buChar char="■"/>
              <a:defRPr/>
            </a:lvl9pPr>
          </a:lstStyle>
          <a:p/>
        </p:txBody>
      </p:sp>
      <p:sp>
        <p:nvSpPr>
          <p:cNvPr id="16" name="Google Shape;16;p3"/>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300"/>
              <a:buFont typeface="Arial" panose="020B0704020202020204"/>
              <a:buNone/>
              <a:defRPr sz="1300" b="0" i="0" u="none" strike="noStrike" cap="none">
                <a:solidFill>
                  <a:srgbClr val="FFB600"/>
                </a:solidFill>
                <a:latin typeface="Raleway ExtraBold"/>
                <a:ea typeface="Raleway ExtraBold"/>
                <a:cs typeface="Raleway ExtraBold"/>
                <a:sym typeface="Raleway ExtraBold"/>
              </a:defRPr>
            </a:lvl1pPr>
            <a:lvl2pPr marL="0" marR="0" lvl="1" indent="0" algn="ctr">
              <a:lnSpc>
                <a:spcPct val="100000"/>
              </a:lnSpc>
              <a:spcBef>
                <a:spcPts val="0"/>
              </a:spcBef>
              <a:spcAft>
                <a:spcPts val="0"/>
              </a:spcAft>
              <a:buClr>
                <a:srgbClr val="000000"/>
              </a:buClr>
              <a:buSzPts val="1300"/>
              <a:buFont typeface="Arial" panose="020B0704020202020204"/>
              <a:buNone/>
              <a:defRPr sz="1300" b="0" i="0" u="none" strike="noStrike" cap="none">
                <a:solidFill>
                  <a:srgbClr val="FFB600"/>
                </a:solidFill>
                <a:latin typeface="Raleway ExtraBold"/>
                <a:ea typeface="Raleway ExtraBold"/>
                <a:cs typeface="Raleway ExtraBold"/>
                <a:sym typeface="Raleway ExtraBold"/>
              </a:defRPr>
            </a:lvl2pPr>
            <a:lvl3pPr marL="0" marR="0" lvl="2" indent="0" algn="ctr">
              <a:lnSpc>
                <a:spcPct val="100000"/>
              </a:lnSpc>
              <a:spcBef>
                <a:spcPts val="0"/>
              </a:spcBef>
              <a:spcAft>
                <a:spcPts val="0"/>
              </a:spcAft>
              <a:buClr>
                <a:srgbClr val="000000"/>
              </a:buClr>
              <a:buSzPts val="1300"/>
              <a:buFont typeface="Arial" panose="020B0704020202020204"/>
              <a:buNone/>
              <a:defRPr sz="1300" b="0" i="0" u="none" strike="noStrike" cap="none">
                <a:solidFill>
                  <a:srgbClr val="FFB600"/>
                </a:solidFill>
                <a:latin typeface="Raleway ExtraBold"/>
                <a:ea typeface="Raleway ExtraBold"/>
                <a:cs typeface="Raleway ExtraBold"/>
                <a:sym typeface="Raleway ExtraBold"/>
              </a:defRPr>
            </a:lvl3pPr>
            <a:lvl4pPr marL="0" marR="0" lvl="3" indent="0" algn="ctr">
              <a:lnSpc>
                <a:spcPct val="100000"/>
              </a:lnSpc>
              <a:spcBef>
                <a:spcPts val="0"/>
              </a:spcBef>
              <a:spcAft>
                <a:spcPts val="0"/>
              </a:spcAft>
              <a:buClr>
                <a:srgbClr val="000000"/>
              </a:buClr>
              <a:buSzPts val="1300"/>
              <a:buFont typeface="Arial" panose="020B0704020202020204"/>
              <a:buNone/>
              <a:defRPr sz="1300" b="0" i="0" u="none" strike="noStrike" cap="none">
                <a:solidFill>
                  <a:srgbClr val="FFB600"/>
                </a:solidFill>
                <a:latin typeface="Raleway ExtraBold"/>
                <a:ea typeface="Raleway ExtraBold"/>
                <a:cs typeface="Raleway ExtraBold"/>
                <a:sym typeface="Raleway ExtraBold"/>
              </a:defRPr>
            </a:lvl4pPr>
            <a:lvl5pPr marL="0" marR="0" lvl="4" indent="0" algn="ctr">
              <a:lnSpc>
                <a:spcPct val="100000"/>
              </a:lnSpc>
              <a:spcBef>
                <a:spcPts val="0"/>
              </a:spcBef>
              <a:spcAft>
                <a:spcPts val="0"/>
              </a:spcAft>
              <a:buClr>
                <a:srgbClr val="000000"/>
              </a:buClr>
              <a:buSzPts val="1300"/>
              <a:buFont typeface="Arial" panose="020B0704020202020204"/>
              <a:buNone/>
              <a:defRPr sz="1300" b="0" i="0" u="none" strike="noStrike" cap="none">
                <a:solidFill>
                  <a:srgbClr val="FFB600"/>
                </a:solidFill>
                <a:latin typeface="Raleway ExtraBold"/>
                <a:ea typeface="Raleway ExtraBold"/>
                <a:cs typeface="Raleway ExtraBold"/>
                <a:sym typeface="Raleway ExtraBold"/>
              </a:defRPr>
            </a:lvl5pPr>
            <a:lvl6pPr marL="0" marR="0" lvl="5" indent="0" algn="ctr">
              <a:lnSpc>
                <a:spcPct val="100000"/>
              </a:lnSpc>
              <a:spcBef>
                <a:spcPts val="0"/>
              </a:spcBef>
              <a:spcAft>
                <a:spcPts val="0"/>
              </a:spcAft>
              <a:buClr>
                <a:srgbClr val="000000"/>
              </a:buClr>
              <a:buSzPts val="1300"/>
              <a:buFont typeface="Arial" panose="020B0704020202020204"/>
              <a:buNone/>
              <a:defRPr sz="1300" b="0" i="0" u="none" strike="noStrike" cap="none">
                <a:solidFill>
                  <a:srgbClr val="FFB600"/>
                </a:solidFill>
                <a:latin typeface="Raleway ExtraBold"/>
                <a:ea typeface="Raleway ExtraBold"/>
                <a:cs typeface="Raleway ExtraBold"/>
                <a:sym typeface="Raleway ExtraBold"/>
              </a:defRPr>
            </a:lvl6pPr>
            <a:lvl7pPr marL="0" marR="0" lvl="6" indent="0" algn="ctr">
              <a:lnSpc>
                <a:spcPct val="100000"/>
              </a:lnSpc>
              <a:spcBef>
                <a:spcPts val="0"/>
              </a:spcBef>
              <a:spcAft>
                <a:spcPts val="0"/>
              </a:spcAft>
              <a:buClr>
                <a:srgbClr val="000000"/>
              </a:buClr>
              <a:buSzPts val="1300"/>
              <a:buFont typeface="Arial" panose="020B0704020202020204"/>
              <a:buNone/>
              <a:defRPr sz="1300" b="0" i="0" u="none" strike="noStrike" cap="none">
                <a:solidFill>
                  <a:srgbClr val="FFB600"/>
                </a:solidFill>
                <a:latin typeface="Raleway ExtraBold"/>
                <a:ea typeface="Raleway ExtraBold"/>
                <a:cs typeface="Raleway ExtraBold"/>
                <a:sym typeface="Raleway ExtraBold"/>
              </a:defRPr>
            </a:lvl7pPr>
            <a:lvl8pPr marL="0" marR="0" lvl="7" indent="0" algn="ctr">
              <a:lnSpc>
                <a:spcPct val="100000"/>
              </a:lnSpc>
              <a:spcBef>
                <a:spcPts val="0"/>
              </a:spcBef>
              <a:spcAft>
                <a:spcPts val="0"/>
              </a:spcAft>
              <a:buClr>
                <a:srgbClr val="000000"/>
              </a:buClr>
              <a:buSzPts val="1300"/>
              <a:buFont typeface="Arial" panose="020B0704020202020204"/>
              <a:buNone/>
              <a:defRPr sz="1300" b="0" i="0" u="none" strike="noStrike" cap="none">
                <a:solidFill>
                  <a:srgbClr val="FFB600"/>
                </a:solidFill>
                <a:latin typeface="Raleway ExtraBold"/>
                <a:ea typeface="Raleway ExtraBold"/>
                <a:cs typeface="Raleway ExtraBold"/>
                <a:sym typeface="Raleway ExtraBold"/>
              </a:defRPr>
            </a:lvl8pPr>
            <a:lvl9pPr marL="0" marR="0" lvl="8" indent="0" algn="ctr">
              <a:lnSpc>
                <a:spcPct val="100000"/>
              </a:lnSpc>
              <a:spcBef>
                <a:spcPts val="0"/>
              </a:spcBef>
              <a:spcAft>
                <a:spcPts val="0"/>
              </a:spcAft>
              <a:buClr>
                <a:srgbClr val="000000"/>
              </a:buClr>
              <a:buSzPts val="1300"/>
              <a:buFont typeface="Arial" panose="020B0704020202020204"/>
              <a:buNone/>
              <a:defRPr sz="1300" b="0" i="0" u="none" strike="noStrike" cap="none">
                <a:solidFill>
                  <a:srgbClr val="FFB600"/>
                </a:solidFill>
                <a:latin typeface="Raleway ExtraBold"/>
                <a:ea typeface="Raleway ExtraBold"/>
                <a:cs typeface="Raleway ExtraBold"/>
                <a:sym typeface="Raleway ExtraBold"/>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17"/>
        <p:cNvGrpSpPr/>
        <p:nvPr/>
      </p:nvGrpSpPr>
      <p:grpSpPr>
        <a:xfrm>
          <a:off x="0" y="0"/>
          <a:ext cx="0" cy="0"/>
          <a:chOff x="0" y="0"/>
          <a:chExt cx="0" cy="0"/>
        </a:xfrm>
      </p:grpSpPr>
      <p:sp>
        <p:nvSpPr>
          <p:cNvPr id="18" name="Google Shape;18;p4"/>
          <p:cNvSpPr/>
          <p:nvPr/>
        </p:nvSpPr>
        <p:spPr>
          <a:xfrm>
            <a:off x="390735"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accent1"/>
            </a:solidFill>
            <a:prstDash val="dot"/>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19" name="Google Shape;19;p4"/>
          <p:cNvSpPr txBox="1">
            <a:spLocks noGrp="1"/>
          </p:cNvSpPr>
          <p:nvPr>
            <p:ph type="title"/>
          </p:nvPr>
        </p:nvSpPr>
        <p:spPr>
          <a:xfrm>
            <a:off x="922000" y="891775"/>
            <a:ext cx="6866100" cy="857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5800"/>
              <a:buNone/>
              <a:defRPr/>
            </a:lvl1pPr>
            <a:lvl2pPr lvl="1" algn="l">
              <a:lnSpc>
                <a:spcPct val="100000"/>
              </a:lnSpc>
              <a:spcBef>
                <a:spcPts val="0"/>
              </a:spcBef>
              <a:spcAft>
                <a:spcPts val="0"/>
              </a:spcAft>
              <a:buSzPts val="5800"/>
              <a:buNone/>
              <a:defRPr/>
            </a:lvl2pPr>
            <a:lvl3pPr lvl="2" algn="l">
              <a:lnSpc>
                <a:spcPct val="100000"/>
              </a:lnSpc>
              <a:spcBef>
                <a:spcPts val="0"/>
              </a:spcBef>
              <a:spcAft>
                <a:spcPts val="0"/>
              </a:spcAft>
              <a:buSzPts val="5800"/>
              <a:buNone/>
              <a:defRPr/>
            </a:lvl3pPr>
            <a:lvl4pPr lvl="3" algn="l">
              <a:lnSpc>
                <a:spcPct val="100000"/>
              </a:lnSpc>
              <a:spcBef>
                <a:spcPts val="0"/>
              </a:spcBef>
              <a:spcAft>
                <a:spcPts val="0"/>
              </a:spcAft>
              <a:buSzPts val="5800"/>
              <a:buNone/>
              <a:defRPr/>
            </a:lvl4pPr>
            <a:lvl5pPr lvl="4" algn="l">
              <a:lnSpc>
                <a:spcPct val="100000"/>
              </a:lnSpc>
              <a:spcBef>
                <a:spcPts val="0"/>
              </a:spcBef>
              <a:spcAft>
                <a:spcPts val="0"/>
              </a:spcAft>
              <a:buSzPts val="5800"/>
              <a:buNone/>
              <a:defRPr/>
            </a:lvl5pPr>
            <a:lvl6pPr lvl="5" algn="l">
              <a:lnSpc>
                <a:spcPct val="100000"/>
              </a:lnSpc>
              <a:spcBef>
                <a:spcPts val="0"/>
              </a:spcBef>
              <a:spcAft>
                <a:spcPts val="0"/>
              </a:spcAft>
              <a:buSzPts val="5800"/>
              <a:buNone/>
              <a:defRPr/>
            </a:lvl6pPr>
            <a:lvl7pPr lvl="6" algn="l">
              <a:lnSpc>
                <a:spcPct val="100000"/>
              </a:lnSpc>
              <a:spcBef>
                <a:spcPts val="0"/>
              </a:spcBef>
              <a:spcAft>
                <a:spcPts val="0"/>
              </a:spcAft>
              <a:buSzPts val="5800"/>
              <a:buNone/>
              <a:defRPr/>
            </a:lvl7pPr>
            <a:lvl8pPr lvl="7" algn="l">
              <a:lnSpc>
                <a:spcPct val="100000"/>
              </a:lnSpc>
              <a:spcBef>
                <a:spcPts val="0"/>
              </a:spcBef>
              <a:spcAft>
                <a:spcPts val="0"/>
              </a:spcAft>
              <a:buSzPts val="5800"/>
              <a:buNone/>
              <a:defRPr/>
            </a:lvl8pPr>
            <a:lvl9pPr lvl="8" algn="l">
              <a:lnSpc>
                <a:spcPct val="100000"/>
              </a:lnSpc>
              <a:spcBef>
                <a:spcPts val="0"/>
              </a:spcBef>
              <a:spcAft>
                <a:spcPts val="0"/>
              </a:spcAft>
              <a:buSzPts val="5800"/>
              <a:buNone/>
              <a:defRPr/>
            </a:lvl9pPr>
          </a:lstStyle>
          <a:p/>
        </p:txBody>
      </p:sp>
      <p:sp>
        <p:nvSpPr>
          <p:cNvPr id="20" name="Google Shape;20;p4"/>
          <p:cNvSpPr txBox="1">
            <a:spLocks noGrp="1"/>
          </p:cNvSpPr>
          <p:nvPr>
            <p:ph type="body" idx="1"/>
          </p:nvPr>
        </p:nvSpPr>
        <p:spPr>
          <a:xfrm>
            <a:off x="922000" y="1930500"/>
            <a:ext cx="2332200" cy="29190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600"/>
              </a:spcBef>
              <a:spcAft>
                <a:spcPts val="0"/>
              </a:spcAft>
              <a:buSzPts val="1400"/>
              <a:buChar char="●"/>
              <a:defRPr sz="1400"/>
            </a:lvl1pPr>
            <a:lvl2pPr marL="914400" lvl="1" indent="-317500" algn="l">
              <a:lnSpc>
                <a:spcPct val="100000"/>
              </a:lnSpc>
              <a:spcBef>
                <a:spcPts val="0"/>
              </a:spcBef>
              <a:spcAft>
                <a:spcPts val="0"/>
              </a:spcAft>
              <a:buSzPts val="1400"/>
              <a:buChar char="○"/>
              <a:defRPr sz="1400"/>
            </a:lvl2pPr>
            <a:lvl3pPr marL="1371600" lvl="2" indent="-317500" algn="l">
              <a:lnSpc>
                <a:spcPct val="100000"/>
              </a:lnSpc>
              <a:spcBef>
                <a:spcPts val="0"/>
              </a:spcBef>
              <a:spcAft>
                <a:spcPts val="0"/>
              </a:spcAft>
              <a:buSzPts val="1400"/>
              <a:buChar char="■"/>
              <a:defRPr sz="1400"/>
            </a:lvl3pPr>
            <a:lvl4pPr marL="1828800" lvl="3" indent="-317500" algn="l">
              <a:lnSpc>
                <a:spcPct val="100000"/>
              </a:lnSpc>
              <a:spcBef>
                <a:spcPts val="0"/>
              </a:spcBef>
              <a:spcAft>
                <a:spcPts val="0"/>
              </a:spcAft>
              <a:buSzPts val="1400"/>
              <a:buChar char="●"/>
              <a:defRPr sz="1400"/>
            </a:lvl4pPr>
            <a:lvl5pPr marL="2286000" lvl="4" indent="-317500" algn="l">
              <a:lnSpc>
                <a:spcPct val="100000"/>
              </a:lnSpc>
              <a:spcBef>
                <a:spcPts val="0"/>
              </a:spcBef>
              <a:spcAft>
                <a:spcPts val="0"/>
              </a:spcAft>
              <a:buSzPts val="1400"/>
              <a:buChar char="○"/>
              <a:defRPr sz="1400"/>
            </a:lvl5pPr>
            <a:lvl6pPr marL="2743200" lvl="5" indent="-317500" algn="l">
              <a:lnSpc>
                <a:spcPct val="100000"/>
              </a:lnSpc>
              <a:spcBef>
                <a:spcPts val="0"/>
              </a:spcBef>
              <a:spcAft>
                <a:spcPts val="0"/>
              </a:spcAft>
              <a:buSzPts val="1400"/>
              <a:buChar char="■"/>
              <a:defRPr sz="1400"/>
            </a:lvl6pPr>
            <a:lvl7pPr marL="3200400" lvl="6" indent="-317500" algn="l">
              <a:lnSpc>
                <a:spcPct val="100000"/>
              </a:lnSpc>
              <a:spcBef>
                <a:spcPts val="0"/>
              </a:spcBef>
              <a:spcAft>
                <a:spcPts val="0"/>
              </a:spcAft>
              <a:buSzPts val="1400"/>
              <a:buChar char="●"/>
              <a:defRPr sz="1400"/>
            </a:lvl7pPr>
            <a:lvl8pPr marL="3657600" lvl="7" indent="-317500" algn="l">
              <a:lnSpc>
                <a:spcPct val="100000"/>
              </a:lnSpc>
              <a:spcBef>
                <a:spcPts val="0"/>
              </a:spcBef>
              <a:spcAft>
                <a:spcPts val="0"/>
              </a:spcAft>
              <a:buSzPts val="1400"/>
              <a:buChar char="○"/>
              <a:defRPr sz="1400"/>
            </a:lvl8pPr>
            <a:lvl9pPr marL="4114800" lvl="8" indent="-317500" algn="l">
              <a:lnSpc>
                <a:spcPct val="100000"/>
              </a:lnSpc>
              <a:spcBef>
                <a:spcPts val="0"/>
              </a:spcBef>
              <a:spcAft>
                <a:spcPts val="0"/>
              </a:spcAft>
              <a:buSzPts val="1400"/>
              <a:buChar char="■"/>
              <a:defRPr sz="1400"/>
            </a:lvl9pPr>
          </a:lstStyle>
          <a:p/>
        </p:txBody>
      </p:sp>
      <p:sp>
        <p:nvSpPr>
          <p:cNvPr id="21" name="Google Shape;21;p4"/>
          <p:cNvSpPr txBox="1">
            <a:spLocks noGrp="1"/>
          </p:cNvSpPr>
          <p:nvPr>
            <p:ph type="body" idx="2"/>
          </p:nvPr>
        </p:nvSpPr>
        <p:spPr>
          <a:xfrm>
            <a:off x="3373778" y="1930500"/>
            <a:ext cx="2332200" cy="29190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600"/>
              </a:spcBef>
              <a:spcAft>
                <a:spcPts val="0"/>
              </a:spcAft>
              <a:buSzPts val="1400"/>
              <a:buChar char="●"/>
              <a:defRPr sz="1400"/>
            </a:lvl1pPr>
            <a:lvl2pPr marL="914400" lvl="1" indent="-317500" algn="l">
              <a:lnSpc>
                <a:spcPct val="100000"/>
              </a:lnSpc>
              <a:spcBef>
                <a:spcPts val="0"/>
              </a:spcBef>
              <a:spcAft>
                <a:spcPts val="0"/>
              </a:spcAft>
              <a:buSzPts val="1400"/>
              <a:buChar char="○"/>
              <a:defRPr sz="1400"/>
            </a:lvl2pPr>
            <a:lvl3pPr marL="1371600" lvl="2" indent="-317500" algn="l">
              <a:lnSpc>
                <a:spcPct val="100000"/>
              </a:lnSpc>
              <a:spcBef>
                <a:spcPts val="0"/>
              </a:spcBef>
              <a:spcAft>
                <a:spcPts val="0"/>
              </a:spcAft>
              <a:buSzPts val="1400"/>
              <a:buChar char="■"/>
              <a:defRPr sz="1400"/>
            </a:lvl3pPr>
            <a:lvl4pPr marL="1828800" lvl="3" indent="-317500" algn="l">
              <a:lnSpc>
                <a:spcPct val="100000"/>
              </a:lnSpc>
              <a:spcBef>
                <a:spcPts val="0"/>
              </a:spcBef>
              <a:spcAft>
                <a:spcPts val="0"/>
              </a:spcAft>
              <a:buSzPts val="1400"/>
              <a:buChar char="●"/>
              <a:defRPr sz="1400"/>
            </a:lvl4pPr>
            <a:lvl5pPr marL="2286000" lvl="4" indent="-317500" algn="l">
              <a:lnSpc>
                <a:spcPct val="100000"/>
              </a:lnSpc>
              <a:spcBef>
                <a:spcPts val="0"/>
              </a:spcBef>
              <a:spcAft>
                <a:spcPts val="0"/>
              </a:spcAft>
              <a:buSzPts val="1400"/>
              <a:buChar char="○"/>
              <a:defRPr sz="1400"/>
            </a:lvl5pPr>
            <a:lvl6pPr marL="2743200" lvl="5" indent="-317500" algn="l">
              <a:lnSpc>
                <a:spcPct val="100000"/>
              </a:lnSpc>
              <a:spcBef>
                <a:spcPts val="0"/>
              </a:spcBef>
              <a:spcAft>
                <a:spcPts val="0"/>
              </a:spcAft>
              <a:buSzPts val="1400"/>
              <a:buChar char="■"/>
              <a:defRPr sz="1400"/>
            </a:lvl6pPr>
            <a:lvl7pPr marL="3200400" lvl="6" indent="-317500" algn="l">
              <a:lnSpc>
                <a:spcPct val="100000"/>
              </a:lnSpc>
              <a:spcBef>
                <a:spcPts val="0"/>
              </a:spcBef>
              <a:spcAft>
                <a:spcPts val="0"/>
              </a:spcAft>
              <a:buSzPts val="1400"/>
              <a:buChar char="●"/>
              <a:defRPr sz="1400"/>
            </a:lvl7pPr>
            <a:lvl8pPr marL="3657600" lvl="7" indent="-317500" algn="l">
              <a:lnSpc>
                <a:spcPct val="100000"/>
              </a:lnSpc>
              <a:spcBef>
                <a:spcPts val="0"/>
              </a:spcBef>
              <a:spcAft>
                <a:spcPts val="0"/>
              </a:spcAft>
              <a:buSzPts val="1400"/>
              <a:buChar char="○"/>
              <a:defRPr sz="1400"/>
            </a:lvl8pPr>
            <a:lvl9pPr marL="4114800" lvl="8" indent="-317500" algn="l">
              <a:lnSpc>
                <a:spcPct val="100000"/>
              </a:lnSpc>
              <a:spcBef>
                <a:spcPts val="0"/>
              </a:spcBef>
              <a:spcAft>
                <a:spcPts val="0"/>
              </a:spcAft>
              <a:buSzPts val="1400"/>
              <a:buChar char="■"/>
              <a:defRPr sz="1400"/>
            </a:lvl9pPr>
          </a:lstStyle>
          <a:p/>
        </p:txBody>
      </p:sp>
      <p:sp>
        <p:nvSpPr>
          <p:cNvPr id="22" name="Google Shape;22;p4"/>
          <p:cNvSpPr txBox="1">
            <a:spLocks noGrp="1"/>
          </p:cNvSpPr>
          <p:nvPr>
            <p:ph type="body" idx="3"/>
          </p:nvPr>
        </p:nvSpPr>
        <p:spPr>
          <a:xfrm>
            <a:off x="5825557" y="1930500"/>
            <a:ext cx="2332200" cy="29190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600"/>
              </a:spcBef>
              <a:spcAft>
                <a:spcPts val="0"/>
              </a:spcAft>
              <a:buSzPts val="1400"/>
              <a:buChar char="●"/>
              <a:defRPr sz="1400"/>
            </a:lvl1pPr>
            <a:lvl2pPr marL="914400" lvl="1" indent="-317500" algn="l">
              <a:lnSpc>
                <a:spcPct val="100000"/>
              </a:lnSpc>
              <a:spcBef>
                <a:spcPts val="0"/>
              </a:spcBef>
              <a:spcAft>
                <a:spcPts val="0"/>
              </a:spcAft>
              <a:buSzPts val="1400"/>
              <a:buChar char="○"/>
              <a:defRPr sz="1400"/>
            </a:lvl2pPr>
            <a:lvl3pPr marL="1371600" lvl="2" indent="-317500" algn="l">
              <a:lnSpc>
                <a:spcPct val="100000"/>
              </a:lnSpc>
              <a:spcBef>
                <a:spcPts val="0"/>
              </a:spcBef>
              <a:spcAft>
                <a:spcPts val="0"/>
              </a:spcAft>
              <a:buSzPts val="1400"/>
              <a:buChar char="■"/>
              <a:defRPr sz="1400"/>
            </a:lvl3pPr>
            <a:lvl4pPr marL="1828800" lvl="3" indent="-317500" algn="l">
              <a:lnSpc>
                <a:spcPct val="100000"/>
              </a:lnSpc>
              <a:spcBef>
                <a:spcPts val="0"/>
              </a:spcBef>
              <a:spcAft>
                <a:spcPts val="0"/>
              </a:spcAft>
              <a:buSzPts val="1400"/>
              <a:buChar char="●"/>
              <a:defRPr sz="1400"/>
            </a:lvl4pPr>
            <a:lvl5pPr marL="2286000" lvl="4" indent="-317500" algn="l">
              <a:lnSpc>
                <a:spcPct val="100000"/>
              </a:lnSpc>
              <a:spcBef>
                <a:spcPts val="0"/>
              </a:spcBef>
              <a:spcAft>
                <a:spcPts val="0"/>
              </a:spcAft>
              <a:buSzPts val="1400"/>
              <a:buChar char="○"/>
              <a:defRPr sz="1400"/>
            </a:lvl5pPr>
            <a:lvl6pPr marL="2743200" lvl="5" indent="-317500" algn="l">
              <a:lnSpc>
                <a:spcPct val="100000"/>
              </a:lnSpc>
              <a:spcBef>
                <a:spcPts val="0"/>
              </a:spcBef>
              <a:spcAft>
                <a:spcPts val="0"/>
              </a:spcAft>
              <a:buSzPts val="1400"/>
              <a:buChar char="■"/>
              <a:defRPr sz="1400"/>
            </a:lvl6pPr>
            <a:lvl7pPr marL="3200400" lvl="6" indent="-317500" algn="l">
              <a:lnSpc>
                <a:spcPct val="100000"/>
              </a:lnSpc>
              <a:spcBef>
                <a:spcPts val="0"/>
              </a:spcBef>
              <a:spcAft>
                <a:spcPts val="0"/>
              </a:spcAft>
              <a:buSzPts val="1400"/>
              <a:buChar char="●"/>
              <a:defRPr sz="1400"/>
            </a:lvl7pPr>
            <a:lvl8pPr marL="3657600" lvl="7" indent="-317500" algn="l">
              <a:lnSpc>
                <a:spcPct val="100000"/>
              </a:lnSpc>
              <a:spcBef>
                <a:spcPts val="0"/>
              </a:spcBef>
              <a:spcAft>
                <a:spcPts val="0"/>
              </a:spcAft>
              <a:buSzPts val="1400"/>
              <a:buChar char="○"/>
              <a:defRPr sz="1400"/>
            </a:lvl8pPr>
            <a:lvl9pPr marL="4114800" lvl="8" indent="-317500" algn="l">
              <a:lnSpc>
                <a:spcPct val="100000"/>
              </a:lnSpc>
              <a:spcBef>
                <a:spcPts val="0"/>
              </a:spcBef>
              <a:spcAft>
                <a:spcPts val="0"/>
              </a:spcAft>
              <a:buSzPts val="1400"/>
              <a:buChar char="■"/>
              <a:defRPr sz="1400"/>
            </a:lvl9pPr>
          </a:lstStyle>
          <a:p/>
        </p:txBody>
      </p:sp>
      <p:sp>
        <p:nvSpPr>
          <p:cNvPr id="23" name="Google Shape;23;p4"/>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1pPr>
            <a:lvl2pPr marL="0" marR="0" lvl="1"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2pPr>
            <a:lvl3pPr marL="0" marR="0" lvl="2"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3pPr>
            <a:lvl4pPr marL="0" marR="0" lvl="3"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4pPr>
            <a:lvl5pPr marL="0" marR="0" lvl="4"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5pPr>
            <a:lvl6pPr marL="0" marR="0" lvl="5"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6pPr>
            <a:lvl7pPr marL="0" marR="0" lvl="6"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7pPr>
            <a:lvl8pPr marL="0" marR="0" lvl="7"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8pPr>
            <a:lvl9pPr marL="0" marR="0" lvl="8"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 2 columns">
  <p:cSld name="TITLE_AND_TWO_COLUMNS">
    <p:spTree>
      <p:nvGrpSpPr>
        <p:cNvPr id="1" name="Shape 24"/>
        <p:cNvGrpSpPr/>
        <p:nvPr/>
      </p:nvGrpSpPr>
      <p:grpSpPr>
        <a:xfrm>
          <a:off x="0" y="0"/>
          <a:ext cx="0" cy="0"/>
          <a:chOff x="0" y="0"/>
          <a:chExt cx="0" cy="0"/>
        </a:xfrm>
      </p:grpSpPr>
      <p:sp>
        <p:nvSpPr>
          <p:cNvPr id="25" name="Google Shape;25;p5"/>
          <p:cNvSpPr/>
          <p:nvPr/>
        </p:nvSpPr>
        <p:spPr>
          <a:xfrm>
            <a:off x="390735"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accent1"/>
            </a:solidFill>
            <a:prstDash val="dot"/>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26" name="Google Shape;26;p5"/>
          <p:cNvSpPr txBox="1">
            <a:spLocks noGrp="1"/>
          </p:cNvSpPr>
          <p:nvPr>
            <p:ph type="title"/>
          </p:nvPr>
        </p:nvSpPr>
        <p:spPr>
          <a:xfrm>
            <a:off x="922000" y="891775"/>
            <a:ext cx="6866100" cy="857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5800"/>
              <a:buNone/>
              <a:defRPr/>
            </a:lvl1pPr>
            <a:lvl2pPr lvl="1" algn="l">
              <a:lnSpc>
                <a:spcPct val="100000"/>
              </a:lnSpc>
              <a:spcBef>
                <a:spcPts val="0"/>
              </a:spcBef>
              <a:spcAft>
                <a:spcPts val="0"/>
              </a:spcAft>
              <a:buSzPts val="5800"/>
              <a:buNone/>
              <a:defRPr/>
            </a:lvl2pPr>
            <a:lvl3pPr lvl="2" algn="l">
              <a:lnSpc>
                <a:spcPct val="100000"/>
              </a:lnSpc>
              <a:spcBef>
                <a:spcPts val="0"/>
              </a:spcBef>
              <a:spcAft>
                <a:spcPts val="0"/>
              </a:spcAft>
              <a:buSzPts val="5800"/>
              <a:buNone/>
              <a:defRPr/>
            </a:lvl3pPr>
            <a:lvl4pPr lvl="3" algn="l">
              <a:lnSpc>
                <a:spcPct val="100000"/>
              </a:lnSpc>
              <a:spcBef>
                <a:spcPts val="0"/>
              </a:spcBef>
              <a:spcAft>
                <a:spcPts val="0"/>
              </a:spcAft>
              <a:buSzPts val="5800"/>
              <a:buNone/>
              <a:defRPr/>
            </a:lvl4pPr>
            <a:lvl5pPr lvl="4" algn="l">
              <a:lnSpc>
                <a:spcPct val="100000"/>
              </a:lnSpc>
              <a:spcBef>
                <a:spcPts val="0"/>
              </a:spcBef>
              <a:spcAft>
                <a:spcPts val="0"/>
              </a:spcAft>
              <a:buSzPts val="5800"/>
              <a:buNone/>
              <a:defRPr/>
            </a:lvl5pPr>
            <a:lvl6pPr lvl="5" algn="l">
              <a:lnSpc>
                <a:spcPct val="100000"/>
              </a:lnSpc>
              <a:spcBef>
                <a:spcPts val="0"/>
              </a:spcBef>
              <a:spcAft>
                <a:spcPts val="0"/>
              </a:spcAft>
              <a:buSzPts val="5800"/>
              <a:buNone/>
              <a:defRPr/>
            </a:lvl6pPr>
            <a:lvl7pPr lvl="6" algn="l">
              <a:lnSpc>
                <a:spcPct val="100000"/>
              </a:lnSpc>
              <a:spcBef>
                <a:spcPts val="0"/>
              </a:spcBef>
              <a:spcAft>
                <a:spcPts val="0"/>
              </a:spcAft>
              <a:buSzPts val="5800"/>
              <a:buNone/>
              <a:defRPr/>
            </a:lvl7pPr>
            <a:lvl8pPr lvl="7" algn="l">
              <a:lnSpc>
                <a:spcPct val="100000"/>
              </a:lnSpc>
              <a:spcBef>
                <a:spcPts val="0"/>
              </a:spcBef>
              <a:spcAft>
                <a:spcPts val="0"/>
              </a:spcAft>
              <a:buSzPts val="5800"/>
              <a:buNone/>
              <a:defRPr/>
            </a:lvl8pPr>
            <a:lvl9pPr lvl="8" algn="l">
              <a:lnSpc>
                <a:spcPct val="100000"/>
              </a:lnSpc>
              <a:spcBef>
                <a:spcPts val="0"/>
              </a:spcBef>
              <a:spcAft>
                <a:spcPts val="0"/>
              </a:spcAft>
              <a:buSzPts val="5800"/>
              <a:buNone/>
              <a:defRPr/>
            </a:lvl9pPr>
          </a:lstStyle>
          <a:p/>
        </p:txBody>
      </p:sp>
      <p:sp>
        <p:nvSpPr>
          <p:cNvPr id="27" name="Google Shape;27;p5"/>
          <p:cNvSpPr txBox="1">
            <a:spLocks noGrp="1"/>
          </p:cNvSpPr>
          <p:nvPr>
            <p:ph type="body" idx="1"/>
          </p:nvPr>
        </p:nvSpPr>
        <p:spPr>
          <a:xfrm>
            <a:off x="922000" y="1887378"/>
            <a:ext cx="3543300" cy="30276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SzPts val="1800"/>
              <a:buChar char="●"/>
              <a:defRPr/>
            </a:lvl1pPr>
            <a:lvl2pPr marL="914400" lvl="1" indent="-342900" algn="l">
              <a:lnSpc>
                <a:spcPct val="100000"/>
              </a:lnSpc>
              <a:spcBef>
                <a:spcPts val="0"/>
              </a:spcBef>
              <a:spcAft>
                <a:spcPts val="0"/>
              </a:spcAft>
              <a:buSzPts val="1800"/>
              <a:buChar char="○"/>
              <a:defRPr/>
            </a:lvl2pPr>
            <a:lvl3pPr marL="1371600" lvl="2" indent="-342900" algn="l">
              <a:lnSpc>
                <a:spcPct val="100000"/>
              </a:lnSpc>
              <a:spcBef>
                <a:spcPts val="0"/>
              </a:spcBef>
              <a:spcAft>
                <a:spcPts val="0"/>
              </a:spcAft>
              <a:buSzPts val="1800"/>
              <a:buChar char="■"/>
              <a:defRPr/>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342900" algn="l">
              <a:lnSpc>
                <a:spcPct val="100000"/>
              </a:lnSpc>
              <a:spcBef>
                <a:spcPts val="0"/>
              </a:spcBef>
              <a:spcAft>
                <a:spcPts val="0"/>
              </a:spcAft>
              <a:buSzPts val="1800"/>
              <a:buChar char="■"/>
              <a:defRPr/>
            </a:lvl6pPr>
            <a:lvl7pPr marL="3200400" lvl="6" indent="-342900" algn="l">
              <a:lnSpc>
                <a:spcPct val="100000"/>
              </a:lnSpc>
              <a:spcBef>
                <a:spcPts val="0"/>
              </a:spcBef>
              <a:spcAft>
                <a:spcPts val="0"/>
              </a:spcAft>
              <a:buSzPts val="1800"/>
              <a:buChar char="●"/>
              <a:defRPr/>
            </a:lvl7pPr>
            <a:lvl8pPr marL="3657600" lvl="7" indent="-342900" algn="l">
              <a:lnSpc>
                <a:spcPct val="100000"/>
              </a:lnSpc>
              <a:spcBef>
                <a:spcPts val="0"/>
              </a:spcBef>
              <a:spcAft>
                <a:spcPts val="0"/>
              </a:spcAft>
              <a:buSzPts val="1800"/>
              <a:buChar char="○"/>
              <a:defRPr/>
            </a:lvl8pPr>
            <a:lvl9pPr marL="4114800" lvl="8" indent="-342900" algn="l">
              <a:lnSpc>
                <a:spcPct val="100000"/>
              </a:lnSpc>
              <a:spcBef>
                <a:spcPts val="0"/>
              </a:spcBef>
              <a:spcAft>
                <a:spcPts val="0"/>
              </a:spcAft>
              <a:buSzPts val="1800"/>
              <a:buChar char="■"/>
              <a:defRPr/>
            </a:lvl9pPr>
          </a:lstStyle>
          <a:p/>
        </p:txBody>
      </p:sp>
      <p:sp>
        <p:nvSpPr>
          <p:cNvPr id="28" name="Google Shape;28;p5"/>
          <p:cNvSpPr txBox="1">
            <a:spLocks noGrp="1"/>
          </p:cNvSpPr>
          <p:nvPr>
            <p:ph type="body" idx="2"/>
          </p:nvPr>
        </p:nvSpPr>
        <p:spPr>
          <a:xfrm>
            <a:off x="4678687" y="1887378"/>
            <a:ext cx="3543300" cy="30276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SzPts val="1800"/>
              <a:buChar char="●"/>
              <a:defRPr/>
            </a:lvl1pPr>
            <a:lvl2pPr marL="914400" lvl="1" indent="-342900" algn="l">
              <a:lnSpc>
                <a:spcPct val="100000"/>
              </a:lnSpc>
              <a:spcBef>
                <a:spcPts val="0"/>
              </a:spcBef>
              <a:spcAft>
                <a:spcPts val="0"/>
              </a:spcAft>
              <a:buSzPts val="1800"/>
              <a:buChar char="○"/>
              <a:defRPr/>
            </a:lvl2pPr>
            <a:lvl3pPr marL="1371600" lvl="2" indent="-342900" algn="l">
              <a:lnSpc>
                <a:spcPct val="100000"/>
              </a:lnSpc>
              <a:spcBef>
                <a:spcPts val="0"/>
              </a:spcBef>
              <a:spcAft>
                <a:spcPts val="0"/>
              </a:spcAft>
              <a:buSzPts val="1800"/>
              <a:buChar char="■"/>
              <a:defRPr/>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342900" algn="l">
              <a:lnSpc>
                <a:spcPct val="100000"/>
              </a:lnSpc>
              <a:spcBef>
                <a:spcPts val="0"/>
              </a:spcBef>
              <a:spcAft>
                <a:spcPts val="0"/>
              </a:spcAft>
              <a:buSzPts val="1800"/>
              <a:buChar char="■"/>
              <a:defRPr/>
            </a:lvl6pPr>
            <a:lvl7pPr marL="3200400" lvl="6" indent="-342900" algn="l">
              <a:lnSpc>
                <a:spcPct val="100000"/>
              </a:lnSpc>
              <a:spcBef>
                <a:spcPts val="0"/>
              </a:spcBef>
              <a:spcAft>
                <a:spcPts val="0"/>
              </a:spcAft>
              <a:buSzPts val="1800"/>
              <a:buChar char="●"/>
              <a:defRPr/>
            </a:lvl7pPr>
            <a:lvl8pPr marL="3657600" lvl="7" indent="-342900" algn="l">
              <a:lnSpc>
                <a:spcPct val="100000"/>
              </a:lnSpc>
              <a:spcBef>
                <a:spcPts val="0"/>
              </a:spcBef>
              <a:spcAft>
                <a:spcPts val="0"/>
              </a:spcAft>
              <a:buSzPts val="1800"/>
              <a:buChar char="○"/>
              <a:defRPr/>
            </a:lvl8pPr>
            <a:lvl9pPr marL="4114800" lvl="8" indent="-342900" algn="l">
              <a:lnSpc>
                <a:spcPct val="100000"/>
              </a:lnSpc>
              <a:spcBef>
                <a:spcPts val="0"/>
              </a:spcBef>
              <a:spcAft>
                <a:spcPts val="0"/>
              </a:spcAft>
              <a:buSzPts val="1800"/>
              <a:buChar char="■"/>
              <a:defRPr/>
            </a:lvl9pPr>
          </a:lstStyle>
          <a:p/>
        </p:txBody>
      </p:sp>
      <p:sp>
        <p:nvSpPr>
          <p:cNvPr id="29" name="Google Shape;29;p5"/>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1pPr>
            <a:lvl2pPr marL="0" marR="0" lvl="1"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2pPr>
            <a:lvl3pPr marL="0" marR="0" lvl="2"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3pPr>
            <a:lvl4pPr marL="0" marR="0" lvl="3"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4pPr>
            <a:lvl5pPr marL="0" marR="0" lvl="4"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5pPr>
            <a:lvl6pPr marL="0" marR="0" lvl="5"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6pPr>
            <a:lvl7pPr marL="0" marR="0" lvl="6"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7pPr>
            <a:lvl8pPr marL="0" marR="0" lvl="7"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8pPr>
            <a:lvl9pPr marL="0" marR="0" lvl="8"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btitle">
  <p:cSld name="TITLE_1">
    <p:bg>
      <p:bgPr>
        <a:solidFill>
          <a:schemeClr val="accent1"/>
        </a:solidFill>
        <a:effectLst/>
      </p:bgPr>
    </p:bg>
    <p:spTree>
      <p:nvGrpSpPr>
        <p:cNvPr id="1" name="Shape 30"/>
        <p:cNvGrpSpPr/>
        <p:nvPr/>
      </p:nvGrpSpPr>
      <p:grpSpPr>
        <a:xfrm>
          <a:off x="0" y="0"/>
          <a:ext cx="0" cy="0"/>
          <a:chOff x="0" y="0"/>
          <a:chExt cx="0" cy="0"/>
        </a:xfrm>
      </p:grpSpPr>
      <p:sp>
        <p:nvSpPr>
          <p:cNvPr id="31" name="Google Shape;31;p6"/>
          <p:cNvSpPr/>
          <p:nvPr/>
        </p:nvSpPr>
        <p:spPr>
          <a:xfrm>
            <a:off x="390735"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dk1"/>
            </a:solidFill>
            <a:prstDash val="dot"/>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32" name="Google Shape;32;p6"/>
          <p:cNvSpPr txBox="1">
            <a:spLocks noGrp="1"/>
          </p:cNvSpPr>
          <p:nvPr>
            <p:ph type="ctrTitle"/>
          </p:nvPr>
        </p:nvSpPr>
        <p:spPr>
          <a:xfrm>
            <a:off x="685800" y="2726342"/>
            <a:ext cx="7772400" cy="1159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3" name="Google Shape;33;p6"/>
          <p:cNvSpPr txBox="1">
            <a:spLocks noGrp="1"/>
          </p:cNvSpPr>
          <p:nvPr>
            <p:ph type="subTitle" idx="1"/>
          </p:nvPr>
        </p:nvSpPr>
        <p:spPr>
          <a:xfrm>
            <a:off x="685800" y="3830653"/>
            <a:ext cx="7772400" cy="7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1800"/>
              <a:buNone/>
              <a:defRPr>
                <a:solidFill>
                  <a:schemeClr val="lt1"/>
                </a:solidFill>
              </a:defRPr>
            </a:lvl1pPr>
            <a:lvl2pPr lvl="1" algn="l">
              <a:lnSpc>
                <a:spcPct val="100000"/>
              </a:lnSpc>
              <a:spcBef>
                <a:spcPts val="0"/>
              </a:spcBef>
              <a:spcAft>
                <a:spcPts val="0"/>
              </a:spcAft>
              <a:buClr>
                <a:schemeClr val="lt1"/>
              </a:buClr>
              <a:buSzPts val="3000"/>
              <a:buNone/>
              <a:defRPr sz="3000">
                <a:solidFill>
                  <a:schemeClr val="lt1"/>
                </a:solidFill>
              </a:defRPr>
            </a:lvl2pPr>
            <a:lvl3pPr lvl="2" algn="l">
              <a:lnSpc>
                <a:spcPct val="100000"/>
              </a:lnSpc>
              <a:spcBef>
                <a:spcPts val="0"/>
              </a:spcBef>
              <a:spcAft>
                <a:spcPts val="0"/>
              </a:spcAft>
              <a:buClr>
                <a:schemeClr val="lt1"/>
              </a:buClr>
              <a:buSzPts val="3000"/>
              <a:buNone/>
              <a:defRPr sz="3000">
                <a:solidFill>
                  <a:schemeClr val="lt1"/>
                </a:solidFill>
              </a:defRPr>
            </a:lvl3pPr>
            <a:lvl4pPr lvl="3" algn="l">
              <a:lnSpc>
                <a:spcPct val="100000"/>
              </a:lnSpc>
              <a:spcBef>
                <a:spcPts val="0"/>
              </a:spcBef>
              <a:spcAft>
                <a:spcPts val="0"/>
              </a:spcAft>
              <a:buClr>
                <a:schemeClr val="lt1"/>
              </a:buClr>
              <a:buSzPts val="3000"/>
              <a:buNone/>
              <a:defRPr sz="3000">
                <a:solidFill>
                  <a:schemeClr val="lt1"/>
                </a:solidFill>
              </a:defRPr>
            </a:lvl4pPr>
            <a:lvl5pPr lvl="4" algn="l">
              <a:lnSpc>
                <a:spcPct val="100000"/>
              </a:lnSpc>
              <a:spcBef>
                <a:spcPts val="0"/>
              </a:spcBef>
              <a:spcAft>
                <a:spcPts val="0"/>
              </a:spcAft>
              <a:buClr>
                <a:schemeClr val="lt1"/>
              </a:buClr>
              <a:buSzPts val="3000"/>
              <a:buNone/>
              <a:defRPr sz="3000">
                <a:solidFill>
                  <a:schemeClr val="lt1"/>
                </a:solidFill>
              </a:defRPr>
            </a:lvl5pPr>
            <a:lvl6pPr lvl="5" algn="l">
              <a:lnSpc>
                <a:spcPct val="100000"/>
              </a:lnSpc>
              <a:spcBef>
                <a:spcPts val="0"/>
              </a:spcBef>
              <a:spcAft>
                <a:spcPts val="0"/>
              </a:spcAft>
              <a:buClr>
                <a:schemeClr val="lt1"/>
              </a:buClr>
              <a:buSzPts val="3000"/>
              <a:buNone/>
              <a:defRPr sz="3000">
                <a:solidFill>
                  <a:schemeClr val="lt1"/>
                </a:solidFill>
              </a:defRPr>
            </a:lvl6pPr>
            <a:lvl7pPr lvl="6" algn="l">
              <a:lnSpc>
                <a:spcPct val="100000"/>
              </a:lnSpc>
              <a:spcBef>
                <a:spcPts val="0"/>
              </a:spcBef>
              <a:spcAft>
                <a:spcPts val="0"/>
              </a:spcAft>
              <a:buClr>
                <a:schemeClr val="lt1"/>
              </a:buClr>
              <a:buSzPts val="3000"/>
              <a:buNone/>
              <a:defRPr sz="3000">
                <a:solidFill>
                  <a:schemeClr val="lt1"/>
                </a:solidFill>
              </a:defRPr>
            </a:lvl7pPr>
            <a:lvl8pPr lvl="7" algn="l">
              <a:lnSpc>
                <a:spcPct val="100000"/>
              </a:lnSpc>
              <a:spcBef>
                <a:spcPts val="0"/>
              </a:spcBef>
              <a:spcAft>
                <a:spcPts val="0"/>
              </a:spcAft>
              <a:buClr>
                <a:schemeClr val="lt1"/>
              </a:buClr>
              <a:buSzPts val="3000"/>
              <a:buNone/>
              <a:defRPr sz="3000">
                <a:solidFill>
                  <a:schemeClr val="lt1"/>
                </a:solidFill>
              </a:defRPr>
            </a:lvl8pPr>
            <a:lvl9pPr lvl="8" algn="l">
              <a:lnSpc>
                <a:spcPct val="100000"/>
              </a:lnSpc>
              <a:spcBef>
                <a:spcPts val="0"/>
              </a:spcBef>
              <a:spcAft>
                <a:spcPts val="0"/>
              </a:spcAft>
              <a:buClr>
                <a:schemeClr val="lt1"/>
              </a:buClr>
              <a:buSzPts val="3000"/>
              <a:buNone/>
              <a:defRPr sz="3000">
                <a:solidFill>
                  <a:schemeClr val="lt1"/>
                </a:solidFill>
              </a:defRPr>
            </a:lvl9pPr>
          </a:lstStyle>
          <a:p/>
        </p:txBody>
      </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 Compact">
  <p:cSld name="TITLE_ONLY_1">
    <p:spTree>
      <p:nvGrpSpPr>
        <p:cNvPr id="1" name="Shape 34"/>
        <p:cNvGrpSpPr/>
        <p:nvPr/>
      </p:nvGrpSpPr>
      <p:grpSpPr>
        <a:xfrm>
          <a:off x="0" y="0"/>
          <a:ext cx="0" cy="0"/>
          <a:chOff x="0" y="0"/>
          <a:chExt cx="0" cy="0"/>
        </a:xfrm>
      </p:grpSpPr>
      <p:sp>
        <p:nvSpPr>
          <p:cNvPr id="35" name="Google Shape;35;p7"/>
          <p:cNvSpPr/>
          <p:nvPr/>
        </p:nvSpPr>
        <p:spPr>
          <a:xfrm>
            <a:off x="390735"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accent1"/>
            </a:solidFill>
            <a:prstDash val="dot"/>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36" name="Google Shape;36;p7"/>
          <p:cNvSpPr txBox="1">
            <a:spLocks noGrp="1"/>
          </p:cNvSpPr>
          <p:nvPr>
            <p:ph type="title"/>
          </p:nvPr>
        </p:nvSpPr>
        <p:spPr>
          <a:xfrm>
            <a:off x="922000" y="815575"/>
            <a:ext cx="7287000" cy="857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37" name="Google Shape;37;p7"/>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1pPr>
            <a:lvl2pPr marL="0" marR="0" lvl="1"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2pPr>
            <a:lvl3pPr marL="0" marR="0" lvl="2"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3pPr>
            <a:lvl4pPr marL="0" marR="0" lvl="3"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4pPr>
            <a:lvl5pPr marL="0" marR="0" lvl="4"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5pPr>
            <a:lvl6pPr marL="0" marR="0" lvl="5"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6pPr>
            <a:lvl7pPr marL="0" marR="0" lvl="6"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7pPr>
            <a:lvl8pPr marL="0" marR="0" lvl="7"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8pPr>
            <a:lvl9pPr marL="0" marR="0" lvl="8"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colored">
  <p:cSld name="Blank colored">
    <p:bg>
      <p:bgPr>
        <a:solidFill>
          <a:schemeClr val="accent1"/>
        </a:solidFill>
        <a:effectLst/>
      </p:bgPr>
    </p:bg>
    <p:spTree>
      <p:nvGrpSpPr>
        <p:cNvPr id="1" name="Shape 38"/>
        <p:cNvGrpSpPr/>
        <p:nvPr/>
      </p:nvGrpSpPr>
      <p:grpSpPr>
        <a:xfrm>
          <a:off x="0" y="0"/>
          <a:ext cx="0" cy="0"/>
          <a:chOff x="0" y="0"/>
          <a:chExt cx="0" cy="0"/>
        </a:xfrm>
      </p:grpSpPr>
      <p:sp>
        <p:nvSpPr>
          <p:cNvPr id="39" name="Google Shape;39;p8"/>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1pPr>
            <a:lvl2pPr marL="0" marR="0" lvl="1"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2pPr>
            <a:lvl3pPr marL="0" marR="0" lvl="2"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3pPr>
            <a:lvl4pPr marL="0" marR="0" lvl="3"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4pPr>
            <a:lvl5pPr marL="0" marR="0" lvl="4"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5pPr>
            <a:lvl6pPr marL="0" marR="0" lvl="5"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6pPr>
            <a:lvl7pPr marL="0" marR="0" lvl="6"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7pPr>
            <a:lvl8pPr marL="0" marR="0" lvl="7"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8pPr>
            <a:lvl9pPr marL="0" marR="0" lvl="8"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9pPr>
          </a:lstStyle>
          <a:p>
            <a:pPr marL="0" lvl="0" indent="0" algn="ctr" rtl="0">
              <a:spcBef>
                <a:spcPts val="0"/>
              </a:spcBef>
              <a:spcAft>
                <a:spcPts val="0"/>
              </a:spcAft>
              <a:buNone/>
            </a:pPr>
            <a:fld id="{00000000-1234-1234-1234-123412341234}" type="slidenum">
              <a:rPr lang="en-US"/>
            </a:fld>
            <a:endParaRPr lang="en-US"/>
          </a:p>
        </p:txBody>
      </p:sp>
      <p:sp>
        <p:nvSpPr>
          <p:cNvPr id="40" name="Google Shape;40;p8"/>
          <p:cNvSpPr/>
          <p:nvPr/>
        </p:nvSpPr>
        <p:spPr>
          <a:xfrm>
            <a:off x="390735"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1"/>
        <p:cNvGrpSpPr/>
        <p:nvPr/>
      </p:nvGrpSpPr>
      <p:grpSpPr>
        <a:xfrm>
          <a:off x="0" y="0"/>
          <a:ext cx="0" cy="0"/>
          <a:chOff x="0" y="0"/>
          <a:chExt cx="0" cy="0"/>
        </a:xfrm>
      </p:grpSpPr>
      <p:sp>
        <p:nvSpPr>
          <p:cNvPr id="42" name="Google Shape;42;p9"/>
          <p:cNvSpPr/>
          <p:nvPr/>
        </p:nvSpPr>
        <p:spPr>
          <a:xfrm>
            <a:off x="390735" y="379877"/>
            <a:ext cx="8362529" cy="4383746"/>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chemeClr val="accent1"/>
            </a:solidFill>
            <a:prstDash val="dot"/>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43" name="Google Shape;43;p9"/>
          <p:cNvSpPr txBox="1">
            <a:spLocks noGrp="1"/>
          </p:cNvSpPr>
          <p:nvPr>
            <p:ph type="title"/>
          </p:nvPr>
        </p:nvSpPr>
        <p:spPr>
          <a:xfrm>
            <a:off x="922000" y="891775"/>
            <a:ext cx="6866100" cy="857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5800"/>
              <a:buNone/>
              <a:defRPr/>
            </a:lvl1pPr>
            <a:lvl2pPr lvl="1" algn="l">
              <a:lnSpc>
                <a:spcPct val="100000"/>
              </a:lnSpc>
              <a:spcBef>
                <a:spcPts val="0"/>
              </a:spcBef>
              <a:spcAft>
                <a:spcPts val="0"/>
              </a:spcAft>
              <a:buSzPts val="5800"/>
              <a:buNone/>
              <a:defRPr/>
            </a:lvl2pPr>
            <a:lvl3pPr lvl="2" algn="l">
              <a:lnSpc>
                <a:spcPct val="100000"/>
              </a:lnSpc>
              <a:spcBef>
                <a:spcPts val="0"/>
              </a:spcBef>
              <a:spcAft>
                <a:spcPts val="0"/>
              </a:spcAft>
              <a:buSzPts val="5800"/>
              <a:buNone/>
              <a:defRPr/>
            </a:lvl3pPr>
            <a:lvl4pPr lvl="3" algn="l">
              <a:lnSpc>
                <a:spcPct val="100000"/>
              </a:lnSpc>
              <a:spcBef>
                <a:spcPts val="0"/>
              </a:spcBef>
              <a:spcAft>
                <a:spcPts val="0"/>
              </a:spcAft>
              <a:buSzPts val="5800"/>
              <a:buNone/>
              <a:defRPr/>
            </a:lvl4pPr>
            <a:lvl5pPr lvl="4" algn="l">
              <a:lnSpc>
                <a:spcPct val="100000"/>
              </a:lnSpc>
              <a:spcBef>
                <a:spcPts val="0"/>
              </a:spcBef>
              <a:spcAft>
                <a:spcPts val="0"/>
              </a:spcAft>
              <a:buSzPts val="5800"/>
              <a:buNone/>
              <a:defRPr/>
            </a:lvl5pPr>
            <a:lvl6pPr lvl="5" algn="l">
              <a:lnSpc>
                <a:spcPct val="100000"/>
              </a:lnSpc>
              <a:spcBef>
                <a:spcPts val="0"/>
              </a:spcBef>
              <a:spcAft>
                <a:spcPts val="0"/>
              </a:spcAft>
              <a:buSzPts val="5800"/>
              <a:buNone/>
              <a:defRPr/>
            </a:lvl6pPr>
            <a:lvl7pPr lvl="6" algn="l">
              <a:lnSpc>
                <a:spcPct val="100000"/>
              </a:lnSpc>
              <a:spcBef>
                <a:spcPts val="0"/>
              </a:spcBef>
              <a:spcAft>
                <a:spcPts val="0"/>
              </a:spcAft>
              <a:buSzPts val="5800"/>
              <a:buNone/>
              <a:defRPr/>
            </a:lvl7pPr>
            <a:lvl8pPr lvl="7" algn="l">
              <a:lnSpc>
                <a:spcPct val="100000"/>
              </a:lnSpc>
              <a:spcBef>
                <a:spcPts val="0"/>
              </a:spcBef>
              <a:spcAft>
                <a:spcPts val="0"/>
              </a:spcAft>
              <a:buSzPts val="5800"/>
              <a:buNone/>
              <a:defRPr/>
            </a:lvl8pPr>
            <a:lvl9pPr lvl="8" algn="l">
              <a:lnSpc>
                <a:spcPct val="100000"/>
              </a:lnSpc>
              <a:spcBef>
                <a:spcPts val="0"/>
              </a:spcBef>
              <a:spcAft>
                <a:spcPts val="0"/>
              </a:spcAft>
              <a:buSzPts val="5800"/>
              <a:buNone/>
              <a:defRPr/>
            </a:lvl9pPr>
          </a:lstStyle>
          <a:p/>
        </p:txBody>
      </p:sp>
      <p:sp>
        <p:nvSpPr>
          <p:cNvPr id="44" name="Google Shape;44;p9"/>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1pPr>
            <a:lvl2pPr marL="0" marR="0" lvl="1"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2pPr>
            <a:lvl3pPr marL="0" marR="0" lvl="2"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3pPr>
            <a:lvl4pPr marL="0" marR="0" lvl="3"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4pPr>
            <a:lvl5pPr marL="0" marR="0" lvl="4"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5pPr>
            <a:lvl6pPr marL="0" marR="0" lvl="5"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6pPr>
            <a:lvl7pPr marL="0" marR="0" lvl="6"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7pPr>
            <a:lvl8pPr marL="0" marR="0" lvl="7"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8pPr>
            <a:lvl9pPr marL="0" marR="0" lvl="8" indent="0" algn="ctr">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22000" y="891775"/>
            <a:ext cx="6866100" cy="8574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1pPr>
            <a:lvl2pPr marR="0" lvl="1"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2pPr>
            <a:lvl3pPr marR="0" lvl="2"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3pPr>
            <a:lvl4pPr marR="0" lvl="3"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4pPr>
            <a:lvl5pPr marR="0" lvl="4"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5pPr>
            <a:lvl6pPr marR="0" lvl="5"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6pPr>
            <a:lvl7pPr marR="0" lvl="6"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7pPr>
            <a:lvl8pPr marR="0" lvl="7"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8pPr>
            <a:lvl9pPr marR="0" lvl="8" algn="l" rtl="0">
              <a:lnSpc>
                <a:spcPct val="100000"/>
              </a:lnSpc>
              <a:spcBef>
                <a:spcPts val="0"/>
              </a:spcBef>
              <a:spcAft>
                <a:spcPts val="0"/>
              </a:spcAft>
              <a:buClr>
                <a:schemeClr val="dk1"/>
              </a:buClr>
              <a:buSzPts val="5800"/>
              <a:buFont typeface="Raleway ExtraBold"/>
              <a:buNone/>
              <a:defRPr sz="5800" b="0" i="0" u="none" strike="noStrike" cap="none">
                <a:solidFill>
                  <a:schemeClr val="dk1"/>
                </a:solidFill>
                <a:latin typeface="Raleway ExtraBold"/>
                <a:ea typeface="Raleway ExtraBold"/>
                <a:cs typeface="Raleway ExtraBold"/>
                <a:sym typeface="Raleway ExtraBold"/>
              </a:defRPr>
            </a:lvl9pPr>
          </a:lstStyle>
          <a:p/>
        </p:txBody>
      </p:sp>
      <p:sp>
        <p:nvSpPr>
          <p:cNvPr id="7" name="Google Shape;7;p1"/>
          <p:cNvSpPr txBox="1">
            <a:spLocks noGrp="1"/>
          </p:cNvSpPr>
          <p:nvPr>
            <p:ph type="body" idx="1"/>
          </p:nvPr>
        </p:nvSpPr>
        <p:spPr>
          <a:xfrm>
            <a:off x="922000" y="1885951"/>
            <a:ext cx="6866100" cy="23661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00000"/>
              </a:lnSpc>
              <a:spcBef>
                <a:spcPts val="600"/>
              </a:spcBef>
              <a:spcAft>
                <a:spcPts val="0"/>
              </a:spcAft>
              <a:buClr>
                <a:schemeClr val="accent1"/>
              </a:buClr>
              <a:buSzPts val="1800"/>
              <a:buFont typeface="Raleway Light"/>
              <a:buChar char="●"/>
              <a:defRPr sz="1800" b="0" i="0" u="none" strike="noStrike" cap="none">
                <a:solidFill>
                  <a:schemeClr val="dk2"/>
                </a:solidFill>
                <a:latin typeface="Raleway Light"/>
                <a:ea typeface="Raleway Light"/>
                <a:cs typeface="Raleway Light"/>
                <a:sym typeface="Raleway Light"/>
              </a:defRPr>
            </a:lvl1pPr>
            <a:lvl2pPr marL="914400" marR="0" lvl="1" indent="-342900" algn="l" rtl="0">
              <a:lnSpc>
                <a:spcPct val="100000"/>
              </a:lnSpc>
              <a:spcBef>
                <a:spcPts val="0"/>
              </a:spcBef>
              <a:spcAft>
                <a:spcPts val="0"/>
              </a:spcAft>
              <a:buClr>
                <a:schemeClr val="accent1"/>
              </a:buClr>
              <a:buSzPts val="1800"/>
              <a:buFont typeface="Raleway Light"/>
              <a:buChar char="○"/>
              <a:defRPr sz="1800" b="0" i="0" u="none" strike="noStrike" cap="none">
                <a:solidFill>
                  <a:schemeClr val="dk2"/>
                </a:solidFill>
                <a:latin typeface="Raleway Light"/>
                <a:ea typeface="Raleway Light"/>
                <a:cs typeface="Raleway Light"/>
                <a:sym typeface="Raleway Light"/>
              </a:defRPr>
            </a:lvl2pPr>
            <a:lvl3pPr marL="1371600" marR="0" lvl="2" indent="-342900" algn="l" rtl="0">
              <a:lnSpc>
                <a:spcPct val="100000"/>
              </a:lnSpc>
              <a:spcBef>
                <a:spcPts val="0"/>
              </a:spcBef>
              <a:spcAft>
                <a:spcPts val="0"/>
              </a:spcAft>
              <a:buClr>
                <a:schemeClr val="accent1"/>
              </a:buClr>
              <a:buSzPts val="1800"/>
              <a:buFont typeface="Raleway Light"/>
              <a:buChar char="■"/>
              <a:defRPr sz="1800" b="0" i="0" u="none" strike="noStrike" cap="none">
                <a:solidFill>
                  <a:schemeClr val="dk2"/>
                </a:solidFill>
                <a:latin typeface="Raleway Light"/>
                <a:ea typeface="Raleway Light"/>
                <a:cs typeface="Raleway Light"/>
                <a:sym typeface="Raleway Light"/>
              </a:defRPr>
            </a:lvl3pPr>
            <a:lvl4pPr marL="1828800" marR="0" lvl="3" indent="-342900" algn="l" rtl="0">
              <a:lnSpc>
                <a:spcPct val="100000"/>
              </a:lnSpc>
              <a:spcBef>
                <a:spcPts val="0"/>
              </a:spcBef>
              <a:spcAft>
                <a:spcPts val="0"/>
              </a:spcAft>
              <a:buClr>
                <a:schemeClr val="dk2"/>
              </a:buClr>
              <a:buSzPts val="1800"/>
              <a:buFont typeface="Raleway Light"/>
              <a:buChar char="●"/>
              <a:defRPr sz="1800" b="0" i="0" u="none" strike="noStrike" cap="none">
                <a:solidFill>
                  <a:schemeClr val="dk2"/>
                </a:solidFill>
                <a:latin typeface="Raleway Light"/>
                <a:ea typeface="Raleway Light"/>
                <a:cs typeface="Raleway Light"/>
                <a:sym typeface="Raleway Light"/>
              </a:defRPr>
            </a:lvl4pPr>
            <a:lvl5pPr marL="2286000" marR="0" lvl="4" indent="-342900" algn="l" rtl="0">
              <a:lnSpc>
                <a:spcPct val="100000"/>
              </a:lnSpc>
              <a:spcBef>
                <a:spcPts val="0"/>
              </a:spcBef>
              <a:spcAft>
                <a:spcPts val="0"/>
              </a:spcAft>
              <a:buClr>
                <a:schemeClr val="dk2"/>
              </a:buClr>
              <a:buSzPts val="1800"/>
              <a:buFont typeface="Raleway Light"/>
              <a:buChar char="○"/>
              <a:defRPr sz="1800" b="0" i="0" u="none" strike="noStrike" cap="none">
                <a:solidFill>
                  <a:schemeClr val="dk2"/>
                </a:solidFill>
                <a:latin typeface="Raleway Light"/>
                <a:ea typeface="Raleway Light"/>
                <a:cs typeface="Raleway Light"/>
                <a:sym typeface="Raleway Light"/>
              </a:defRPr>
            </a:lvl5pPr>
            <a:lvl6pPr marL="2743200" marR="0" lvl="5" indent="-342900" algn="l" rtl="0">
              <a:lnSpc>
                <a:spcPct val="100000"/>
              </a:lnSpc>
              <a:spcBef>
                <a:spcPts val="0"/>
              </a:spcBef>
              <a:spcAft>
                <a:spcPts val="0"/>
              </a:spcAft>
              <a:buClr>
                <a:schemeClr val="dk2"/>
              </a:buClr>
              <a:buSzPts val="1800"/>
              <a:buFont typeface="Raleway Light"/>
              <a:buChar char="■"/>
              <a:defRPr sz="1800" b="0" i="0" u="none" strike="noStrike" cap="none">
                <a:solidFill>
                  <a:schemeClr val="dk2"/>
                </a:solidFill>
                <a:latin typeface="Raleway Light"/>
                <a:ea typeface="Raleway Light"/>
                <a:cs typeface="Raleway Light"/>
                <a:sym typeface="Raleway Light"/>
              </a:defRPr>
            </a:lvl6pPr>
            <a:lvl7pPr marL="3200400" marR="0" lvl="6" indent="-342900" algn="l" rtl="0">
              <a:lnSpc>
                <a:spcPct val="100000"/>
              </a:lnSpc>
              <a:spcBef>
                <a:spcPts val="0"/>
              </a:spcBef>
              <a:spcAft>
                <a:spcPts val="0"/>
              </a:spcAft>
              <a:buClr>
                <a:schemeClr val="dk2"/>
              </a:buClr>
              <a:buSzPts val="1800"/>
              <a:buFont typeface="Raleway Light"/>
              <a:buChar char="●"/>
              <a:defRPr sz="1800" b="0" i="0" u="none" strike="noStrike" cap="none">
                <a:solidFill>
                  <a:schemeClr val="dk2"/>
                </a:solidFill>
                <a:latin typeface="Raleway Light"/>
                <a:ea typeface="Raleway Light"/>
                <a:cs typeface="Raleway Light"/>
                <a:sym typeface="Raleway Light"/>
              </a:defRPr>
            </a:lvl7pPr>
            <a:lvl8pPr marL="3657600" marR="0" lvl="7" indent="-342900" algn="l" rtl="0">
              <a:lnSpc>
                <a:spcPct val="100000"/>
              </a:lnSpc>
              <a:spcBef>
                <a:spcPts val="0"/>
              </a:spcBef>
              <a:spcAft>
                <a:spcPts val="0"/>
              </a:spcAft>
              <a:buClr>
                <a:schemeClr val="dk2"/>
              </a:buClr>
              <a:buSzPts val="1800"/>
              <a:buFont typeface="Raleway Light"/>
              <a:buChar char="○"/>
              <a:defRPr sz="1800" b="0" i="0" u="none" strike="noStrike" cap="none">
                <a:solidFill>
                  <a:schemeClr val="dk2"/>
                </a:solidFill>
                <a:latin typeface="Raleway Light"/>
                <a:ea typeface="Raleway Light"/>
                <a:cs typeface="Raleway Light"/>
                <a:sym typeface="Raleway Light"/>
              </a:defRPr>
            </a:lvl8pPr>
            <a:lvl9pPr marL="4114800" marR="0" lvl="8" indent="-342900" algn="l" rtl="0">
              <a:lnSpc>
                <a:spcPct val="100000"/>
              </a:lnSpc>
              <a:spcBef>
                <a:spcPts val="0"/>
              </a:spcBef>
              <a:spcAft>
                <a:spcPts val="0"/>
              </a:spcAft>
              <a:buClr>
                <a:schemeClr val="dk2"/>
              </a:buClr>
              <a:buSzPts val="1800"/>
              <a:buFont typeface="Raleway Light"/>
              <a:buChar char="■"/>
              <a:defRPr sz="1800" b="0" i="0" u="none" strike="noStrike" cap="none">
                <a:solidFill>
                  <a:schemeClr val="dk2"/>
                </a:solidFill>
                <a:latin typeface="Raleway Light"/>
                <a:ea typeface="Raleway Light"/>
                <a:cs typeface="Raleway Light"/>
                <a:sym typeface="Raleway Light"/>
              </a:defRPr>
            </a:lvl9pPr>
          </a:lstStyle>
          <a:p/>
        </p:txBody>
      </p:sp>
      <p:sp>
        <p:nvSpPr>
          <p:cNvPr id="8" name="Google Shape;8;p1"/>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1pPr>
            <a:lvl2pPr marL="0" marR="0" lvl="1" indent="0" algn="ctr" rtl="0">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2pPr>
            <a:lvl3pPr marL="0" marR="0" lvl="2" indent="0" algn="ctr" rtl="0">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3pPr>
            <a:lvl4pPr marL="0" marR="0" lvl="3" indent="0" algn="ctr" rtl="0">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4pPr>
            <a:lvl5pPr marL="0" marR="0" lvl="4" indent="0" algn="ctr" rtl="0">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5pPr>
            <a:lvl6pPr marL="0" marR="0" lvl="5" indent="0" algn="ctr" rtl="0">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6pPr>
            <a:lvl7pPr marL="0" marR="0" lvl="6" indent="0" algn="ctr" rtl="0">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7pPr>
            <a:lvl8pPr marL="0" marR="0" lvl="7" indent="0" algn="ctr" rtl="0">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8pPr>
            <a:lvl9pPr marL="0" marR="0" lvl="8" indent="0" algn="ctr" rtl="0">
              <a:lnSpc>
                <a:spcPct val="100000"/>
              </a:lnSpc>
              <a:spcBef>
                <a:spcPts val="0"/>
              </a:spcBef>
              <a:spcAft>
                <a:spcPts val="0"/>
              </a:spcAft>
              <a:buClr>
                <a:srgbClr val="000000"/>
              </a:buClr>
              <a:buSzPts val="1300"/>
              <a:buFont typeface="Arial" panose="020B0704020202020204"/>
              <a:buNone/>
              <a:defRPr sz="1300" b="0" i="0" u="none" strike="noStrike" cap="none">
                <a:solidFill>
                  <a:schemeClr val="accent1"/>
                </a:solidFill>
                <a:latin typeface="Raleway ExtraBold"/>
                <a:ea typeface="Raleway ExtraBold"/>
                <a:cs typeface="Raleway ExtraBold"/>
                <a:sym typeface="Raleway ExtraBold"/>
              </a:defRPr>
            </a:lvl9pPr>
          </a:lstStyle>
          <a:p>
            <a:pPr marL="0" lvl="0" indent="0" algn="ct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image" Target="../media/image5.jpeg"/><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4.xml"/><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4.xml"/><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4.xml"/><Relationship Id="rId4" Type="http://schemas.openxmlformats.org/officeDocument/2006/relationships/image" Target="../media/image16.jpeg"/><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4.xml"/><Relationship Id="rId4" Type="http://schemas.openxmlformats.org/officeDocument/2006/relationships/image" Target="../media/image19.GIF"/><Relationship Id="rId3" Type="http://schemas.openxmlformats.org/officeDocument/2006/relationships/image" Target="../media/image8.jpeg"/><Relationship Id="rId2" Type="http://schemas.openxmlformats.org/officeDocument/2006/relationships/image" Target="../media/image18.jpeg"/><Relationship Id="rId1" Type="http://schemas.openxmlformats.org/officeDocument/2006/relationships/image" Target="../media/image17.jpe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4.xml"/><Relationship Id="rId4" Type="http://schemas.openxmlformats.org/officeDocument/2006/relationships/image" Target="../media/image23.jpeg"/><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20.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4.xml"/><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4.xml"/><Relationship Id="rId2" Type="http://schemas.openxmlformats.org/officeDocument/2006/relationships/image" Target="../media/image28.jpeg"/><Relationship Id="rId1" Type="http://schemas.openxmlformats.org/officeDocument/2006/relationships/image" Target="../media/image27.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4.xml"/><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image" Target="../media/image29.jpe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4.xml"/><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image" Target="../media/image32.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8.xml"/><Relationship Id="rId1" Type="http://schemas.openxmlformats.org/officeDocument/2006/relationships/image" Target="../media/image3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10"/>
          <p:cNvSpPr txBox="1">
            <a:spLocks noGrp="1"/>
          </p:cNvSpPr>
          <p:nvPr>
            <p:ph type="ctrTitle"/>
          </p:nvPr>
        </p:nvSpPr>
        <p:spPr>
          <a:xfrm>
            <a:off x="685800" y="1991813"/>
            <a:ext cx="7772400" cy="11598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6000"/>
              <a:buNone/>
            </a:pPr>
            <a:r>
              <a:rPr lang="en-US"/>
              <a:t>SÓNG ĐIỆN TỪ</a:t>
            </a:r>
            <a:endParaRPr lang="en-US"/>
          </a:p>
        </p:txBody>
      </p:sp>
      <p:grpSp>
        <p:nvGrpSpPr>
          <p:cNvPr id="50" name="Google Shape;50;p10"/>
          <p:cNvGrpSpPr/>
          <p:nvPr/>
        </p:nvGrpSpPr>
        <p:grpSpPr>
          <a:xfrm>
            <a:off x="7864658" y="371176"/>
            <a:ext cx="896264" cy="896314"/>
            <a:chOff x="570875" y="4322250"/>
            <a:chExt cx="443300" cy="443325"/>
          </a:xfrm>
        </p:grpSpPr>
        <p:sp>
          <p:nvSpPr>
            <p:cNvPr id="51" name="Google Shape;51;p10"/>
            <p:cNvSpPr/>
            <p:nvPr/>
          </p:nvSpPr>
          <p:spPr>
            <a:xfrm>
              <a:off x="570875" y="4322250"/>
              <a:ext cx="443300" cy="443325"/>
            </a:xfrm>
            <a:custGeom>
              <a:avLst/>
              <a:gdLst/>
              <a:ahLst/>
              <a:cxnLst/>
              <a:rect l="l" t="t" r="r" b="b"/>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52" name="Google Shape;52;p10"/>
            <p:cNvSpPr/>
            <p:nvPr/>
          </p:nvSpPr>
          <p:spPr>
            <a:xfrm>
              <a:off x="597725" y="4665400"/>
              <a:ext cx="73300" cy="73300"/>
            </a:xfrm>
            <a:custGeom>
              <a:avLst/>
              <a:gdLst/>
              <a:ahLst/>
              <a:cxnLst/>
              <a:rect l="l" t="t" r="r" b="b"/>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53" name="Google Shape;53;p10"/>
            <p:cNvSpPr/>
            <p:nvPr/>
          </p:nvSpPr>
          <p:spPr>
            <a:xfrm>
              <a:off x="654525" y="4708150"/>
              <a:ext cx="47025" cy="47025"/>
            </a:xfrm>
            <a:custGeom>
              <a:avLst/>
              <a:gdLst/>
              <a:ahLst/>
              <a:cxnLst/>
              <a:rect l="l" t="t" r="r" b="b"/>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54" name="Google Shape;54;p10"/>
            <p:cNvSpPr/>
            <p:nvPr/>
          </p:nvSpPr>
          <p:spPr>
            <a:xfrm>
              <a:off x="581250" y="4634875"/>
              <a:ext cx="47050" cy="47050"/>
            </a:xfrm>
            <a:custGeom>
              <a:avLst/>
              <a:gdLst/>
              <a:ahLst/>
              <a:cxnLst/>
              <a:rect l="l" t="t" r="r" b="b"/>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grpSp>
      <p:sp>
        <p:nvSpPr>
          <p:cNvPr id="2" name="Text Box 1"/>
          <p:cNvSpPr txBox="1"/>
          <p:nvPr/>
        </p:nvSpPr>
        <p:spPr>
          <a:xfrm>
            <a:off x="3058160" y="1151255"/>
            <a:ext cx="2617470" cy="767080"/>
          </a:xfrm>
          <a:prstGeom prst="rect">
            <a:avLst/>
          </a:prstGeom>
          <a:noFill/>
        </p:spPr>
        <p:txBody>
          <a:bodyPr wrap="square" rtlCol="0">
            <a:noAutofit/>
          </a:bodyPr>
          <a:p>
            <a:pPr algn="ctr"/>
            <a:r>
              <a:rPr lang="en-US" sz="2000">
                <a:solidFill>
                  <a:schemeClr val="bg1"/>
                </a:solidFill>
                <a:latin typeface="+mj-lt"/>
                <a:cs typeface="+mj-lt"/>
                <a:sym typeface="+mn-ea"/>
              </a:rPr>
              <a:t>Bài 11</a:t>
            </a:r>
            <a:endParaRPr lang="en-US" sz="2000">
              <a:solidFill>
                <a:schemeClr val="bg1"/>
              </a:solidFill>
              <a:latin typeface="+mj-lt"/>
              <a:cs typeface="+mj-lt"/>
              <a:sym typeface="+mn-ea"/>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1"/>
          <p:cNvSpPr txBox="1">
            <a:spLocks noGrp="1"/>
          </p:cNvSpPr>
          <p:nvPr>
            <p:ph type="body" idx="1"/>
          </p:nvPr>
        </p:nvSpPr>
        <p:spPr>
          <a:xfrm>
            <a:off x="922000" y="1885951"/>
            <a:ext cx="6866100" cy="2366100"/>
          </a:xfrm>
          <a:prstGeom prst="rect">
            <a:avLst/>
          </a:prstGeom>
          <a:noFill/>
          <a:ln>
            <a:noFill/>
          </a:ln>
        </p:spPr>
        <p:txBody>
          <a:bodyPr spcFirstLastPara="1" wrap="square" lIns="91425" tIns="91425" rIns="91425" bIns="91425" anchor="t" anchorCtr="0">
            <a:noAutofit/>
          </a:bodyPr>
          <a:lstStyle/>
          <a:p>
            <a:pPr marL="114300" lvl="0" indent="0" algn="l" rtl="0">
              <a:lnSpc>
                <a:spcPct val="100000"/>
              </a:lnSpc>
              <a:spcBef>
                <a:spcPts val="600"/>
              </a:spcBef>
              <a:spcAft>
                <a:spcPts val="0"/>
              </a:spcAft>
              <a:buSzPts val="1800"/>
              <a:buNone/>
            </a:pPr>
            <a:r>
              <a:rPr lang="en-US"/>
              <a:t>Chỉ với một chiếc điện thoại thông minh hay chiếc máy tính được kết nối internet, ta có thể trao đổi thông tin với nhau trên khắp toàn cầu. Vậy tại sao thông tin lại có thể lan truyền được trong không gian?</a:t>
            </a:r>
            <a:endParaRPr lang="en-US"/>
          </a:p>
          <a:p>
            <a:pPr marL="114300" lvl="0" indent="0" algn="l" rtl="0">
              <a:lnSpc>
                <a:spcPct val="100000"/>
              </a:lnSpc>
              <a:spcBef>
                <a:spcPts val="600"/>
              </a:spcBef>
              <a:spcAft>
                <a:spcPts val="0"/>
              </a:spcAft>
              <a:buSzPts val="1800"/>
              <a:buNone/>
            </a:pPr>
          </a:p>
        </p:txBody>
      </p:sp>
      <p:sp>
        <p:nvSpPr>
          <p:cNvPr id="60" name="Google Shape;60;p11"/>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
              <a:buNone/>
            </a:pPr>
            <a:fld id="{00000000-1234-1234-1234-123412341234}" type="slidenum">
              <a:rPr lang="en-US"/>
            </a:fld>
            <a:endParaRPr lang="en-US"/>
          </a:p>
        </p:txBody>
      </p:sp>
      <p:grpSp>
        <p:nvGrpSpPr>
          <p:cNvPr id="61" name="Google Shape;61;p11"/>
          <p:cNvGrpSpPr/>
          <p:nvPr/>
        </p:nvGrpSpPr>
        <p:grpSpPr>
          <a:xfrm>
            <a:off x="8119638" y="225980"/>
            <a:ext cx="539546" cy="879605"/>
            <a:chOff x="6730350" y="2315900"/>
            <a:chExt cx="257700" cy="420100"/>
          </a:xfrm>
        </p:grpSpPr>
        <p:sp>
          <p:nvSpPr>
            <p:cNvPr id="62" name="Google Shape;62;p11"/>
            <p:cNvSpPr/>
            <p:nvPr/>
          </p:nvSpPr>
          <p:spPr>
            <a:xfrm>
              <a:off x="6807900" y="2671250"/>
              <a:ext cx="102600" cy="22625"/>
            </a:xfrm>
            <a:custGeom>
              <a:avLst/>
              <a:gdLst/>
              <a:ahLst/>
              <a:cxnLst/>
              <a:rect l="l" t="t" r="r" b="b"/>
              <a:pathLst>
                <a:path w="4104" h="905" extrusionOk="0">
                  <a:moveTo>
                    <a:pt x="1" y="1"/>
                  </a:moveTo>
                  <a:lnTo>
                    <a:pt x="1" y="905"/>
                  </a:lnTo>
                  <a:lnTo>
                    <a:pt x="4104" y="905"/>
                  </a:lnTo>
                  <a:lnTo>
                    <a:pt x="4104"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63" name="Google Shape;63;p11"/>
            <p:cNvSpPr/>
            <p:nvPr/>
          </p:nvSpPr>
          <p:spPr>
            <a:xfrm>
              <a:off x="6807900" y="2636450"/>
              <a:ext cx="102600" cy="22625"/>
            </a:xfrm>
            <a:custGeom>
              <a:avLst/>
              <a:gdLst/>
              <a:ahLst/>
              <a:cxnLst/>
              <a:rect l="l" t="t" r="r" b="b"/>
              <a:pathLst>
                <a:path w="4104" h="905" extrusionOk="0">
                  <a:moveTo>
                    <a:pt x="1" y="1"/>
                  </a:moveTo>
                  <a:lnTo>
                    <a:pt x="1" y="905"/>
                  </a:lnTo>
                  <a:lnTo>
                    <a:pt x="4104" y="905"/>
                  </a:lnTo>
                  <a:lnTo>
                    <a:pt x="4104"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64" name="Google Shape;64;p11"/>
            <p:cNvSpPr/>
            <p:nvPr/>
          </p:nvSpPr>
          <p:spPr>
            <a:xfrm>
              <a:off x="6807900" y="2706075"/>
              <a:ext cx="102600" cy="29925"/>
            </a:xfrm>
            <a:custGeom>
              <a:avLst/>
              <a:gdLst/>
              <a:ahLst/>
              <a:cxnLst/>
              <a:rect l="l" t="t" r="r" b="b"/>
              <a:pathLst>
                <a:path w="4104" h="1197" extrusionOk="0">
                  <a:moveTo>
                    <a:pt x="1" y="0"/>
                  </a:moveTo>
                  <a:lnTo>
                    <a:pt x="1" y="171"/>
                  </a:lnTo>
                  <a:lnTo>
                    <a:pt x="25" y="318"/>
                  </a:lnTo>
                  <a:lnTo>
                    <a:pt x="98" y="464"/>
                  </a:lnTo>
                  <a:lnTo>
                    <a:pt x="196" y="586"/>
                  </a:lnTo>
                  <a:lnTo>
                    <a:pt x="343" y="660"/>
                  </a:lnTo>
                  <a:lnTo>
                    <a:pt x="1881" y="1172"/>
                  </a:lnTo>
                  <a:lnTo>
                    <a:pt x="2052" y="1197"/>
                  </a:lnTo>
                  <a:lnTo>
                    <a:pt x="2223" y="1172"/>
                  </a:lnTo>
                  <a:lnTo>
                    <a:pt x="3762" y="660"/>
                  </a:lnTo>
                  <a:lnTo>
                    <a:pt x="3908" y="586"/>
                  </a:lnTo>
                  <a:lnTo>
                    <a:pt x="4006" y="464"/>
                  </a:lnTo>
                  <a:lnTo>
                    <a:pt x="4079" y="318"/>
                  </a:lnTo>
                  <a:lnTo>
                    <a:pt x="4104" y="171"/>
                  </a:lnTo>
                  <a:lnTo>
                    <a:pt x="410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65" name="Google Shape;65;p11"/>
            <p:cNvSpPr/>
            <p:nvPr/>
          </p:nvSpPr>
          <p:spPr>
            <a:xfrm>
              <a:off x="6811575" y="2463675"/>
              <a:ext cx="95275" cy="160600"/>
            </a:xfrm>
            <a:custGeom>
              <a:avLst/>
              <a:gdLst/>
              <a:ahLst/>
              <a:cxnLst/>
              <a:rect l="l" t="t" r="r" b="b"/>
              <a:pathLst>
                <a:path w="3811" h="6424" extrusionOk="0">
                  <a:moveTo>
                    <a:pt x="1905" y="0"/>
                  </a:moveTo>
                  <a:lnTo>
                    <a:pt x="928" y="831"/>
                  </a:lnTo>
                  <a:lnTo>
                    <a:pt x="855" y="879"/>
                  </a:lnTo>
                  <a:lnTo>
                    <a:pt x="782" y="904"/>
                  </a:lnTo>
                  <a:lnTo>
                    <a:pt x="684" y="879"/>
                  </a:lnTo>
                  <a:lnTo>
                    <a:pt x="611" y="831"/>
                  </a:lnTo>
                  <a:lnTo>
                    <a:pt x="0" y="318"/>
                  </a:lnTo>
                  <a:lnTo>
                    <a:pt x="1319" y="6423"/>
                  </a:lnTo>
                  <a:lnTo>
                    <a:pt x="2491" y="6423"/>
                  </a:lnTo>
                  <a:lnTo>
                    <a:pt x="3810" y="318"/>
                  </a:lnTo>
                  <a:lnTo>
                    <a:pt x="3200" y="831"/>
                  </a:lnTo>
                  <a:lnTo>
                    <a:pt x="3126" y="879"/>
                  </a:lnTo>
                  <a:lnTo>
                    <a:pt x="3029" y="904"/>
                  </a:lnTo>
                  <a:lnTo>
                    <a:pt x="2955" y="879"/>
                  </a:lnTo>
                  <a:lnTo>
                    <a:pt x="2882" y="831"/>
                  </a:lnTo>
                  <a:lnTo>
                    <a:pt x="1905"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66" name="Google Shape;66;p11"/>
            <p:cNvSpPr/>
            <p:nvPr/>
          </p:nvSpPr>
          <p:spPr>
            <a:xfrm>
              <a:off x="6730350" y="2315900"/>
              <a:ext cx="257700" cy="308375"/>
            </a:xfrm>
            <a:custGeom>
              <a:avLst/>
              <a:gdLst/>
              <a:ahLst/>
              <a:cxnLst/>
              <a:rect l="l" t="t" r="r" b="b"/>
              <a:pathLst>
                <a:path w="10308" h="12335" extrusionOk="0">
                  <a:moveTo>
                    <a:pt x="5154" y="1"/>
                  </a:moveTo>
                  <a:lnTo>
                    <a:pt x="4617" y="25"/>
                  </a:lnTo>
                  <a:lnTo>
                    <a:pt x="4128" y="98"/>
                  </a:lnTo>
                  <a:lnTo>
                    <a:pt x="3615" y="245"/>
                  </a:lnTo>
                  <a:lnTo>
                    <a:pt x="3151" y="416"/>
                  </a:lnTo>
                  <a:lnTo>
                    <a:pt x="2712" y="636"/>
                  </a:lnTo>
                  <a:lnTo>
                    <a:pt x="2272" y="880"/>
                  </a:lnTo>
                  <a:lnTo>
                    <a:pt x="1881" y="1173"/>
                  </a:lnTo>
                  <a:lnTo>
                    <a:pt x="1515" y="1515"/>
                  </a:lnTo>
                  <a:lnTo>
                    <a:pt x="1198" y="1881"/>
                  </a:lnTo>
                  <a:lnTo>
                    <a:pt x="880" y="2272"/>
                  </a:lnTo>
                  <a:lnTo>
                    <a:pt x="636" y="2687"/>
                  </a:lnTo>
                  <a:lnTo>
                    <a:pt x="416" y="3151"/>
                  </a:lnTo>
                  <a:lnTo>
                    <a:pt x="245" y="3615"/>
                  </a:lnTo>
                  <a:lnTo>
                    <a:pt x="123" y="4104"/>
                  </a:lnTo>
                  <a:lnTo>
                    <a:pt x="50" y="4617"/>
                  </a:lnTo>
                  <a:lnTo>
                    <a:pt x="1" y="5154"/>
                  </a:lnTo>
                  <a:lnTo>
                    <a:pt x="25" y="5423"/>
                  </a:lnTo>
                  <a:lnTo>
                    <a:pt x="50" y="5691"/>
                  </a:lnTo>
                  <a:lnTo>
                    <a:pt x="123" y="6204"/>
                  </a:lnTo>
                  <a:lnTo>
                    <a:pt x="245" y="6693"/>
                  </a:lnTo>
                  <a:lnTo>
                    <a:pt x="416" y="7132"/>
                  </a:lnTo>
                  <a:lnTo>
                    <a:pt x="636" y="7572"/>
                  </a:lnTo>
                  <a:lnTo>
                    <a:pt x="856" y="7963"/>
                  </a:lnTo>
                  <a:lnTo>
                    <a:pt x="1100" y="8353"/>
                  </a:lnTo>
                  <a:lnTo>
                    <a:pt x="1369" y="8744"/>
                  </a:lnTo>
                  <a:lnTo>
                    <a:pt x="1906" y="9526"/>
                  </a:lnTo>
                  <a:lnTo>
                    <a:pt x="2150" y="9941"/>
                  </a:lnTo>
                  <a:lnTo>
                    <a:pt x="2394" y="10356"/>
                  </a:lnTo>
                  <a:lnTo>
                    <a:pt x="2614" y="10796"/>
                  </a:lnTo>
                  <a:lnTo>
                    <a:pt x="2810" y="11284"/>
                  </a:lnTo>
                  <a:lnTo>
                    <a:pt x="2980" y="11797"/>
                  </a:lnTo>
                  <a:lnTo>
                    <a:pt x="3103" y="12334"/>
                  </a:lnTo>
                  <a:lnTo>
                    <a:pt x="4079" y="12334"/>
                  </a:lnTo>
                  <a:lnTo>
                    <a:pt x="3249" y="8500"/>
                  </a:lnTo>
                  <a:lnTo>
                    <a:pt x="2663" y="5642"/>
                  </a:lnTo>
                  <a:lnTo>
                    <a:pt x="2663" y="5520"/>
                  </a:lnTo>
                  <a:lnTo>
                    <a:pt x="2712" y="5423"/>
                  </a:lnTo>
                  <a:lnTo>
                    <a:pt x="2785" y="5374"/>
                  </a:lnTo>
                  <a:lnTo>
                    <a:pt x="2883" y="5349"/>
                  </a:lnTo>
                  <a:lnTo>
                    <a:pt x="2956" y="5349"/>
                  </a:lnTo>
                  <a:lnTo>
                    <a:pt x="3054" y="5398"/>
                  </a:lnTo>
                  <a:lnTo>
                    <a:pt x="4031" y="6253"/>
                  </a:lnTo>
                  <a:lnTo>
                    <a:pt x="4983" y="5398"/>
                  </a:lnTo>
                  <a:lnTo>
                    <a:pt x="5081" y="5349"/>
                  </a:lnTo>
                  <a:lnTo>
                    <a:pt x="5227" y="5349"/>
                  </a:lnTo>
                  <a:lnTo>
                    <a:pt x="5325" y="5398"/>
                  </a:lnTo>
                  <a:lnTo>
                    <a:pt x="6278" y="6253"/>
                  </a:lnTo>
                  <a:lnTo>
                    <a:pt x="7254" y="5398"/>
                  </a:lnTo>
                  <a:lnTo>
                    <a:pt x="7352" y="5349"/>
                  </a:lnTo>
                  <a:lnTo>
                    <a:pt x="7425" y="5349"/>
                  </a:lnTo>
                  <a:lnTo>
                    <a:pt x="7523" y="5374"/>
                  </a:lnTo>
                  <a:lnTo>
                    <a:pt x="7596" y="5423"/>
                  </a:lnTo>
                  <a:lnTo>
                    <a:pt x="7645" y="5520"/>
                  </a:lnTo>
                  <a:lnTo>
                    <a:pt x="7645" y="5642"/>
                  </a:lnTo>
                  <a:lnTo>
                    <a:pt x="7059" y="8500"/>
                  </a:lnTo>
                  <a:lnTo>
                    <a:pt x="6229" y="12334"/>
                  </a:lnTo>
                  <a:lnTo>
                    <a:pt x="7206" y="12334"/>
                  </a:lnTo>
                  <a:lnTo>
                    <a:pt x="7328" y="11797"/>
                  </a:lnTo>
                  <a:lnTo>
                    <a:pt x="7499" y="11284"/>
                  </a:lnTo>
                  <a:lnTo>
                    <a:pt x="7694" y="10796"/>
                  </a:lnTo>
                  <a:lnTo>
                    <a:pt x="7914" y="10356"/>
                  </a:lnTo>
                  <a:lnTo>
                    <a:pt x="8158" y="9941"/>
                  </a:lnTo>
                  <a:lnTo>
                    <a:pt x="8402" y="9526"/>
                  </a:lnTo>
                  <a:lnTo>
                    <a:pt x="8940" y="8744"/>
                  </a:lnTo>
                  <a:lnTo>
                    <a:pt x="9208" y="8353"/>
                  </a:lnTo>
                  <a:lnTo>
                    <a:pt x="9453" y="7963"/>
                  </a:lnTo>
                  <a:lnTo>
                    <a:pt x="9672" y="7572"/>
                  </a:lnTo>
                  <a:lnTo>
                    <a:pt x="9892" y="7132"/>
                  </a:lnTo>
                  <a:lnTo>
                    <a:pt x="10063" y="6693"/>
                  </a:lnTo>
                  <a:lnTo>
                    <a:pt x="10185" y="6204"/>
                  </a:lnTo>
                  <a:lnTo>
                    <a:pt x="10259" y="5691"/>
                  </a:lnTo>
                  <a:lnTo>
                    <a:pt x="10283" y="5423"/>
                  </a:lnTo>
                  <a:lnTo>
                    <a:pt x="10307" y="5154"/>
                  </a:lnTo>
                  <a:lnTo>
                    <a:pt x="10259" y="4617"/>
                  </a:lnTo>
                  <a:lnTo>
                    <a:pt x="10185" y="4104"/>
                  </a:lnTo>
                  <a:lnTo>
                    <a:pt x="10063" y="3615"/>
                  </a:lnTo>
                  <a:lnTo>
                    <a:pt x="9892" y="3151"/>
                  </a:lnTo>
                  <a:lnTo>
                    <a:pt x="9672" y="2687"/>
                  </a:lnTo>
                  <a:lnTo>
                    <a:pt x="9428" y="2272"/>
                  </a:lnTo>
                  <a:lnTo>
                    <a:pt x="9111" y="1881"/>
                  </a:lnTo>
                  <a:lnTo>
                    <a:pt x="8793" y="1515"/>
                  </a:lnTo>
                  <a:lnTo>
                    <a:pt x="8427" y="1173"/>
                  </a:lnTo>
                  <a:lnTo>
                    <a:pt x="8036" y="880"/>
                  </a:lnTo>
                  <a:lnTo>
                    <a:pt x="7596" y="636"/>
                  </a:lnTo>
                  <a:lnTo>
                    <a:pt x="7157" y="416"/>
                  </a:lnTo>
                  <a:lnTo>
                    <a:pt x="6693" y="245"/>
                  </a:lnTo>
                  <a:lnTo>
                    <a:pt x="6180" y="98"/>
                  </a:lnTo>
                  <a:lnTo>
                    <a:pt x="5691" y="25"/>
                  </a:lnTo>
                  <a:lnTo>
                    <a:pt x="5154"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grpSp>
      <p:sp>
        <p:nvSpPr>
          <p:cNvPr id="67" name="Google Shape;67;p11"/>
          <p:cNvSpPr txBox="1">
            <a:spLocks noGrp="1"/>
          </p:cNvSpPr>
          <p:nvPr>
            <p:ph type="title"/>
          </p:nvPr>
        </p:nvSpPr>
        <p:spPr>
          <a:xfrm>
            <a:off x="922000" y="891775"/>
            <a:ext cx="6866100" cy="85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800"/>
              <a:buNone/>
            </a:pPr>
            <a:r>
              <a:rPr lang="en-US" sz="4800"/>
              <a:t>Câu hỏi thảo luận</a:t>
            </a:r>
            <a:endParaRPr sz="4800">
              <a:solidFill>
                <a:schemeClr val="accent1"/>
              </a:solidFill>
            </a:endParaRPr>
          </a:p>
        </p:txBody>
      </p:sp>
      <p:pic>
        <p:nvPicPr>
          <p:cNvPr id="68" name="Google Shape;68;p11"/>
          <p:cNvPicPr preferRelativeResize="0"/>
          <p:nvPr/>
        </p:nvPicPr>
        <p:blipFill rotWithShape="1">
          <a:blip r:embed="rId1"/>
          <a:srcRect/>
          <a:stretch>
            <a:fillRect/>
          </a:stretch>
        </p:blipFill>
        <p:spPr>
          <a:xfrm>
            <a:off x="163285" y="3181350"/>
            <a:ext cx="3233057" cy="1676400"/>
          </a:xfrm>
          <a:prstGeom prst="rect">
            <a:avLst/>
          </a:prstGeom>
          <a:noFill/>
          <a:ln>
            <a:noFill/>
          </a:ln>
        </p:spPr>
      </p:pic>
      <p:pic>
        <p:nvPicPr>
          <p:cNvPr id="69" name="Google Shape;69;p11"/>
          <p:cNvPicPr preferRelativeResize="0"/>
          <p:nvPr/>
        </p:nvPicPr>
        <p:blipFill rotWithShape="1">
          <a:blip r:embed="rId2"/>
          <a:srcRect/>
          <a:stretch>
            <a:fillRect/>
          </a:stretch>
        </p:blipFill>
        <p:spPr>
          <a:xfrm>
            <a:off x="3048000" y="2977099"/>
            <a:ext cx="2819400" cy="1762125"/>
          </a:xfrm>
          <a:prstGeom prst="rect">
            <a:avLst/>
          </a:prstGeom>
          <a:noFill/>
          <a:ln>
            <a:noFill/>
          </a:ln>
        </p:spPr>
      </p:pic>
      <p:pic>
        <p:nvPicPr>
          <p:cNvPr id="70" name="Google Shape;70;p11"/>
          <p:cNvPicPr preferRelativeResize="0"/>
          <p:nvPr/>
        </p:nvPicPr>
        <p:blipFill rotWithShape="1">
          <a:blip r:embed="rId3"/>
          <a:srcRect/>
          <a:stretch>
            <a:fillRect/>
          </a:stretch>
        </p:blipFill>
        <p:spPr>
          <a:xfrm>
            <a:off x="6019800" y="2977099"/>
            <a:ext cx="2469376" cy="1788491"/>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9"/>
                                        </p:tgtEl>
                                        <p:attrNameLst>
                                          <p:attrName>style.visibility</p:attrName>
                                        </p:attrNameLst>
                                      </p:cBhvr>
                                      <p:to>
                                        <p:strVal val="visible"/>
                                      </p:to>
                                    </p:set>
                                    <p:anim calcmode="lin" valueType="num">
                                      <p:cBhvr additive="base">
                                        <p:cTn id="23" dur="500"/>
                                        <p:tgtEl>
                                          <p:spTgt spid="6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70"/>
                                        </p:tgtEl>
                                        <p:attrNameLst>
                                          <p:attrName>style.visibility</p:attrName>
                                        </p:attrNameLst>
                                      </p:cBhvr>
                                      <p:to>
                                        <p:strVal val="visible"/>
                                      </p:to>
                                    </p:set>
                                    <p:anim calcmode="lin" valueType="num">
                                      <p:cBhvr additive="base">
                                        <p:cTn id="28" dur="500"/>
                                        <p:tgtEl>
                                          <p:spTgt spid="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a:off x="914400" y="566408"/>
            <a:ext cx="6866100" cy="85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800"/>
              <a:buNone/>
            </a:pPr>
            <a:r>
              <a:rPr lang="en-US" sz="1800"/>
              <a:t>Các thiết bị như tivi, điện thoại di động, lò vi sóng đều sử dụng sóng điện từ. Vậy ai nghiên cứu, xây dựng lí thuyết điện từ? Và sóng điện từ là gì?</a:t>
            </a:r>
            <a:endParaRPr sz="1800"/>
          </a:p>
        </p:txBody>
      </p:sp>
      <p:sp>
        <p:nvSpPr>
          <p:cNvPr id="76" name="Google Shape;76;p12"/>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
              <a:buNone/>
            </a:pPr>
            <a:fld id="{00000000-1234-1234-1234-123412341234}" type="slidenum">
              <a:rPr lang="en-US"/>
            </a:fld>
            <a:endParaRPr lang="en-US"/>
          </a:p>
        </p:txBody>
      </p:sp>
      <p:sp>
        <p:nvSpPr>
          <p:cNvPr id="77" name="Google Shape;77;p12"/>
          <p:cNvSpPr txBox="1">
            <a:spLocks noGrp="1"/>
          </p:cNvSpPr>
          <p:nvPr>
            <p:ph type="body" idx="1"/>
          </p:nvPr>
        </p:nvSpPr>
        <p:spPr>
          <a:xfrm>
            <a:off x="1143000" y="4144864"/>
            <a:ext cx="1676400" cy="762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600"/>
              </a:spcBef>
              <a:spcAft>
                <a:spcPts val="0"/>
              </a:spcAft>
              <a:buSzPts val="1400"/>
              <a:buNone/>
            </a:pPr>
            <a:r>
              <a:rPr lang="en-US" b="1"/>
              <a:t>Michael Faraday</a:t>
            </a:r>
            <a:endParaRPr lang="en-US" b="1"/>
          </a:p>
          <a:p>
            <a:pPr marL="0" lvl="0" indent="0" algn="ctr" rtl="0">
              <a:lnSpc>
                <a:spcPct val="100000"/>
              </a:lnSpc>
              <a:spcBef>
                <a:spcPts val="600"/>
              </a:spcBef>
              <a:spcAft>
                <a:spcPts val="0"/>
              </a:spcAft>
              <a:buSzPts val="1400"/>
              <a:buNone/>
            </a:pPr>
            <a:r>
              <a:rPr lang="en-US" sz="1200" b="1"/>
              <a:t>(1791- 1867)</a:t>
            </a:r>
            <a:endParaRPr sz="1200" b="1"/>
          </a:p>
        </p:txBody>
      </p:sp>
      <p:grpSp>
        <p:nvGrpSpPr>
          <p:cNvPr id="78" name="Google Shape;78;p12"/>
          <p:cNvGrpSpPr/>
          <p:nvPr/>
        </p:nvGrpSpPr>
        <p:grpSpPr>
          <a:xfrm>
            <a:off x="8054838" y="308799"/>
            <a:ext cx="796168" cy="763718"/>
            <a:chOff x="5241175" y="4959100"/>
            <a:chExt cx="539775" cy="517775"/>
          </a:xfrm>
        </p:grpSpPr>
        <p:sp>
          <p:nvSpPr>
            <p:cNvPr id="79" name="Google Shape;79;p12"/>
            <p:cNvSpPr/>
            <p:nvPr/>
          </p:nvSpPr>
          <p:spPr>
            <a:xfrm>
              <a:off x="5575150" y="4959100"/>
              <a:ext cx="161225" cy="178300"/>
            </a:xfrm>
            <a:custGeom>
              <a:avLst/>
              <a:gdLst/>
              <a:ahLst/>
              <a:cxnLst/>
              <a:rect l="l" t="t" r="r" b="b"/>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80" name="Google Shape;80;p12"/>
            <p:cNvSpPr/>
            <p:nvPr/>
          </p:nvSpPr>
          <p:spPr>
            <a:xfrm>
              <a:off x="5330925" y="4985350"/>
              <a:ext cx="128250" cy="148400"/>
            </a:xfrm>
            <a:custGeom>
              <a:avLst/>
              <a:gdLst/>
              <a:ahLst/>
              <a:cxnLst/>
              <a:rect l="l" t="t" r="r" b="b"/>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81" name="Google Shape;81;p12"/>
            <p:cNvSpPr/>
            <p:nvPr/>
          </p:nvSpPr>
          <p:spPr>
            <a:xfrm>
              <a:off x="5241175" y="5241175"/>
              <a:ext cx="180125" cy="109325"/>
            </a:xfrm>
            <a:custGeom>
              <a:avLst/>
              <a:gdLst/>
              <a:ahLst/>
              <a:cxnLst/>
              <a:rect l="l" t="t" r="r" b="b"/>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82" name="Google Shape;82;p12"/>
            <p:cNvSpPr/>
            <p:nvPr/>
          </p:nvSpPr>
          <p:spPr>
            <a:xfrm>
              <a:off x="5461575" y="5316900"/>
              <a:ext cx="89175" cy="159975"/>
            </a:xfrm>
            <a:custGeom>
              <a:avLst/>
              <a:gdLst/>
              <a:ahLst/>
              <a:cxnLst/>
              <a:rect l="l" t="t" r="r" b="b"/>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83" name="Google Shape;83;p12"/>
            <p:cNvSpPr/>
            <p:nvPr/>
          </p:nvSpPr>
          <p:spPr>
            <a:xfrm>
              <a:off x="5619100" y="5194175"/>
              <a:ext cx="161850" cy="89775"/>
            </a:xfrm>
            <a:custGeom>
              <a:avLst/>
              <a:gdLst/>
              <a:ahLst/>
              <a:cxnLst/>
              <a:rect l="l" t="t" r="r" b="b"/>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84" name="Google Shape;84;p12"/>
            <p:cNvSpPr/>
            <p:nvPr/>
          </p:nvSpPr>
          <p:spPr>
            <a:xfrm>
              <a:off x="5420075" y="5116000"/>
              <a:ext cx="189300" cy="189925"/>
            </a:xfrm>
            <a:custGeom>
              <a:avLst/>
              <a:gdLst/>
              <a:ahLst/>
              <a:cxnLst/>
              <a:rect l="l" t="t" r="r" b="b"/>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grpSp>
      <p:pic>
        <p:nvPicPr>
          <p:cNvPr id="85" name="Google Shape;85;p12"/>
          <p:cNvPicPr preferRelativeResize="0"/>
          <p:nvPr/>
        </p:nvPicPr>
        <p:blipFill rotWithShape="1">
          <a:blip r:embed="rId1"/>
          <a:srcRect/>
          <a:stretch>
            <a:fillRect/>
          </a:stretch>
        </p:blipFill>
        <p:spPr>
          <a:xfrm>
            <a:off x="990600" y="1570034"/>
            <a:ext cx="2006194" cy="2585301"/>
          </a:xfrm>
          <a:prstGeom prst="rect">
            <a:avLst/>
          </a:prstGeom>
          <a:noFill/>
          <a:ln>
            <a:noFill/>
          </a:ln>
        </p:spPr>
      </p:pic>
      <p:pic>
        <p:nvPicPr>
          <p:cNvPr id="86" name="Google Shape;86;p12"/>
          <p:cNvPicPr preferRelativeResize="0"/>
          <p:nvPr/>
        </p:nvPicPr>
        <p:blipFill rotWithShape="1">
          <a:blip r:embed="rId2"/>
          <a:srcRect/>
          <a:stretch>
            <a:fillRect/>
          </a:stretch>
        </p:blipFill>
        <p:spPr>
          <a:xfrm>
            <a:off x="4800600" y="1504950"/>
            <a:ext cx="2797629" cy="2650385"/>
          </a:xfrm>
          <a:prstGeom prst="rect">
            <a:avLst/>
          </a:prstGeom>
          <a:noFill/>
          <a:ln>
            <a:noFill/>
          </a:ln>
        </p:spPr>
      </p:pic>
      <p:sp>
        <p:nvSpPr>
          <p:cNvPr id="87" name="Google Shape;87;p12"/>
          <p:cNvSpPr txBox="1">
            <a:spLocks noGrp="1"/>
          </p:cNvSpPr>
          <p:nvPr>
            <p:ph type="body" idx="1"/>
          </p:nvPr>
        </p:nvSpPr>
        <p:spPr>
          <a:xfrm>
            <a:off x="5181600" y="4155335"/>
            <a:ext cx="2057400" cy="762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600"/>
              </a:spcBef>
              <a:spcAft>
                <a:spcPts val="0"/>
              </a:spcAft>
              <a:buSzPts val="1400"/>
              <a:buNone/>
            </a:pPr>
            <a:r>
              <a:rPr lang="en-US" b="1"/>
              <a:t>James Clerk Maxwell (1831-1879)</a:t>
            </a:r>
            <a:endParaRPr sz="1200" b="1"/>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85"/>
                                        </p:tgtEl>
                                        <p:attrNameLst>
                                          <p:attrName>style.visibility</p:attrName>
                                        </p:attrNameLst>
                                      </p:cBhvr>
                                      <p:to>
                                        <p:strVal val="visible"/>
                                      </p:to>
                                    </p:set>
                                    <p:anim calcmode="lin" valueType="num">
                                      <p:cBhvr additive="base">
                                        <p:cTn id="11" dur="500"/>
                                        <p:tgtEl>
                                          <p:spTgt spid="85"/>
                                        </p:tgtEl>
                                        <p:attrNameLst>
                                          <p:attrName>ppt_y</p:attrName>
                                        </p:attrNameLst>
                                      </p:cBhvr>
                                      <p:tavLst>
                                        <p:tav tm="0">
                                          <p:val>
                                            <p:strVal val="#ppt_y+1"/>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77">
                                            <p:txEl>
                                              <p:pRg st="0" end="0"/>
                                            </p:txEl>
                                          </p:spTgt>
                                        </p:tgtEl>
                                        <p:attrNameLst>
                                          <p:attrName>style.visibility</p:attrName>
                                        </p:attrNameLst>
                                      </p:cBhvr>
                                      <p:to>
                                        <p:strVal val="visible"/>
                                      </p:to>
                                    </p:set>
                                    <p:anim calcmode="lin" valueType="num">
                                      <p:cBhvr additive="base">
                                        <p:cTn id="14" dur="500"/>
                                        <p:tgtEl>
                                          <p:spTgt spid="77">
                                            <p:txEl>
                                              <p:pRg st="0" end="0"/>
                                            </p:txEl>
                                          </p:spTgt>
                                        </p:tgtEl>
                                        <p:attrNameLst>
                                          <p:attrName>ppt_y</p:attrName>
                                        </p:attrNameLst>
                                      </p:cBhvr>
                                      <p:tavLst>
                                        <p:tav tm="0">
                                          <p:val>
                                            <p:strVal val="#ppt_y+1"/>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7">
                                            <p:txEl>
                                              <p:pRg st="1" end="1"/>
                                            </p:txEl>
                                          </p:spTgt>
                                        </p:tgtEl>
                                        <p:attrNameLst>
                                          <p:attrName>style.visibility</p:attrName>
                                        </p:attrNameLst>
                                      </p:cBhvr>
                                      <p:to>
                                        <p:strVal val="visible"/>
                                      </p:to>
                                    </p:set>
                                    <p:anim calcmode="lin" valueType="num">
                                      <p:cBhvr additive="base">
                                        <p:cTn id="17" dur="500"/>
                                        <p:tgtEl>
                                          <p:spTgt spid="7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86"/>
                                        </p:tgtEl>
                                        <p:attrNameLst>
                                          <p:attrName>style.visibility</p:attrName>
                                        </p:attrNameLst>
                                      </p:cBhvr>
                                      <p:to>
                                        <p:strVal val="visible"/>
                                      </p:to>
                                    </p:set>
                                    <p:anim calcmode="lin" valueType="num">
                                      <p:cBhvr additive="base">
                                        <p:cTn id="22" dur="500"/>
                                        <p:tgtEl>
                                          <p:spTgt spid="86"/>
                                        </p:tgtEl>
                                        <p:attrNameLst>
                                          <p:attrName>ppt_y</p:attrName>
                                        </p:attrNameLst>
                                      </p:cBhvr>
                                      <p:tavLst>
                                        <p:tav tm="0">
                                          <p:val>
                                            <p:strVal val="#ppt_y+1"/>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7">
                                            <p:txEl>
                                              <p:pRg st="0" end="0"/>
                                            </p:txEl>
                                          </p:spTgt>
                                        </p:tgtEl>
                                        <p:attrNameLst>
                                          <p:attrName>style.visibility</p:attrName>
                                        </p:attrNameLst>
                                      </p:cBhvr>
                                      <p:to>
                                        <p:strVal val="visible"/>
                                      </p:to>
                                    </p:set>
                                    <p:anim calcmode="lin" valueType="num">
                                      <p:cBhvr additive="base">
                                        <p:cTn id="25" dur="500"/>
                                        <p:tgtEl>
                                          <p:spTgt spid="8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3"/>
          <p:cNvSpPr txBox="1">
            <a:spLocks noGrp="1"/>
          </p:cNvSpPr>
          <p:nvPr>
            <p:ph type="title"/>
          </p:nvPr>
        </p:nvSpPr>
        <p:spPr>
          <a:xfrm>
            <a:off x="922000" y="891775"/>
            <a:ext cx="6866100" cy="85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800"/>
              <a:buNone/>
            </a:pPr>
            <a:r>
              <a:rPr lang="en-US" sz="4800" b="1"/>
              <a:t>I. Sóng điện từ</a:t>
            </a:r>
            <a:endParaRPr sz="4800"/>
          </a:p>
        </p:txBody>
      </p:sp>
      <p:sp>
        <p:nvSpPr>
          <p:cNvPr id="93" name="Google Shape;93;p13"/>
          <p:cNvSpPr txBox="1">
            <a:spLocks noGrp="1"/>
          </p:cNvSpPr>
          <p:nvPr>
            <p:ph type="body" idx="1"/>
          </p:nvPr>
        </p:nvSpPr>
        <p:spPr>
          <a:xfrm>
            <a:off x="922000" y="1734976"/>
            <a:ext cx="6621800" cy="21537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600"/>
              </a:spcBef>
              <a:spcAft>
                <a:spcPts val="0"/>
              </a:spcAft>
              <a:buSzPts val="1800"/>
              <a:buChar char="●"/>
            </a:pPr>
            <a:r>
              <a:rPr lang="en-US"/>
              <a:t>Sóng điện từ là điện từ trường lan truyền trong không gian.</a:t>
            </a:r>
            <a:endParaRPr lang="en-US"/>
          </a:p>
          <a:p>
            <a:pPr marL="457200" lvl="0" indent="-342900" algn="l" rtl="0">
              <a:lnSpc>
                <a:spcPct val="100000"/>
              </a:lnSpc>
              <a:spcBef>
                <a:spcPts val="600"/>
              </a:spcBef>
              <a:spcAft>
                <a:spcPts val="0"/>
              </a:spcAft>
              <a:buSzPts val="1800"/>
              <a:buChar char="●"/>
            </a:pPr>
            <a:r>
              <a:rPr lang="en-US"/>
              <a:t>Sóng điện từ là sóng ngang, khi truyền trong chân không sóng điện từ có tốc độ 3.10</a:t>
            </a:r>
            <a:r>
              <a:rPr lang="en-US" baseline="30000"/>
              <a:t>8</a:t>
            </a:r>
            <a:r>
              <a:rPr lang="en-US"/>
              <a:t>m/s</a:t>
            </a:r>
            <a:endParaRPr lang="en-US"/>
          </a:p>
          <a:p>
            <a:pPr marL="457200" lvl="0" indent="-342900" algn="l" rtl="0">
              <a:lnSpc>
                <a:spcPct val="100000"/>
              </a:lnSpc>
              <a:spcBef>
                <a:spcPts val="600"/>
              </a:spcBef>
              <a:spcAft>
                <a:spcPts val="0"/>
              </a:spcAft>
              <a:buSzPts val="1800"/>
              <a:buChar char="●"/>
            </a:pPr>
            <a:r>
              <a:rPr lang="en-US"/>
              <a:t>Ánh sáng là sóng điện từ.</a:t>
            </a:r>
            <a:endParaRPr lang="en-US"/>
          </a:p>
          <a:p>
            <a:pPr marL="457200" lvl="0" indent="-342900" algn="l" rtl="0">
              <a:lnSpc>
                <a:spcPct val="100000"/>
              </a:lnSpc>
              <a:spcBef>
                <a:spcPts val="600"/>
              </a:spcBef>
              <a:spcAft>
                <a:spcPts val="0"/>
              </a:spcAft>
              <a:buSzPts val="1800"/>
              <a:buChar char="●"/>
            </a:pPr>
            <a:r>
              <a:rPr lang="en-US"/>
              <a:t>Sóng điện từ bao gồm một dải rộng tần số (hoặc bước sóng) gọi là thang sóng điện từ.</a:t>
            </a:r>
            <a:endParaRPr lang="en-US"/>
          </a:p>
          <a:p>
            <a:pPr marL="0" lvl="0" indent="0" algn="l" rtl="0">
              <a:lnSpc>
                <a:spcPct val="100000"/>
              </a:lnSpc>
              <a:spcBef>
                <a:spcPts val="600"/>
              </a:spcBef>
              <a:spcAft>
                <a:spcPts val="0"/>
              </a:spcAft>
              <a:buClr>
                <a:schemeClr val="dk1"/>
              </a:buClr>
              <a:buSzPts val="1100"/>
              <a:buFont typeface="Arial" panose="020B0704020202020204"/>
              <a:buNone/>
            </a:pPr>
          </a:p>
        </p:txBody>
      </p:sp>
      <p:sp>
        <p:nvSpPr>
          <p:cNvPr id="94" name="Google Shape;94;p13"/>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
              <a:buNone/>
            </a:pPr>
            <a:fld id="{00000000-1234-1234-1234-123412341234}" type="slidenum">
              <a:rPr lang="en-US"/>
            </a:fld>
            <a:endParaRPr lang="en-US"/>
          </a:p>
        </p:txBody>
      </p:sp>
      <p:grpSp>
        <p:nvGrpSpPr>
          <p:cNvPr id="95" name="Google Shape;95;p13"/>
          <p:cNvGrpSpPr/>
          <p:nvPr/>
        </p:nvGrpSpPr>
        <p:grpSpPr>
          <a:xfrm>
            <a:off x="8087089" y="356400"/>
            <a:ext cx="618316" cy="748360"/>
            <a:chOff x="584925" y="922575"/>
            <a:chExt cx="415200" cy="502525"/>
          </a:xfrm>
        </p:grpSpPr>
        <p:sp>
          <p:nvSpPr>
            <p:cNvPr id="96" name="Google Shape;96;p13"/>
            <p:cNvSpPr/>
            <p:nvPr/>
          </p:nvSpPr>
          <p:spPr>
            <a:xfrm>
              <a:off x="584925" y="961025"/>
              <a:ext cx="378575" cy="464075"/>
            </a:xfrm>
            <a:custGeom>
              <a:avLst/>
              <a:gdLst/>
              <a:ahLst/>
              <a:cxnLst/>
              <a:rect l="l" t="t" r="r" b="b"/>
              <a:pathLst>
                <a:path w="15143" h="18563" extrusionOk="0">
                  <a:moveTo>
                    <a:pt x="782" y="1"/>
                  </a:moveTo>
                  <a:lnTo>
                    <a:pt x="635" y="25"/>
                  </a:lnTo>
                  <a:lnTo>
                    <a:pt x="489" y="50"/>
                  </a:lnTo>
                  <a:lnTo>
                    <a:pt x="342" y="123"/>
                  </a:lnTo>
                  <a:lnTo>
                    <a:pt x="220" y="196"/>
                  </a:lnTo>
                  <a:lnTo>
                    <a:pt x="122" y="294"/>
                  </a:lnTo>
                  <a:lnTo>
                    <a:pt x="73" y="416"/>
                  </a:lnTo>
                  <a:lnTo>
                    <a:pt x="24" y="563"/>
                  </a:lnTo>
                  <a:lnTo>
                    <a:pt x="0" y="709"/>
                  </a:lnTo>
                  <a:lnTo>
                    <a:pt x="0" y="17708"/>
                  </a:lnTo>
                  <a:lnTo>
                    <a:pt x="24" y="17879"/>
                  </a:lnTo>
                  <a:lnTo>
                    <a:pt x="73" y="18025"/>
                  </a:lnTo>
                  <a:lnTo>
                    <a:pt x="122" y="18172"/>
                  </a:lnTo>
                  <a:lnTo>
                    <a:pt x="220" y="18294"/>
                  </a:lnTo>
                  <a:lnTo>
                    <a:pt x="342" y="18416"/>
                  </a:lnTo>
                  <a:lnTo>
                    <a:pt x="489" y="18489"/>
                  </a:lnTo>
                  <a:lnTo>
                    <a:pt x="635" y="18538"/>
                  </a:lnTo>
                  <a:lnTo>
                    <a:pt x="782" y="18562"/>
                  </a:lnTo>
                  <a:lnTo>
                    <a:pt x="14361" y="18562"/>
                  </a:lnTo>
                  <a:lnTo>
                    <a:pt x="14507" y="18538"/>
                  </a:lnTo>
                  <a:lnTo>
                    <a:pt x="14654" y="18489"/>
                  </a:lnTo>
                  <a:lnTo>
                    <a:pt x="14800" y="18416"/>
                  </a:lnTo>
                  <a:lnTo>
                    <a:pt x="14923" y="18294"/>
                  </a:lnTo>
                  <a:lnTo>
                    <a:pt x="15020" y="18172"/>
                  </a:lnTo>
                  <a:lnTo>
                    <a:pt x="15069" y="18025"/>
                  </a:lnTo>
                  <a:lnTo>
                    <a:pt x="15118" y="17879"/>
                  </a:lnTo>
                  <a:lnTo>
                    <a:pt x="15142" y="17708"/>
                  </a:lnTo>
                  <a:lnTo>
                    <a:pt x="15142" y="17586"/>
                  </a:lnTo>
                  <a:lnTo>
                    <a:pt x="1759" y="17586"/>
                  </a:lnTo>
                  <a:lnTo>
                    <a:pt x="1612" y="17561"/>
                  </a:lnTo>
                  <a:lnTo>
                    <a:pt x="1465" y="17512"/>
                  </a:lnTo>
                  <a:lnTo>
                    <a:pt x="1319" y="17439"/>
                  </a:lnTo>
                  <a:lnTo>
                    <a:pt x="1197" y="17317"/>
                  </a:lnTo>
                  <a:lnTo>
                    <a:pt x="1099" y="17195"/>
                  </a:lnTo>
                  <a:lnTo>
                    <a:pt x="1050" y="17048"/>
                  </a:lnTo>
                  <a:lnTo>
                    <a:pt x="1001" y="16902"/>
                  </a:lnTo>
                  <a:lnTo>
                    <a:pt x="977" y="16731"/>
                  </a:lnTo>
                  <a:lnTo>
                    <a:pt x="977"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97" name="Google Shape;97;p13"/>
            <p:cNvSpPr/>
            <p:nvPr/>
          </p:nvSpPr>
          <p:spPr>
            <a:xfrm>
              <a:off x="621550" y="922575"/>
              <a:ext cx="378575" cy="464050"/>
            </a:xfrm>
            <a:custGeom>
              <a:avLst/>
              <a:gdLst/>
              <a:ahLst/>
              <a:cxnLst/>
              <a:rect l="l" t="t" r="r" b="b"/>
              <a:pathLst>
                <a:path w="15143" h="18562" extrusionOk="0">
                  <a:moveTo>
                    <a:pt x="13140" y="6472"/>
                  </a:moveTo>
                  <a:lnTo>
                    <a:pt x="13238" y="6497"/>
                  </a:lnTo>
                  <a:lnTo>
                    <a:pt x="13311" y="6546"/>
                  </a:lnTo>
                  <a:lnTo>
                    <a:pt x="13360" y="6619"/>
                  </a:lnTo>
                  <a:lnTo>
                    <a:pt x="13384" y="6717"/>
                  </a:lnTo>
                  <a:lnTo>
                    <a:pt x="13360" y="6814"/>
                  </a:lnTo>
                  <a:lnTo>
                    <a:pt x="13311" y="6888"/>
                  </a:lnTo>
                  <a:lnTo>
                    <a:pt x="13238" y="6936"/>
                  </a:lnTo>
                  <a:lnTo>
                    <a:pt x="13140" y="6961"/>
                  </a:lnTo>
                  <a:lnTo>
                    <a:pt x="2003" y="6961"/>
                  </a:lnTo>
                  <a:lnTo>
                    <a:pt x="1905" y="6936"/>
                  </a:lnTo>
                  <a:lnTo>
                    <a:pt x="1832" y="6888"/>
                  </a:lnTo>
                  <a:lnTo>
                    <a:pt x="1783" y="6814"/>
                  </a:lnTo>
                  <a:lnTo>
                    <a:pt x="1759" y="6717"/>
                  </a:lnTo>
                  <a:lnTo>
                    <a:pt x="1783" y="6619"/>
                  </a:lnTo>
                  <a:lnTo>
                    <a:pt x="1832" y="6546"/>
                  </a:lnTo>
                  <a:lnTo>
                    <a:pt x="1905" y="6497"/>
                  </a:lnTo>
                  <a:lnTo>
                    <a:pt x="2003" y="6472"/>
                  </a:lnTo>
                  <a:close/>
                  <a:moveTo>
                    <a:pt x="13238" y="8793"/>
                  </a:moveTo>
                  <a:lnTo>
                    <a:pt x="13311" y="8866"/>
                  </a:lnTo>
                  <a:lnTo>
                    <a:pt x="13360" y="8939"/>
                  </a:lnTo>
                  <a:lnTo>
                    <a:pt x="13384" y="9037"/>
                  </a:lnTo>
                  <a:lnTo>
                    <a:pt x="13360" y="9135"/>
                  </a:lnTo>
                  <a:lnTo>
                    <a:pt x="13311" y="9208"/>
                  </a:lnTo>
                  <a:lnTo>
                    <a:pt x="13238" y="9257"/>
                  </a:lnTo>
                  <a:lnTo>
                    <a:pt x="13140" y="9281"/>
                  </a:lnTo>
                  <a:lnTo>
                    <a:pt x="2003" y="9281"/>
                  </a:lnTo>
                  <a:lnTo>
                    <a:pt x="1905" y="9257"/>
                  </a:lnTo>
                  <a:lnTo>
                    <a:pt x="1832" y="9208"/>
                  </a:lnTo>
                  <a:lnTo>
                    <a:pt x="1783" y="9135"/>
                  </a:lnTo>
                  <a:lnTo>
                    <a:pt x="1759" y="9037"/>
                  </a:lnTo>
                  <a:lnTo>
                    <a:pt x="1783" y="8939"/>
                  </a:lnTo>
                  <a:lnTo>
                    <a:pt x="1832" y="8866"/>
                  </a:lnTo>
                  <a:lnTo>
                    <a:pt x="1905" y="8793"/>
                  </a:lnTo>
                  <a:close/>
                  <a:moveTo>
                    <a:pt x="13140" y="11088"/>
                  </a:moveTo>
                  <a:lnTo>
                    <a:pt x="13238" y="11113"/>
                  </a:lnTo>
                  <a:lnTo>
                    <a:pt x="13311" y="11162"/>
                  </a:lnTo>
                  <a:lnTo>
                    <a:pt x="13360" y="11235"/>
                  </a:lnTo>
                  <a:lnTo>
                    <a:pt x="13384" y="11333"/>
                  </a:lnTo>
                  <a:lnTo>
                    <a:pt x="13360" y="11430"/>
                  </a:lnTo>
                  <a:lnTo>
                    <a:pt x="13311" y="11504"/>
                  </a:lnTo>
                  <a:lnTo>
                    <a:pt x="13238" y="11552"/>
                  </a:lnTo>
                  <a:lnTo>
                    <a:pt x="13140" y="11577"/>
                  </a:lnTo>
                  <a:lnTo>
                    <a:pt x="2003" y="11577"/>
                  </a:lnTo>
                  <a:lnTo>
                    <a:pt x="1905" y="11552"/>
                  </a:lnTo>
                  <a:lnTo>
                    <a:pt x="1832" y="11504"/>
                  </a:lnTo>
                  <a:lnTo>
                    <a:pt x="1783" y="11430"/>
                  </a:lnTo>
                  <a:lnTo>
                    <a:pt x="1759" y="11333"/>
                  </a:lnTo>
                  <a:lnTo>
                    <a:pt x="1783" y="11235"/>
                  </a:lnTo>
                  <a:lnTo>
                    <a:pt x="1832" y="11162"/>
                  </a:lnTo>
                  <a:lnTo>
                    <a:pt x="1905" y="11113"/>
                  </a:lnTo>
                  <a:lnTo>
                    <a:pt x="2003" y="11088"/>
                  </a:lnTo>
                  <a:close/>
                  <a:moveTo>
                    <a:pt x="8255" y="13409"/>
                  </a:moveTo>
                  <a:lnTo>
                    <a:pt x="8353" y="13433"/>
                  </a:lnTo>
                  <a:lnTo>
                    <a:pt x="8426" y="13482"/>
                  </a:lnTo>
                  <a:lnTo>
                    <a:pt x="8475" y="13555"/>
                  </a:lnTo>
                  <a:lnTo>
                    <a:pt x="8500" y="13653"/>
                  </a:lnTo>
                  <a:lnTo>
                    <a:pt x="8475" y="13750"/>
                  </a:lnTo>
                  <a:lnTo>
                    <a:pt x="8426" y="13824"/>
                  </a:lnTo>
                  <a:lnTo>
                    <a:pt x="8353" y="13873"/>
                  </a:lnTo>
                  <a:lnTo>
                    <a:pt x="8255" y="13897"/>
                  </a:lnTo>
                  <a:lnTo>
                    <a:pt x="2003" y="13897"/>
                  </a:lnTo>
                  <a:lnTo>
                    <a:pt x="1905" y="13873"/>
                  </a:lnTo>
                  <a:lnTo>
                    <a:pt x="1832" y="13824"/>
                  </a:lnTo>
                  <a:lnTo>
                    <a:pt x="1783" y="13750"/>
                  </a:lnTo>
                  <a:lnTo>
                    <a:pt x="1759" y="13653"/>
                  </a:lnTo>
                  <a:lnTo>
                    <a:pt x="1783" y="13555"/>
                  </a:lnTo>
                  <a:lnTo>
                    <a:pt x="1832" y="13482"/>
                  </a:lnTo>
                  <a:lnTo>
                    <a:pt x="1905" y="13433"/>
                  </a:lnTo>
                  <a:lnTo>
                    <a:pt x="2003" y="13409"/>
                  </a:lnTo>
                  <a:close/>
                  <a:moveTo>
                    <a:pt x="635" y="0"/>
                  </a:moveTo>
                  <a:lnTo>
                    <a:pt x="489" y="49"/>
                  </a:lnTo>
                  <a:lnTo>
                    <a:pt x="342" y="122"/>
                  </a:lnTo>
                  <a:lnTo>
                    <a:pt x="220" y="220"/>
                  </a:lnTo>
                  <a:lnTo>
                    <a:pt x="123" y="342"/>
                  </a:lnTo>
                  <a:lnTo>
                    <a:pt x="74" y="464"/>
                  </a:lnTo>
                  <a:lnTo>
                    <a:pt x="25" y="611"/>
                  </a:lnTo>
                  <a:lnTo>
                    <a:pt x="0" y="782"/>
                  </a:lnTo>
                  <a:lnTo>
                    <a:pt x="0" y="17780"/>
                  </a:lnTo>
                  <a:lnTo>
                    <a:pt x="25" y="17927"/>
                  </a:lnTo>
                  <a:lnTo>
                    <a:pt x="74" y="18073"/>
                  </a:lnTo>
                  <a:lnTo>
                    <a:pt x="123" y="18195"/>
                  </a:lnTo>
                  <a:lnTo>
                    <a:pt x="220" y="18318"/>
                  </a:lnTo>
                  <a:lnTo>
                    <a:pt x="342" y="18415"/>
                  </a:lnTo>
                  <a:lnTo>
                    <a:pt x="489" y="18489"/>
                  </a:lnTo>
                  <a:lnTo>
                    <a:pt x="635" y="18537"/>
                  </a:lnTo>
                  <a:lnTo>
                    <a:pt x="782" y="18562"/>
                  </a:lnTo>
                  <a:lnTo>
                    <a:pt x="14361" y="18562"/>
                  </a:lnTo>
                  <a:lnTo>
                    <a:pt x="14508" y="18537"/>
                  </a:lnTo>
                  <a:lnTo>
                    <a:pt x="14654" y="18489"/>
                  </a:lnTo>
                  <a:lnTo>
                    <a:pt x="14801" y="18415"/>
                  </a:lnTo>
                  <a:lnTo>
                    <a:pt x="14923" y="18318"/>
                  </a:lnTo>
                  <a:lnTo>
                    <a:pt x="15021" y="18195"/>
                  </a:lnTo>
                  <a:lnTo>
                    <a:pt x="15069" y="18073"/>
                  </a:lnTo>
                  <a:lnTo>
                    <a:pt x="15118" y="17927"/>
                  </a:lnTo>
                  <a:lnTo>
                    <a:pt x="15143" y="17780"/>
                  </a:lnTo>
                  <a:lnTo>
                    <a:pt x="15143" y="3859"/>
                  </a:lnTo>
                  <a:lnTo>
                    <a:pt x="12554" y="3859"/>
                  </a:lnTo>
                  <a:lnTo>
                    <a:pt x="12285" y="3835"/>
                  </a:lnTo>
                  <a:lnTo>
                    <a:pt x="12065" y="3761"/>
                  </a:lnTo>
                  <a:lnTo>
                    <a:pt x="11846" y="3639"/>
                  </a:lnTo>
                  <a:lnTo>
                    <a:pt x="11650" y="3468"/>
                  </a:lnTo>
                  <a:lnTo>
                    <a:pt x="11504" y="3297"/>
                  </a:lnTo>
                  <a:lnTo>
                    <a:pt x="11382" y="3078"/>
                  </a:lnTo>
                  <a:lnTo>
                    <a:pt x="11308" y="2833"/>
                  </a:lnTo>
                  <a:lnTo>
                    <a:pt x="11284" y="2589"/>
                  </a:lnTo>
                  <a:lnTo>
                    <a:pt x="1128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98" name="Google Shape;98;p13"/>
            <p:cNvSpPr/>
            <p:nvPr/>
          </p:nvSpPr>
          <p:spPr>
            <a:xfrm>
              <a:off x="915850" y="922575"/>
              <a:ext cx="84275" cy="84275"/>
            </a:xfrm>
            <a:custGeom>
              <a:avLst/>
              <a:gdLst/>
              <a:ahLst/>
              <a:cxnLst/>
              <a:rect l="l" t="t" r="r" b="b"/>
              <a:pathLst>
                <a:path w="3371" h="3371" extrusionOk="0">
                  <a:moveTo>
                    <a:pt x="0" y="0"/>
                  </a:moveTo>
                  <a:lnTo>
                    <a:pt x="0" y="2589"/>
                  </a:lnTo>
                  <a:lnTo>
                    <a:pt x="0" y="2736"/>
                  </a:lnTo>
                  <a:lnTo>
                    <a:pt x="49" y="2882"/>
                  </a:lnTo>
                  <a:lnTo>
                    <a:pt x="122" y="3029"/>
                  </a:lnTo>
                  <a:lnTo>
                    <a:pt x="220" y="3126"/>
                  </a:lnTo>
                  <a:lnTo>
                    <a:pt x="342" y="3224"/>
                  </a:lnTo>
                  <a:lnTo>
                    <a:pt x="464" y="3297"/>
                  </a:lnTo>
                  <a:lnTo>
                    <a:pt x="611" y="3346"/>
                  </a:lnTo>
                  <a:lnTo>
                    <a:pt x="782" y="3371"/>
                  </a:lnTo>
                  <a:lnTo>
                    <a:pt x="3371" y="3371"/>
                  </a:lnTo>
                  <a:lnTo>
                    <a:pt x="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gr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4"/>
          <p:cNvSpPr txBox="1"/>
          <p:nvPr/>
        </p:nvSpPr>
        <p:spPr>
          <a:xfrm>
            <a:off x="685800" y="185976"/>
            <a:ext cx="6752169" cy="86177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5000" b="0" i="0" u="none" strike="noStrike" cap="none">
                <a:solidFill>
                  <a:schemeClr val="dk1"/>
                </a:solidFill>
                <a:latin typeface="Raleway ExtraBold"/>
                <a:ea typeface="Raleway ExtraBold"/>
                <a:cs typeface="Raleway ExtraBold"/>
                <a:sym typeface="Raleway ExtraBold"/>
              </a:rPr>
              <a:t>II. Thang sóng điện từ</a:t>
            </a:r>
            <a:endParaRPr sz="5000" b="0" i="0" u="none" strike="noStrike" cap="none">
              <a:solidFill>
                <a:schemeClr val="dk1"/>
              </a:solidFill>
              <a:latin typeface="Raleway ExtraBold"/>
              <a:ea typeface="Raleway ExtraBold"/>
              <a:cs typeface="Raleway ExtraBold"/>
              <a:sym typeface="Raleway ExtraBold"/>
            </a:endParaRPr>
          </a:p>
        </p:txBody>
      </p:sp>
      <p:sp>
        <p:nvSpPr>
          <p:cNvPr id="104" name="Google Shape;104;p14"/>
          <p:cNvSpPr txBox="1">
            <a:spLocks noGrp="1"/>
          </p:cNvSpPr>
          <p:nvPr>
            <p:ph type="subTitle" idx="1"/>
          </p:nvPr>
        </p:nvSpPr>
        <p:spPr>
          <a:xfrm>
            <a:off x="609600" y="1024950"/>
            <a:ext cx="7772400" cy="7848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Clr>
                <a:schemeClr val="lt1"/>
              </a:buClr>
              <a:buSzPts val="1800"/>
              <a:buNone/>
            </a:pPr>
            <a:r>
              <a:rPr lang="en-US"/>
              <a:t>Sự khác nhau về bước sóng (hay tần số) của các loại sóng điện từ đã dẫn đến sự khác nhau về tính chất và công dụng của chúng.</a:t>
            </a:r>
            <a:endParaRPr lang="en-US"/>
          </a:p>
        </p:txBody>
      </p:sp>
      <p:pic>
        <p:nvPicPr>
          <p:cNvPr id="105" name="Google Shape;105;p14"/>
          <p:cNvPicPr preferRelativeResize="0"/>
          <p:nvPr/>
        </p:nvPicPr>
        <p:blipFill rotWithShape="1">
          <a:blip r:embed="rId1"/>
          <a:srcRect/>
          <a:stretch>
            <a:fillRect/>
          </a:stretch>
        </p:blipFill>
        <p:spPr>
          <a:xfrm>
            <a:off x="533400" y="2038350"/>
            <a:ext cx="8265506" cy="2579594"/>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5"/>
          <p:cNvSpPr txBox="1">
            <a:spLocks noGrp="1"/>
          </p:cNvSpPr>
          <p:nvPr>
            <p:ph type="title"/>
          </p:nvPr>
        </p:nvSpPr>
        <p:spPr>
          <a:xfrm>
            <a:off x="922000" y="815575"/>
            <a:ext cx="7287000" cy="85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4200"/>
              <a:buNone/>
            </a:pPr>
            <a:r>
              <a:rPr lang="en-US"/>
              <a:t>Nhiệm vụ</a:t>
            </a:r>
            <a:endParaRPr lang="en-US"/>
          </a:p>
        </p:txBody>
      </p:sp>
      <p:sp>
        <p:nvSpPr>
          <p:cNvPr id="111" name="Google Shape;111;p15"/>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
              <a:buNone/>
            </a:pPr>
            <a:fld id="{00000000-1234-1234-1234-123412341234}" type="slidenum">
              <a:rPr lang="en-US"/>
            </a:fld>
            <a:endParaRPr lang="en-US"/>
          </a:p>
        </p:txBody>
      </p:sp>
      <p:sp>
        <p:nvSpPr>
          <p:cNvPr id="112" name="Google Shape;112;p15"/>
          <p:cNvSpPr/>
          <p:nvPr/>
        </p:nvSpPr>
        <p:spPr>
          <a:xfrm>
            <a:off x="991950" y="1637950"/>
            <a:ext cx="3515400" cy="1324500"/>
          </a:xfrm>
          <a:prstGeom prst="rect">
            <a:avLst/>
          </a:prstGeom>
          <a:solidFill>
            <a:schemeClr val="lt2"/>
          </a:solidFill>
          <a:ln>
            <a:noFill/>
          </a:ln>
        </p:spPr>
        <p:txBody>
          <a:bodyPr spcFirstLastPara="1" wrap="square" lIns="91425" tIns="91425" rIns="1371600" bIns="91425" anchor="t"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r>
              <a:rPr lang="en-US" sz="1400" b="1" i="0" u="none" strike="noStrike" cap="none">
                <a:solidFill>
                  <a:schemeClr val="dk1"/>
                </a:solidFill>
                <a:latin typeface="Raleway"/>
                <a:ea typeface="Raleway"/>
                <a:cs typeface="Raleway"/>
                <a:sym typeface="Raleway"/>
              </a:rPr>
              <a:t>NHÓM 1</a:t>
            </a:r>
            <a:endParaRPr sz="1400" b="1" i="0" u="none" strike="noStrike" cap="none">
              <a:solidFill>
                <a:schemeClr val="dk1"/>
              </a:solidFill>
              <a:latin typeface="Raleway"/>
              <a:ea typeface="Raleway"/>
              <a:cs typeface="Raleway"/>
              <a:sym typeface="Raleway"/>
            </a:endParaRPr>
          </a:p>
          <a:p>
            <a:pPr marL="0" marR="0" lvl="0" indent="0" algn="l" rtl="0">
              <a:lnSpc>
                <a:spcPct val="100000"/>
              </a:lnSpc>
              <a:spcBef>
                <a:spcPts val="600"/>
              </a:spcBef>
              <a:spcAft>
                <a:spcPts val="600"/>
              </a:spcAft>
              <a:buClr>
                <a:srgbClr val="000000"/>
              </a:buClr>
              <a:buSzPts val="1400"/>
              <a:buFont typeface="Arial" panose="020B0704020202020204"/>
              <a:buNone/>
            </a:pPr>
            <a:r>
              <a:rPr lang="en-US" sz="1400" b="0" i="0" u="none" strike="noStrike" cap="none">
                <a:solidFill>
                  <a:schemeClr val="dk1"/>
                </a:solidFill>
                <a:latin typeface="Raleway"/>
                <a:ea typeface="Raleway"/>
                <a:cs typeface="Raleway"/>
                <a:sym typeface="Raleway"/>
              </a:rPr>
              <a:t>Tìm hiểu về ánh sáng nhìn thấy</a:t>
            </a:r>
            <a:endParaRPr sz="1400" b="0" i="0" u="none" strike="noStrike" cap="none">
              <a:solidFill>
                <a:schemeClr val="dk1"/>
              </a:solidFill>
              <a:latin typeface="Raleway"/>
              <a:ea typeface="Raleway"/>
              <a:cs typeface="Raleway"/>
              <a:sym typeface="Raleway"/>
            </a:endParaRPr>
          </a:p>
        </p:txBody>
      </p:sp>
      <p:sp>
        <p:nvSpPr>
          <p:cNvPr id="113" name="Google Shape;113;p15"/>
          <p:cNvSpPr/>
          <p:nvPr/>
        </p:nvSpPr>
        <p:spPr>
          <a:xfrm>
            <a:off x="4652791" y="1637950"/>
            <a:ext cx="3515400" cy="1324500"/>
          </a:xfrm>
          <a:prstGeom prst="rect">
            <a:avLst/>
          </a:prstGeom>
          <a:solidFill>
            <a:schemeClr val="lt2"/>
          </a:solidFill>
          <a:ln>
            <a:noFill/>
          </a:ln>
        </p:spPr>
        <p:txBody>
          <a:bodyPr spcFirstLastPara="1" wrap="square" lIns="1371600" tIns="91425" rIns="91425" bIns="91425" anchor="t" anchorCtr="0">
            <a:noAutofit/>
          </a:bodyPr>
          <a:lstStyle/>
          <a:p>
            <a:pPr marL="0" marR="0" lvl="0" indent="0" algn="r" rtl="0">
              <a:lnSpc>
                <a:spcPct val="100000"/>
              </a:lnSpc>
              <a:spcBef>
                <a:spcPts val="0"/>
              </a:spcBef>
              <a:spcAft>
                <a:spcPts val="0"/>
              </a:spcAft>
              <a:buClr>
                <a:schemeClr val="dk1"/>
              </a:buClr>
              <a:buSzPts val="1100"/>
              <a:buFont typeface="Arial" panose="020B0704020202020204"/>
              <a:buNone/>
            </a:pPr>
            <a:r>
              <a:rPr lang="en-US" sz="1400" b="1" i="0" u="none" strike="noStrike" cap="none">
                <a:solidFill>
                  <a:schemeClr val="dk1"/>
                </a:solidFill>
                <a:latin typeface="Raleway"/>
                <a:ea typeface="Raleway"/>
                <a:cs typeface="Raleway"/>
                <a:sym typeface="Raleway"/>
              </a:rPr>
              <a:t>NHÓM 2</a:t>
            </a:r>
            <a:endParaRPr sz="1400" b="1" i="0" u="none" strike="noStrike" cap="none">
              <a:solidFill>
                <a:schemeClr val="dk1"/>
              </a:solidFill>
              <a:latin typeface="Raleway"/>
              <a:ea typeface="Raleway"/>
              <a:cs typeface="Raleway"/>
              <a:sym typeface="Raleway"/>
            </a:endParaRPr>
          </a:p>
          <a:p>
            <a:pPr marL="0" marR="0" lvl="0" indent="0" algn="r" rtl="0">
              <a:lnSpc>
                <a:spcPct val="100000"/>
              </a:lnSpc>
              <a:spcBef>
                <a:spcPts val="600"/>
              </a:spcBef>
              <a:spcAft>
                <a:spcPts val="600"/>
              </a:spcAft>
              <a:buClr>
                <a:srgbClr val="000000"/>
              </a:buClr>
              <a:buSzPts val="1400"/>
              <a:buFont typeface="Arial" panose="020B0704020202020204"/>
              <a:buNone/>
            </a:pPr>
            <a:r>
              <a:rPr lang="en-US" sz="1400" b="0" i="0" u="none" strike="noStrike" cap="none">
                <a:solidFill>
                  <a:schemeClr val="dk1"/>
                </a:solidFill>
                <a:latin typeface="Raleway"/>
                <a:ea typeface="Raleway"/>
                <a:cs typeface="Raleway"/>
                <a:sym typeface="Raleway"/>
              </a:rPr>
              <a:t>Tìm hiểu về tia hồng ngoại, tia tử ngoại.</a:t>
            </a:r>
            <a:endParaRPr sz="1400" b="0" i="0" u="none" strike="noStrike" cap="none">
              <a:solidFill>
                <a:schemeClr val="dk1"/>
              </a:solidFill>
              <a:latin typeface="Raleway"/>
              <a:ea typeface="Raleway"/>
              <a:cs typeface="Raleway"/>
              <a:sym typeface="Raleway"/>
            </a:endParaRPr>
          </a:p>
        </p:txBody>
      </p:sp>
      <p:sp>
        <p:nvSpPr>
          <p:cNvPr id="114" name="Google Shape;114;p15"/>
          <p:cNvSpPr/>
          <p:nvPr/>
        </p:nvSpPr>
        <p:spPr>
          <a:xfrm>
            <a:off x="991950" y="3107619"/>
            <a:ext cx="3515400" cy="1324500"/>
          </a:xfrm>
          <a:prstGeom prst="rect">
            <a:avLst/>
          </a:prstGeom>
          <a:solidFill>
            <a:schemeClr val="lt2"/>
          </a:solidFill>
          <a:ln>
            <a:noFill/>
          </a:ln>
        </p:spPr>
        <p:txBody>
          <a:bodyPr spcFirstLastPara="1" wrap="square" lIns="91425" tIns="91425" rIns="1371600" bIns="91425" anchor="b" anchorCtr="0">
            <a:noAutofit/>
          </a:bodyPr>
          <a:lstStyle/>
          <a:p>
            <a:pPr marL="0" marR="0" lvl="0" indent="0" algn="l" rtl="0">
              <a:lnSpc>
                <a:spcPct val="100000"/>
              </a:lnSpc>
              <a:spcBef>
                <a:spcPts val="0"/>
              </a:spcBef>
              <a:spcAft>
                <a:spcPts val="0"/>
              </a:spcAft>
              <a:buClr>
                <a:schemeClr val="dk1"/>
              </a:buClr>
              <a:buSzPts val="1100"/>
              <a:buFont typeface="Arial" panose="020B0704020202020204"/>
              <a:buNone/>
            </a:pPr>
            <a:endParaRPr sz="1400" b="1" i="0" u="none" strike="noStrike" cap="none">
              <a:solidFill>
                <a:schemeClr val="dk1"/>
              </a:solidFill>
              <a:latin typeface="Raleway"/>
              <a:ea typeface="Raleway"/>
              <a:cs typeface="Raleway"/>
              <a:sym typeface="Raleway"/>
            </a:endParaRPr>
          </a:p>
          <a:p>
            <a:pPr marL="0" marR="0" lvl="0" indent="0" algn="l" rtl="0">
              <a:lnSpc>
                <a:spcPct val="100000"/>
              </a:lnSpc>
              <a:spcBef>
                <a:spcPts val="600"/>
              </a:spcBef>
              <a:spcAft>
                <a:spcPts val="0"/>
              </a:spcAft>
              <a:buClr>
                <a:schemeClr val="dk1"/>
              </a:buClr>
              <a:buSzPts val="1100"/>
              <a:buFont typeface="Arial" panose="020B0704020202020204"/>
              <a:buNone/>
            </a:pPr>
            <a:r>
              <a:rPr lang="en-US" sz="1400" b="0" i="0" u="none" strike="noStrike" cap="none">
                <a:solidFill>
                  <a:schemeClr val="dk1"/>
                </a:solidFill>
                <a:latin typeface="Raleway"/>
                <a:ea typeface="Raleway"/>
                <a:cs typeface="Raleway"/>
                <a:sym typeface="Raleway"/>
              </a:rPr>
              <a:t>Tìm hiểu về sóng vô tuyến.</a:t>
            </a:r>
            <a:endParaRPr sz="1400" b="0" i="0" u="none" strike="noStrike" cap="none">
              <a:solidFill>
                <a:schemeClr val="dk1"/>
              </a:solidFill>
              <a:latin typeface="Raleway"/>
              <a:ea typeface="Raleway"/>
              <a:cs typeface="Raleway"/>
              <a:sym typeface="Raleway"/>
            </a:endParaRPr>
          </a:p>
          <a:p>
            <a:pPr marL="0" marR="0" lvl="0" indent="0" algn="l" rtl="0">
              <a:lnSpc>
                <a:spcPct val="100000"/>
              </a:lnSpc>
              <a:spcBef>
                <a:spcPts val="600"/>
              </a:spcBef>
              <a:spcAft>
                <a:spcPts val="600"/>
              </a:spcAft>
              <a:buClr>
                <a:schemeClr val="dk1"/>
              </a:buClr>
              <a:buSzPts val="1100"/>
              <a:buFont typeface="Arial" panose="020B0704020202020204"/>
              <a:buNone/>
            </a:pPr>
            <a:r>
              <a:rPr lang="en-US" sz="1400" b="1" i="0" u="none" strike="noStrike" cap="none">
                <a:solidFill>
                  <a:schemeClr val="dk1"/>
                </a:solidFill>
                <a:latin typeface="Raleway"/>
                <a:ea typeface="Raleway"/>
                <a:cs typeface="Raleway"/>
                <a:sym typeface="Raleway"/>
              </a:rPr>
              <a:t>NHÓM 3</a:t>
            </a:r>
            <a:endParaRPr sz="1400" b="0" i="0" u="none" strike="noStrike" cap="none">
              <a:solidFill>
                <a:schemeClr val="dk1"/>
              </a:solidFill>
              <a:latin typeface="Raleway"/>
              <a:ea typeface="Raleway"/>
              <a:cs typeface="Raleway"/>
              <a:sym typeface="Raleway"/>
            </a:endParaRPr>
          </a:p>
        </p:txBody>
      </p:sp>
      <p:sp>
        <p:nvSpPr>
          <p:cNvPr id="115" name="Google Shape;115;p15"/>
          <p:cNvSpPr/>
          <p:nvPr/>
        </p:nvSpPr>
        <p:spPr>
          <a:xfrm>
            <a:off x="4652791" y="3107619"/>
            <a:ext cx="3515400" cy="1324500"/>
          </a:xfrm>
          <a:prstGeom prst="rect">
            <a:avLst/>
          </a:prstGeom>
          <a:solidFill>
            <a:schemeClr val="lt2"/>
          </a:solidFill>
          <a:ln>
            <a:noFill/>
          </a:ln>
        </p:spPr>
        <p:txBody>
          <a:bodyPr spcFirstLastPara="1" wrap="square" lIns="1371600" tIns="91425" rIns="91425" bIns="91425" anchor="b" anchorCtr="0">
            <a:noAutofit/>
          </a:bodyPr>
          <a:lstStyle/>
          <a:p>
            <a:pPr marL="0" marR="0" lvl="0" indent="0" algn="r" rtl="0">
              <a:lnSpc>
                <a:spcPct val="100000"/>
              </a:lnSpc>
              <a:spcBef>
                <a:spcPts val="0"/>
              </a:spcBef>
              <a:spcAft>
                <a:spcPts val="0"/>
              </a:spcAft>
              <a:buClr>
                <a:schemeClr val="dk1"/>
              </a:buClr>
              <a:buSzPts val="1100"/>
              <a:buFont typeface="Arial" panose="020B0704020202020204"/>
              <a:buNone/>
            </a:pPr>
            <a:r>
              <a:rPr lang="en-US" sz="1400" b="0" i="0" u="none" strike="noStrike" cap="none">
                <a:solidFill>
                  <a:schemeClr val="dk1"/>
                </a:solidFill>
                <a:latin typeface="Raleway"/>
                <a:ea typeface="Raleway"/>
                <a:cs typeface="Raleway"/>
                <a:sym typeface="Raleway"/>
              </a:rPr>
              <a:t>Tìm hiểu về  tia Ronghen-tia gamma.</a:t>
            </a:r>
            <a:endParaRPr sz="1400" b="0" i="0" u="none" strike="noStrike" cap="none">
              <a:solidFill>
                <a:schemeClr val="dk1"/>
              </a:solidFill>
              <a:latin typeface="Raleway"/>
              <a:ea typeface="Raleway"/>
              <a:cs typeface="Raleway"/>
              <a:sym typeface="Raleway"/>
            </a:endParaRPr>
          </a:p>
          <a:p>
            <a:pPr marL="0" marR="0" lvl="0" indent="0" algn="r" rtl="0">
              <a:lnSpc>
                <a:spcPct val="100000"/>
              </a:lnSpc>
              <a:spcBef>
                <a:spcPts val="600"/>
              </a:spcBef>
              <a:spcAft>
                <a:spcPts val="600"/>
              </a:spcAft>
              <a:buClr>
                <a:srgbClr val="000000"/>
              </a:buClr>
              <a:buSzPts val="1400"/>
              <a:buFont typeface="Arial" panose="020B0704020202020204"/>
              <a:buNone/>
            </a:pPr>
            <a:r>
              <a:rPr lang="en-US" sz="1400" b="1" i="0" u="none" strike="noStrike" cap="none">
                <a:solidFill>
                  <a:schemeClr val="dk1"/>
                </a:solidFill>
                <a:latin typeface="Raleway"/>
                <a:ea typeface="Raleway"/>
                <a:cs typeface="Raleway"/>
                <a:sym typeface="Raleway"/>
              </a:rPr>
              <a:t>NHÓM 4</a:t>
            </a:r>
            <a:endParaRPr sz="1400" b="0" i="0" u="none" strike="noStrike" cap="none">
              <a:solidFill>
                <a:schemeClr val="dk1"/>
              </a:solidFill>
              <a:latin typeface="Raleway"/>
              <a:ea typeface="Raleway"/>
              <a:cs typeface="Raleway"/>
              <a:sym typeface="Raleway"/>
            </a:endParaRPr>
          </a:p>
        </p:txBody>
      </p:sp>
      <p:sp>
        <p:nvSpPr>
          <p:cNvPr id="116" name="Google Shape;116;p15"/>
          <p:cNvSpPr/>
          <p:nvPr/>
        </p:nvSpPr>
        <p:spPr>
          <a:xfrm>
            <a:off x="3498242" y="1951348"/>
            <a:ext cx="2020200" cy="2020200"/>
          </a:xfrm>
          <a:prstGeom prst="pie">
            <a:avLst>
              <a:gd name="adj1" fmla="val 10788866"/>
              <a:gd name="adj2" fmla="val 1620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117" name="Google Shape;117;p15"/>
          <p:cNvSpPr/>
          <p:nvPr/>
        </p:nvSpPr>
        <p:spPr>
          <a:xfrm rot="5400000">
            <a:off x="3643769" y="1951348"/>
            <a:ext cx="2020200" cy="2020200"/>
          </a:xfrm>
          <a:prstGeom prst="pie">
            <a:avLst>
              <a:gd name="adj1" fmla="val 10788866"/>
              <a:gd name="adj2" fmla="val 16200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118" name="Google Shape;118;p15"/>
          <p:cNvSpPr/>
          <p:nvPr/>
        </p:nvSpPr>
        <p:spPr>
          <a:xfrm rot="10800000">
            <a:off x="3643769" y="2098015"/>
            <a:ext cx="2020200" cy="2020200"/>
          </a:xfrm>
          <a:prstGeom prst="pie">
            <a:avLst>
              <a:gd name="adj1" fmla="val 10788866"/>
              <a:gd name="adj2" fmla="val 1620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119" name="Google Shape;119;p15"/>
          <p:cNvSpPr/>
          <p:nvPr/>
        </p:nvSpPr>
        <p:spPr>
          <a:xfrm rot="-5400000">
            <a:off x="3498242" y="2098015"/>
            <a:ext cx="2020200" cy="2020200"/>
          </a:xfrm>
          <a:prstGeom prst="pie">
            <a:avLst>
              <a:gd name="adj1" fmla="val 10788866"/>
              <a:gd name="adj2" fmla="val 16200000"/>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120" name="Google Shape;120;p15"/>
          <p:cNvSpPr/>
          <p:nvPr/>
        </p:nvSpPr>
        <p:spPr>
          <a:xfrm>
            <a:off x="3963317" y="2372724"/>
            <a:ext cx="289571" cy="373185"/>
          </a:xfrm>
          <a:prstGeom prst="rect">
            <a:avLst/>
          </a:prstGeom>
        </p:spPr>
        <p:txBody>
          <a:bodyPr>
            <a:prstTxWarp prst="textPlain">
              <a:avLst/>
            </a:prstTxWarp>
          </a:bodyPr>
          <a:lstStyle/>
          <a:p>
            <a:pPr lvl="0" algn="ctr"/>
            <a:r>
              <a:rPr b="1" i="0">
                <a:ln>
                  <a:noFill/>
                </a:ln>
                <a:solidFill>
                  <a:schemeClr val="lt1"/>
                </a:solidFill>
                <a:latin typeface="Raleway"/>
              </a:rPr>
              <a:t>1</a:t>
            </a:r>
            <a:endParaRPr b="1" i="0">
              <a:ln>
                <a:noFill/>
              </a:ln>
              <a:solidFill>
                <a:schemeClr val="lt1"/>
              </a:solidFill>
              <a:latin typeface="Raleway"/>
            </a:endParaRPr>
          </a:p>
        </p:txBody>
      </p:sp>
      <p:sp>
        <p:nvSpPr>
          <p:cNvPr id="121" name="Google Shape;121;p15"/>
          <p:cNvSpPr/>
          <p:nvPr/>
        </p:nvSpPr>
        <p:spPr>
          <a:xfrm>
            <a:off x="4812123" y="2379175"/>
            <a:ext cx="544043" cy="366475"/>
          </a:xfrm>
          <a:prstGeom prst="rect">
            <a:avLst/>
          </a:prstGeom>
        </p:spPr>
        <p:txBody>
          <a:bodyPr>
            <a:prstTxWarp prst="textPlain">
              <a:avLst/>
            </a:prstTxWarp>
          </a:bodyPr>
          <a:lstStyle/>
          <a:p>
            <a:pPr lvl="0" algn="ctr"/>
            <a:r>
              <a:rPr b="1" i="0">
                <a:ln>
                  <a:noFill/>
                </a:ln>
                <a:solidFill>
                  <a:schemeClr val="lt1"/>
                </a:solidFill>
                <a:latin typeface="Raleway"/>
              </a:rPr>
              <a:t>2</a:t>
            </a:r>
            <a:endParaRPr b="1" i="0">
              <a:ln>
                <a:noFill/>
              </a:ln>
              <a:solidFill>
                <a:schemeClr val="lt1"/>
              </a:solidFill>
              <a:latin typeface="Raleway"/>
            </a:endParaRPr>
          </a:p>
        </p:txBody>
      </p:sp>
      <p:sp>
        <p:nvSpPr>
          <p:cNvPr id="122" name="Google Shape;122;p15"/>
          <p:cNvSpPr/>
          <p:nvPr/>
        </p:nvSpPr>
        <p:spPr>
          <a:xfrm>
            <a:off x="3934411" y="3297379"/>
            <a:ext cx="357706" cy="371637"/>
          </a:xfrm>
          <a:prstGeom prst="rect">
            <a:avLst/>
          </a:prstGeom>
        </p:spPr>
        <p:txBody>
          <a:bodyPr>
            <a:prstTxWarp prst="textPlain">
              <a:avLst/>
            </a:prstTxWarp>
          </a:bodyPr>
          <a:lstStyle/>
          <a:p>
            <a:pPr lvl="0" algn="ctr"/>
            <a:r>
              <a:rPr b="1" i="0">
                <a:ln>
                  <a:noFill/>
                </a:ln>
                <a:solidFill>
                  <a:schemeClr val="lt1"/>
                </a:solidFill>
                <a:latin typeface="Raleway"/>
              </a:rPr>
              <a:t>3</a:t>
            </a:r>
            <a:endParaRPr b="1" i="0">
              <a:ln>
                <a:noFill/>
              </a:ln>
              <a:solidFill>
                <a:schemeClr val="lt1"/>
              </a:solidFill>
              <a:latin typeface="Raleway"/>
            </a:endParaRPr>
          </a:p>
        </p:txBody>
      </p:sp>
      <p:sp>
        <p:nvSpPr>
          <p:cNvPr id="123" name="Google Shape;123;p15"/>
          <p:cNvSpPr/>
          <p:nvPr/>
        </p:nvSpPr>
        <p:spPr>
          <a:xfrm>
            <a:off x="4907614" y="3303830"/>
            <a:ext cx="305056" cy="366475"/>
          </a:xfrm>
          <a:prstGeom prst="rect">
            <a:avLst/>
          </a:prstGeom>
        </p:spPr>
        <p:txBody>
          <a:bodyPr>
            <a:prstTxWarp prst="textPlain">
              <a:avLst/>
            </a:prstTxWarp>
          </a:bodyPr>
          <a:lstStyle/>
          <a:p>
            <a:pPr lvl="0" algn="ctr"/>
            <a:r>
              <a:rPr b="1" i="0">
                <a:ln>
                  <a:noFill/>
                </a:ln>
                <a:solidFill>
                  <a:schemeClr val="lt1"/>
                </a:solidFill>
                <a:latin typeface="Raleway"/>
              </a:rPr>
              <a:t>4</a:t>
            </a:r>
            <a:endParaRPr b="1" i="0">
              <a:ln>
                <a:noFill/>
              </a:ln>
              <a:solidFill>
                <a:schemeClr val="lt1"/>
              </a:solidFill>
              <a:latin typeface="Raleway"/>
            </a:endParaRPr>
          </a:p>
        </p:txBody>
      </p:sp>
      <p:sp>
        <p:nvSpPr>
          <p:cNvPr id="124" name="Google Shape;124;p15"/>
          <p:cNvSpPr/>
          <p:nvPr/>
        </p:nvSpPr>
        <p:spPr>
          <a:xfrm>
            <a:off x="8055177" y="292676"/>
            <a:ext cx="796167" cy="796157"/>
          </a:xfrm>
          <a:custGeom>
            <a:avLst/>
            <a:gdLst/>
            <a:ahLst/>
            <a:cxnLst/>
            <a:rect l="l" t="t" r="r" b="b"/>
            <a:pathLst>
              <a:path w="16072" h="16071" extrusionOk="0">
                <a:moveTo>
                  <a:pt x="8036" y="0"/>
                </a:moveTo>
                <a:lnTo>
                  <a:pt x="7938" y="24"/>
                </a:lnTo>
                <a:lnTo>
                  <a:pt x="7792" y="98"/>
                </a:lnTo>
                <a:lnTo>
                  <a:pt x="7328" y="366"/>
                </a:lnTo>
                <a:lnTo>
                  <a:pt x="7059" y="537"/>
                </a:lnTo>
                <a:lnTo>
                  <a:pt x="6766" y="757"/>
                </a:lnTo>
                <a:lnTo>
                  <a:pt x="6448" y="977"/>
                </a:lnTo>
                <a:lnTo>
                  <a:pt x="6155" y="1246"/>
                </a:lnTo>
                <a:lnTo>
                  <a:pt x="5887" y="1514"/>
                </a:lnTo>
                <a:lnTo>
                  <a:pt x="5643" y="1807"/>
                </a:lnTo>
                <a:lnTo>
                  <a:pt x="5447" y="2100"/>
                </a:lnTo>
                <a:lnTo>
                  <a:pt x="5374" y="2247"/>
                </a:lnTo>
                <a:lnTo>
                  <a:pt x="5325" y="2418"/>
                </a:lnTo>
                <a:lnTo>
                  <a:pt x="5276" y="2564"/>
                </a:lnTo>
                <a:lnTo>
                  <a:pt x="5252" y="2711"/>
                </a:lnTo>
                <a:lnTo>
                  <a:pt x="5252" y="2858"/>
                </a:lnTo>
                <a:lnTo>
                  <a:pt x="5276" y="3029"/>
                </a:lnTo>
                <a:lnTo>
                  <a:pt x="5325" y="3175"/>
                </a:lnTo>
                <a:lnTo>
                  <a:pt x="5398" y="3322"/>
                </a:lnTo>
                <a:lnTo>
                  <a:pt x="5496" y="3468"/>
                </a:lnTo>
                <a:lnTo>
                  <a:pt x="5618" y="3615"/>
                </a:lnTo>
                <a:lnTo>
                  <a:pt x="5814" y="3761"/>
                </a:lnTo>
                <a:lnTo>
                  <a:pt x="6009" y="3859"/>
                </a:lnTo>
                <a:lnTo>
                  <a:pt x="6204" y="3957"/>
                </a:lnTo>
                <a:lnTo>
                  <a:pt x="6424" y="4005"/>
                </a:lnTo>
                <a:lnTo>
                  <a:pt x="6644" y="4054"/>
                </a:lnTo>
                <a:lnTo>
                  <a:pt x="6864" y="4152"/>
                </a:lnTo>
                <a:lnTo>
                  <a:pt x="7059" y="4250"/>
                </a:lnTo>
                <a:lnTo>
                  <a:pt x="7254" y="4421"/>
                </a:lnTo>
                <a:lnTo>
                  <a:pt x="7425" y="4616"/>
                </a:lnTo>
                <a:lnTo>
                  <a:pt x="7523" y="4836"/>
                </a:lnTo>
                <a:lnTo>
                  <a:pt x="7596" y="5080"/>
                </a:lnTo>
                <a:lnTo>
                  <a:pt x="7621" y="5373"/>
                </a:lnTo>
                <a:lnTo>
                  <a:pt x="7596" y="5569"/>
                </a:lnTo>
                <a:lnTo>
                  <a:pt x="7572" y="5788"/>
                </a:lnTo>
                <a:lnTo>
                  <a:pt x="7499" y="5984"/>
                </a:lnTo>
                <a:lnTo>
                  <a:pt x="7425" y="6179"/>
                </a:lnTo>
                <a:lnTo>
                  <a:pt x="7328" y="6374"/>
                </a:lnTo>
                <a:lnTo>
                  <a:pt x="7206" y="6570"/>
                </a:lnTo>
                <a:lnTo>
                  <a:pt x="7059" y="6741"/>
                </a:lnTo>
                <a:lnTo>
                  <a:pt x="6913" y="6912"/>
                </a:lnTo>
                <a:lnTo>
                  <a:pt x="6742" y="7058"/>
                </a:lnTo>
                <a:lnTo>
                  <a:pt x="6571" y="7205"/>
                </a:lnTo>
                <a:lnTo>
                  <a:pt x="6400" y="7303"/>
                </a:lnTo>
                <a:lnTo>
                  <a:pt x="6204" y="7425"/>
                </a:lnTo>
                <a:lnTo>
                  <a:pt x="6009" y="7498"/>
                </a:lnTo>
                <a:lnTo>
                  <a:pt x="5789" y="7571"/>
                </a:lnTo>
                <a:lnTo>
                  <a:pt x="5569" y="7596"/>
                </a:lnTo>
                <a:lnTo>
                  <a:pt x="5374" y="7620"/>
                </a:lnTo>
                <a:lnTo>
                  <a:pt x="5105" y="7596"/>
                </a:lnTo>
                <a:lnTo>
                  <a:pt x="4861" y="7522"/>
                </a:lnTo>
                <a:lnTo>
                  <a:pt x="4617" y="7425"/>
                </a:lnTo>
                <a:lnTo>
                  <a:pt x="4421" y="7254"/>
                </a:lnTo>
                <a:lnTo>
                  <a:pt x="4250" y="7058"/>
                </a:lnTo>
                <a:lnTo>
                  <a:pt x="4128" y="6839"/>
                </a:lnTo>
                <a:lnTo>
                  <a:pt x="4055" y="6619"/>
                </a:lnTo>
                <a:lnTo>
                  <a:pt x="3982" y="6399"/>
                </a:lnTo>
                <a:lnTo>
                  <a:pt x="3933" y="6204"/>
                </a:lnTo>
                <a:lnTo>
                  <a:pt x="3860" y="6008"/>
                </a:lnTo>
                <a:lnTo>
                  <a:pt x="3762" y="5813"/>
                </a:lnTo>
                <a:lnTo>
                  <a:pt x="3615" y="5617"/>
                </a:lnTo>
                <a:lnTo>
                  <a:pt x="3469" y="5495"/>
                </a:lnTo>
                <a:lnTo>
                  <a:pt x="3322" y="5398"/>
                </a:lnTo>
                <a:lnTo>
                  <a:pt x="3176" y="5324"/>
                </a:lnTo>
                <a:lnTo>
                  <a:pt x="3029" y="5275"/>
                </a:lnTo>
                <a:lnTo>
                  <a:pt x="2858" y="5251"/>
                </a:lnTo>
                <a:lnTo>
                  <a:pt x="2712" y="5251"/>
                </a:lnTo>
                <a:lnTo>
                  <a:pt x="2565" y="5275"/>
                </a:lnTo>
                <a:lnTo>
                  <a:pt x="2419" y="5324"/>
                </a:lnTo>
                <a:lnTo>
                  <a:pt x="2248" y="5373"/>
                </a:lnTo>
                <a:lnTo>
                  <a:pt x="2101" y="5446"/>
                </a:lnTo>
                <a:lnTo>
                  <a:pt x="1808" y="5642"/>
                </a:lnTo>
                <a:lnTo>
                  <a:pt x="1515" y="5886"/>
                </a:lnTo>
                <a:lnTo>
                  <a:pt x="1246" y="6155"/>
                </a:lnTo>
                <a:lnTo>
                  <a:pt x="978" y="6448"/>
                </a:lnTo>
                <a:lnTo>
                  <a:pt x="758" y="6765"/>
                </a:lnTo>
                <a:lnTo>
                  <a:pt x="538" y="7058"/>
                </a:lnTo>
                <a:lnTo>
                  <a:pt x="367" y="7327"/>
                </a:lnTo>
                <a:lnTo>
                  <a:pt x="99" y="7791"/>
                </a:lnTo>
                <a:lnTo>
                  <a:pt x="25" y="7938"/>
                </a:lnTo>
                <a:lnTo>
                  <a:pt x="1" y="8035"/>
                </a:lnTo>
                <a:lnTo>
                  <a:pt x="25" y="8231"/>
                </a:lnTo>
                <a:lnTo>
                  <a:pt x="74" y="8402"/>
                </a:lnTo>
                <a:lnTo>
                  <a:pt x="172" y="8597"/>
                </a:lnTo>
                <a:lnTo>
                  <a:pt x="294" y="8744"/>
                </a:lnTo>
                <a:lnTo>
                  <a:pt x="587" y="9012"/>
                </a:lnTo>
                <a:lnTo>
                  <a:pt x="880" y="9256"/>
                </a:lnTo>
                <a:lnTo>
                  <a:pt x="1417" y="9696"/>
                </a:lnTo>
                <a:lnTo>
                  <a:pt x="1906" y="10062"/>
                </a:lnTo>
                <a:lnTo>
                  <a:pt x="2101" y="10233"/>
                </a:lnTo>
                <a:lnTo>
                  <a:pt x="2297" y="10404"/>
                </a:lnTo>
                <a:lnTo>
                  <a:pt x="2419" y="10575"/>
                </a:lnTo>
                <a:lnTo>
                  <a:pt x="2541" y="10746"/>
                </a:lnTo>
                <a:lnTo>
                  <a:pt x="2590" y="10917"/>
                </a:lnTo>
                <a:lnTo>
                  <a:pt x="2590" y="11113"/>
                </a:lnTo>
                <a:lnTo>
                  <a:pt x="2541" y="11308"/>
                </a:lnTo>
                <a:lnTo>
                  <a:pt x="2443" y="11528"/>
                </a:lnTo>
                <a:lnTo>
                  <a:pt x="2272" y="11772"/>
                </a:lnTo>
                <a:lnTo>
                  <a:pt x="2004" y="12041"/>
                </a:lnTo>
                <a:lnTo>
                  <a:pt x="1833" y="12212"/>
                </a:lnTo>
                <a:lnTo>
                  <a:pt x="1637" y="12309"/>
                </a:lnTo>
                <a:lnTo>
                  <a:pt x="1417" y="12383"/>
                </a:lnTo>
                <a:lnTo>
                  <a:pt x="1222" y="12431"/>
                </a:lnTo>
                <a:lnTo>
                  <a:pt x="1002" y="12480"/>
                </a:lnTo>
                <a:lnTo>
                  <a:pt x="782" y="12578"/>
                </a:lnTo>
                <a:lnTo>
                  <a:pt x="587" y="12700"/>
                </a:lnTo>
                <a:lnTo>
                  <a:pt x="367" y="12871"/>
                </a:lnTo>
                <a:lnTo>
                  <a:pt x="196" y="13066"/>
                </a:lnTo>
                <a:lnTo>
                  <a:pt x="99" y="13286"/>
                </a:lnTo>
                <a:lnTo>
                  <a:pt x="25" y="13530"/>
                </a:lnTo>
                <a:lnTo>
                  <a:pt x="1" y="13799"/>
                </a:lnTo>
                <a:lnTo>
                  <a:pt x="25" y="14019"/>
                </a:lnTo>
                <a:lnTo>
                  <a:pt x="50" y="14239"/>
                </a:lnTo>
                <a:lnTo>
                  <a:pt x="123" y="14434"/>
                </a:lnTo>
                <a:lnTo>
                  <a:pt x="221" y="14654"/>
                </a:lnTo>
                <a:lnTo>
                  <a:pt x="318" y="14825"/>
                </a:lnTo>
                <a:lnTo>
                  <a:pt x="440" y="15020"/>
                </a:lnTo>
                <a:lnTo>
                  <a:pt x="563" y="15191"/>
                </a:lnTo>
                <a:lnTo>
                  <a:pt x="709" y="15362"/>
                </a:lnTo>
                <a:lnTo>
                  <a:pt x="880" y="15509"/>
                </a:lnTo>
                <a:lnTo>
                  <a:pt x="1051" y="15631"/>
                </a:lnTo>
                <a:lnTo>
                  <a:pt x="1246" y="15753"/>
                </a:lnTo>
                <a:lnTo>
                  <a:pt x="1442" y="15875"/>
                </a:lnTo>
                <a:lnTo>
                  <a:pt x="1637" y="15948"/>
                </a:lnTo>
                <a:lnTo>
                  <a:pt x="1857" y="16022"/>
                </a:lnTo>
                <a:lnTo>
                  <a:pt x="2052" y="16046"/>
                </a:lnTo>
                <a:lnTo>
                  <a:pt x="2272" y="16070"/>
                </a:lnTo>
                <a:lnTo>
                  <a:pt x="2541" y="16046"/>
                </a:lnTo>
                <a:lnTo>
                  <a:pt x="2785" y="15973"/>
                </a:lnTo>
                <a:lnTo>
                  <a:pt x="3005" y="15875"/>
                </a:lnTo>
                <a:lnTo>
                  <a:pt x="3200" y="15704"/>
                </a:lnTo>
                <a:lnTo>
                  <a:pt x="3371" y="15509"/>
                </a:lnTo>
                <a:lnTo>
                  <a:pt x="3493" y="15289"/>
                </a:lnTo>
                <a:lnTo>
                  <a:pt x="3567" y="15094"/>
                </a:lnTo>
                <a:lnTo>
                  <a:pt x="3615" y="14874"/>
                </a:lnTo>
                <a:lnTo>
                  <a:pt x="3689" y="14654"/>
                </a:lnTo>
                <a:lnTo>
                  <a:pt x="3762" y="14459"/>
                </a:lnTo>
                <a:lnTo>
                  <a:pt x="3860" y="14239"/>
                </a:lnTo>
                <a:lnTo>
                  <a:pt x="4031" y="14068"/>
                </a:lnTo>
                <a:lnTo>
                  <a:pt x="4299" y="13824"/>
                </a:lnTo>
                <a:lnTo>
                  <a:pt x="4544" y="13628"/>
                </a:lnTo>
                <a:lnTo>
                  <a:pt x="4763" y="13530"/>
                </a:lnTo>
                <a:lnTo>
                  <a:pt x="4959" y="13482"/>
                </a:lnTo>
                <a:lnTo>
                  <a:pt x="5154" y="13482"/>
                </a:lnTo>
                <a:lnTo>
                  <a:pt x="5325" y="13530"/>
                </a:lnTo>
                <a:lnTo>
                  <a:pt x="5496" y="13653"/>
                </a:lnTo>
                <a:lnTo>
                  <a:pt x="5667" y="13775"/>
                </a:lnTo>
                <a:lnTo>
                  <a:pt x="5838" y="13970"/>
                </a:lnTo>
                <a:lnTo>
                  <a:pt x="6009" y="14165"/>
                </a:lnTo>
                <a:lnTo>
                  <a:pt x="6375" y="14654"/>
                </a:lnTo>
                <a:lnTo>
                  <a:pt x="6815" y="15191"/>
                </a:lnTo>
                <a:lnTo>
                  <a:pt x="7059" y="15484"/>
                </a:lnTo>
                <a:lnTo>
                  <a:pt x="7328" y="15777"/>
                </a:lnTo>
                <a:lnTo>
                  <a:pt x="7474" y="15899"/>
                </a:lnTo>
                <a:lnTo>
                  <a:pt x="7670" y="15997"/>
                </a:lnTo>
                <a:lnTo>
                  <a:pt x="7841" y="16046"/>
                </a:lnTo>
                <a:lnTo>
                  <a:pt x="8036" y="16070"/>
                </a:lnTo>
                <a:lnTo>
                  <a:pt x="8134" y="16046"/>
                </a:lnTo>
                <a:lnTo>
                  <a:pt x="8280" y="15973"/>
                </a:lnTo>
                <a:lnTo>
                  <a:pt x="8744" y="15704"/>
                </a:lnTo>
                <a:lnTo>
                  <a:pt x="9013" y="15533"/>
                </a:lnTo>
                <a:lnTo>
                  <a:pt x="9306" y="15313"/>
                </a:lnTo>
                <a:lnTo>
                  <a:pt x="9623" y="15094"/>
                </a:lnTo>
                <a:lnTo>
                  <a:pt x="9917" y="14825"/>
                </a:lnTo>
                <a:lnTo>
                  <a:pt x="10185" y="14556"/>
                </a:lnTo>
                <a:lnTo>
                  <a:pt x="10429" y="14263"/>
                </a:lnTo>
                <a:lnTo>
                  <a:pt x="10625" y="13970"/>
                </a:lnTo>
                <a:lnTo>
                  <a:pt x="10698" y="13824"/>
                </a:lnTo>
                <a:lnTo>
                  <a:pt x="10747" y="13653"/>
                </a:lnTo>
                <a:lnTo>
                  <a:pt x="10796" y="13506"/>
                </a:lnTo>
                <a:lnTo>
                  <a:pt x="10820" y="13359"/>
                </a:lnTo>
                <a:lnTo>
                  <a:pt x="10820" y="13213"/>
                </a:lnTo>
                <a:lnTo>
                  <a:pt x="10796" y="13042"/>
                </a:lnTo>
                <a:lnTo>
                  <a:pt x="10747" y="12895"/>
                </a:lnTo>
                <a:lnTo>
                  <a:pt x="10674" y="12749"/>
                </a:lnTo>
                <a:lnTo>
                  <a:pt x="10576" y="12602"/>
                </a:lnTo>
                <a:lnTo>
                  <a:pt x="10454" y="12456"/>
                </a:lnTo>
                <a:lnTo>
                  <a:pt x="10258" y="12309"/>
                </a:lnTo>
                <a:lnTo>
                  <a:pt x="10063" y="12212"/>
                </a:lnTo>
                <a:lnTo>
                  <a:pt x="9868" y="12138"/>
                </a:lnTo>
                <a:lnTo>
                  <a:pt x="9648" y="12065"/>
                </a:lnTo>
                <a:lnTo>
                  <a:pt x="9428" y="12016"/>
                </a:lnTo>
                <a:lnTo>
                  <a:pt x="9208" y="11919"/>
                </a:lnTo>
                <a:lnTo>
                  <a:pt x="9013" y="11821"/>
                </a:lnTo>
                <a:lnTo>
                  <a:pt x="8818" y="11650"/>
                </a:lnTo>
                <a:lnTo>
                  <a:pt x="8647" y="11454"/>
                </a:lnTo>
                <a:lnTo>
                  <a:pt x="8549" y="11235"/>
                </a:lnTo>
                <a:lnTo>
                  <a:pt x="8476" y="10990"/>
                </a:lnTo>
                <a:lnTo>
                  <a:pt x="8451" y="10697"/>
                </a:lnTo>
                <a:lnTo>
                  <a:pt x="8476" y="10502"/>
                </a:lnTo>
                <a:lnTo>
                  <a:pt x="8500" y="10282"/>
                </a:lnTo>
                <a:lnTo>
                  <a:pt x="8573" y="10087"/>
                </a:lnTo>
                <a:lnTo>
                  <a:pt x="8647" y="9891"/>
                </a:lnTo>
                <a:lnTo>
                  <a:pt x="8744" y="9696"/>
                </a:lnTo>
                <a:lnTo>
                  <a:pt x="8866" y="9501"/>
                </a:lnTo>
                <a:lnTo>
                  <a:pt x="9013" y="9330"/>
                </a:lnTo>
                <a:lnTo>
                  <a:pt x="9159" y="9159"/>
                </a:lnTo>
                <a:lnTo>
                  <a:pt x="9330" y="9012"/>
                </a:lnTo>
                <a:lnTo>
                  <a:pt x="9501" y="8890"/>
                </a:lnTo>
                <a:lnTo>
                  <a:pt x="9672" y="8768"/>
                </a:lnTo>
                <a:lnTo>
                  <a:pt x="9868" y="8646"/>
                </a:lnTo>
                <a:lnTo>
                  <a:pt x="10063" y="8573"/>
                </a:lnTo>
                <a:lnTo>
                  <a:pt x="10283" y="8499"/>
                </a:lnTo>
                <a:lnTo>
                  <a:pt x="10503" y="8475"/>
                </a:lnTo>
                <a:lnTo>
                  <a:pt x="10698" y="8450"/>
                </a:lnTo>
                <a:lnTo>
                  <a:pt x="10967" y="8475"/>
                </a:lnTo>
                <a:lnTo>
                  <a:pt x="11211" y="8548"/>
                </a:lnTo>
                <a:lnTo>
                  <a:pt x="11455" y="8646"/>
                </a:lnTo>
                <a:lnTo>
                  <a:pt x="11651" y="8817"/>
                </a:lnTo>
                <a:lnTo>
                  <a:pt x="11822" y="9012"/>
                </a:lnTo>
                <a:lnTo>
                  <a:pt x="11944" y="9232"/>
                </a:lnTo>
                <a:lnTo>
                  <a:pt x="12017" y="9452"/>
                </a:lnTo>
                <a:lnTo>
                  <a:pt x="12090" y="9672"/>
                </a:lnTo>
                <a:lnTo>
                  <a:pt x="12139" y="9867"/>
                </a:lnTo>
                <a:lnTo>
                  <a:pt x="12212" y="10062"/>
                </a:lnTo>
                <a:lnTo>
                  <a:pt x="12310" y="10258"/>
                </a:lnTo>
                <a:lnTo>
                  <a:pt x="12457" y="10453"/>
                </a:lnTo>
                <a:lnTo>
                  <a:pt x="12603" y="10575"/>
                </a:lnTo>
                <a:lnTo>
                  <a:pt x="12750" y="10673"/>
                </a:lnTo>
                <a:lnTo>
                  <a:pt x="12896" y="10746"/>
                </a:lnTo>
                <a:lnTo>
                  <a:pt x="13043" y="10795"/>
                </a:lnTo>
                <a:lnTo>
                  <a:pt x="13214" y="10819"/>
                </a:lnTo>
                <a:lnTo>
                  <a:pt x="13360" y="10819"/>
                </a:lnTo>
                <a:lnTo>
                  <a:pt x="13507" y="10795"/>
                </a:lnTo>
                <a:lnTo>
                  <a:pt x="13653" y="10746"/>
                </a:lnTo>
                <a:lnTo>
                  <a:pt x="13824" y="10697"/>
                </a:lnTo>
                <a:lnTo>
                  <a:pt x="13971" y="10624"/>
                </a:lnTo>
                <a:lnTo>
                  <a:pt x="14264" y="10429"/>
                </a:lnTo>
                <a:lnTo>
                  <a:pt x="14557" y="10184"/>
                </a:lnTo>
                <a:lnTo>
                  <a:pt x="14826" y="9916"/>
                </a:lnTo>
                <a:lnTo>
                  <a:pt x="15094" y="9623"/>
                </a:lnTo>
                <a:lnTo>
                  <a:pt x="15314" y="9305"/>
                </a:lnTo>
                <a:lnTo>
                  <a:pt x="15534" y="9012"/>
                </a:lnTo>
                <a:lnTo>
                  <a:pt x="15705" y="8744"/>
                </a:lnTo>
                <a:lnTo>
                  <a:pt x="15973" y="8279"/>
                </a:lnTo>
                <a:lnTo>
                  <a:pt x="16047" y="8133"/>
                </a:lnTo>
                <a:lnTo>
                  <a:pt x="16071" y="8035"/>
                </a:lnTo>
                <a:lnTo>
                  <a:pt x="16047" y="7840"/>
                </a:lnTo>
                <a:lnTo>
                  <a:pt x="15998" y="7669"/>
                </a:lnTo>
                <a:lnTo>
                  <a:pt x="15900" y="7474"/>
                </a:lnTo>
                <a:lnTo>
                  <a:pt x="15778" y="7327"/>
                </a:lnTo>
                <a:lnTo>
                  <a:pt x="15485" y="7058"/>
                </a:lnTo>
                <a:lnTo>
                  <a:pt x="15192" y="6814"/>
                </a:lnTo>
                <a:lnTo>
                  <a:pt x="14655" y="6374"/>
                </a:lnTo>
                <a:lnTo>
                  <a:pt x="14166" y="6008"/>
                </a:lnTo>
                <a:lnTo>
                  <a:pt x="13971" y="5837"/>
                </a:lnTo>
                <a:lnTo>
                  <a:pt x="13775" y="5666"/>
                </a:lnTo>
                <a:lnTo>
                  <a:pt x="13653" y="5495"/>
                </a:lnTo>
                <a:lnTo>
                  <a:pt x="13531" y="5324"/>
                </a:lnTo>
                <a:lnTo>
                  <a:pt x="13482" y="5153"/>
                </a:lnTo>
                <a:lnTo>
                  <a:pt x="13482" y="4958"/>
                </a:lnTo>
                <a:lnTo>
                  <a:pt x="13531" y="4763"/>
                </a:lnTo>
                <a:lnTo>
                  <a:pt x="13629" y="4543"/>
                </a:lnTo>
                <a:lnTo>
                  <a:pt x="13800" y="4299"/>
                </a:lnTo>
                <a:lnTo>
                  <a:pt x="14068" y="4030"/>
                </a:lnTo>
                <a:lnTo>
                  <a:pt x="14239" y="3859"/>
                </a:lnTo>
                <a:lnTo>
                  <a:pt x="14435" y="3761"/>
                </a:lnTo>
                <a:lnTo>
                  <a:pt x="14655" y="3688"/>
                </a:lnTo>
                <a:lnTo>
                  <a:pt x="14850" y="3639"/>
                </a:lnTo>
                <a:lnTo>
                  <a:pt x="15070" y="3590"/>
                </a:lnTo>
                <a:lnTo>
                  <a:pt x="15290" y="3493"/>
                </a:lnTo>
                <a:lnTo>
                  <a:pt x="15485" y="3370"/>
                </a:lnTo>
                <a:lnTo>
                  <a:pt x="15705" y="3199"/>
                </a:lnTo>
                <a:lnTo>
                  <a:pt x="15876" y="3004"/>
                </a:lnTo>
                <a:lnTo>
                  <a:pt x="15973" y="2784"/>
                </a:lnTo>
                <a:lnTo>
                  <a:pt x="16047" y="2540"/>
                </a:lnTo>
                <a:lnTo>
                  <a:pt x="16071" y="2271"/>
                </a:lnTo>
                <a:lnTo>
                  <a:pt x="16047" y="2052"/>
                </a:lnTo>
                <a:lnTo>
                  <a:pt x="16022" y="1832"/>
                </a:lnTo>
                <a:lnTo>
                  <a:pt x="15949" y="1636"/>
                </a:lnTo>
                <a:lnTo>
                  <a:pt x="15851" y="1417"/>
                </a:lnTo>
                <a:lnTo>
                  <a:pt x="15754" y="1246"/>
                </a:lnTo>
                <a:lnTo>
                  <a:pt x="15632" y="1050"/>
                </a:lnTo>
                <a:lnTo>
                  <a:pt x="15509" y="879"/>
                </a:lnTo>
                <a:lnTo>
                  <a:pt x="15363" y="708"/>
                </a:lnTo>
                <a:lnTo>
                  <a:pt x="15192" y="562"/>
                </a:lnTo>
                <a:lnTo>
                  <a:pt x="15021" y="440"/>
                </a:lnTo>
                <a:lnTo>
                  <a:pt x="14826" y="318"/>
                </a:lnTo>
                <a:lnTo>
                  <a:pt x="14630" y="195"/>
                </a:lnTo>
                <a:lnTo>
                  <a:pt x="14435" y="122"/>
                </a:lnTo>
                <a:lnTo>
                  <a:pt x="14215" y="49"/>
                </a:lnTo>
                <a:lnTo>
                  <a:pt x="14020" y="24"/>
                </a:lnTo>
                <a:lnTo>
                  <a:pt x="13800" y="0"/>
                </a:lnTo>
                <a:lnTo>
                  <a:pt x="13531" y="24"/>
                </a:lnTo>
                <a:lnTo>
                  <a:pt x="13287" y="98"/>
                </a:lnTo>
                <a:lnTo>
                  <a:pt x="13067" y="195"/>
                </a:lnTo>
                <a:lnTo>
                  <a:pt x="12872" y="366"/>
                </a:lnTo>
                <a:lnTo>
                  <a:pt x="12701" y="562"/>
                </a:lnTo>
                <a:lnTo>
                  <a:pt x="12579" y="782"/>
                </a:lnTo>
                <a:lnTo>
                  <a:pt x="12505" y="977"/>
                </a:lnTo>
                <a:lnTo>
                  <a:pt x="12457" y="1197"/>
                </a:lnTo>
                <a:lnTo>
                  <a:pt x="12383" y="1417"/>
                </a:lnTo>
                <a:lnTo>
                  <a:pt x="12310" y="1612"/>
                </a:lnTo>
                <a:lnTo>
                  <a:pt x="12212" y="1832"/>
                </a:lnTo>
                <a:lnTo>
                  <a:pt x="12041" y="2003"/>
                </a:lnTo>
                <a:lnTo>
                  <a:pt x="11773" y="2271"/>
                </a:lnTo>
                <a:lnTo>
                  <a:pt x="11528" y="2442"/>
                </a:lnTo>
                <a:lnTo>
                  <a:pt x="11309" y="2540"/>
                </a:lnTo>
                <a:lnTo>
                  <a:pt x="11113" y="2589"/>
                </a:lnTo>
                <a:lnTo>
                  <a:pt x="10918" y="2589"/>
                </a:lnTo>
                <a:lnTo>
                  <a:pt x="10747" y="2540"/>
                </a:lnTo>
                <a:lnTo>
                  <a:pt x="10576" y="2418"/>
                </a:lnTo>
                <a:lnTo>
                  <a:pt x="10405" y="2296"/>
                </a:lnTo>
                <a:lnTo>
                  <a:pt x="10234" y="2100"/>
                </a:lnTo>
                <a:lnTo>
                  <a:pt x="10063" y="1905"/>
                </a:lnTo>
                <a:lnTo>
                  <a:pt x="9697" y="1417"/>
                </a:lnTo>
                <a:lnTo>
                  <a:pt x="9257" y="879"/>
                </a:lnTo>
                <a:lnTo>
                  <a:pt x="9013" y="586"/>
                </a:lnTo>
                <a:lnTo>
                  <a:pt x="8744" y="293"/>
                </a:lnTo>
                <a:lnTo>
                  <a:pt x="8598" y="171"/>
                </a:lnTo>
                <a:lnTo>
                  <a:pt x="8402" y="73"/>
                </a:lnTo>
                <a:lnTo>
                  <a:pt x="8231" y="24"/>
                </a:lnTo>
                <a:lnTo>
                  <a:pt x="803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12"/>
                                        </p:tgtEl>
                                        <p:attrNameLst>
                                          <p:attrName>style.visibility</p:attrName>
                                        </p:attrNameLst>
                                      </p:cBhvr>
                                      <p:to>
                                        <p:strVal val="visible"/>
                                      </p:to>
                                    </p:set>
                                    <p:animEffect transition="in" filter="fade">
                                      <p:cBhvr>
                                        <p:cTn id="11" dur="500"/>
                                        <p:tgtEl>
                                          <p:spTgt spid="11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3"/>
                                        </p:tgtEl>
                                        <p:attrNameLst>
                                          <p:attrName>style.visibility</p:attrName>
                                        </p:attrNameLst>
                                      </p:cBhvr>
                                      <p:to>
                                        <p:strVal val="visible"/>
                                      </p:to>
                                    </p:set>
                                    <p:animEffect transition="in" filter="fade">
                                      <p:cBhvr>
                                        <p:cTn id="16" dur="500"/>
                                        <p:tgtEl>
                                          <p:spTgt spid="1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4"/>
                                        </p:tgtEl>
                                        <p:attrNameLst>
                                          <p:attrName>style.visibility</p:attrName>
                                        </p:attrNameLst>
                                      </p:cBhvr>
                                      <p:to>
                                        <p:strVal val="visible"/>
                                      </p:to>
                                    </p:set>
                                    <p:animEffect transition="in" filter="fade">
                                      <p:cBhvr>
                                        <p:cTn id="21" dur="500"/>
                                        <p:tgtEl>
                                          <p:spTgt spid="11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15"/>
                                        </p:tgtEl>
                                        <p:attrNameLst>
                                          <p:attrName>style.visibility</p:attrName>
                                        </p:attrNameLst>
                                      </p:cBhvr>
                                      <p:to>
                                        <p:strVal val="visible"/>
                                      </p:to>
                                    </p:set>
                                    <p:animEffect transition="in" filter="fade">
                                      <p:cBhvr>
                                        <p:cTn id="26"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6"/>
          <p:cNvSpPr txBox="1">
            <a:spLocks noGrp="1"/>
          </p:cNvSpPr>
          <p:nvPr>
            <p:ph type="body" idx="1"/>
          </p:nvPr>
        </p:nvSpPr>
        <p:spPr>
          <a:xfrm>
            <a:off x="762000" y="2038350"/>
            <a:ext cx="3543300" cy="15846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600"/>
              </a:spcBef>
              <a:spcAft>
                <a:spcPts val="0"/>
              </a:spcAft>
              <a:buSzPts val="1800"/>
              <a:buChar char="●"/>
            </a:pPr>
            <a:r>
              <a:rPr lang="en-US" sz="1600"/>
              <a:t>Quang phổ của ánh sáng nhìn thấy là một dải màu liên tục từ tím đến đỏ.</a:t>
            </a:r>
            <a:endParaRPr sz="1600"/>
          </a:p>
          <a:p>
            <a:pPr marL="457200" lvl="0" indent="-228600" algn="l" rtl="0">
              <a:lnSpc>
                <a:spcPct val="100000"/>
              </a:lnSpc>
              <a:spcBef>
                <a:spcPts val="600"/>
              </a:spcBef>
              <a:spcAft>
                <a:spcPts val="0"/>
              </a:spcAft>
              <a:buSzPts val="1800"/>
              <a:buNone/>
            </a:pPr>
            <a:endParaRPr sz="1600"/>
          </a:p>
          <a:p>
            <a:pPr marL="457200" lvl="0" indent="-228600" algn="l" rtl="0">
              <a:lnSpc>
                <a:spcPct val="100000"/>
              </a:lnSpc>
              <a:spcBef>
                <a:spcPts val="600"/>
              </a:spcBef>
              <a:spcAft>
                <a:spcPts val="0"/>
              </a:spcAft>
              <a:buSzPts val="1800"/>
              <a:buNone/>
            </a:pPr>
            <a:endParaRPr sz="1600"/>
          </a:p>
          <a:p>
            <a:pPr marL="457200" lvl="0" indent="-228600" algn="l" rtl="0">
              <a:lnSpc>
                <a:spcPct val="100000"/>
              </a:lnSpc>
              <a:spcBef>
                <a:spcPts val="600"/>
              </a:spcBef>
              <a:spcAft>
                <a:spcPts val="0"/>
              </a:spcAft>
              <a:buSzPts val="1800"/>
              <a:buNone/>
            </a:pPr>
            <a:endParaRPr sz="1600"/>
          </a:p>
          <a:p>
            <a:pPr marL="457200" lvl="0" indent="-342900" algn="l" rtl="0">
              <a:lnSpc>
                <a:spcPct val="100000"/>
              </a:lnSpc>
              <a:spcBef>
                <a:spcPts val="600"/>
              </a:spcBef>
              <a:spcAft>
                <a:spcPts val="0"/>
              </a:spcAft>
              <a:buSzPts val="1800"/>
              <a:buChar char="●"/>
            </a:pPr>
            <a:r>
              <a:rPr lang="en-US" sz="1600"/>
              <a:t>Bước sóng ánh sáng nhìn thấy nằm trong khoảng từ 0,38μm đến 0,76μm</a:t>
            </a:r>
            <a:endParaRPr sz="1600"/>
          </a:p>
        </p:txBody>
      </p:sp>
      <p:sp>
        <p:nvSpPr>
          <p:cNvPr id="130" name="Google Shape;130;p16"/>
          <p:cNvSpPr txBox="1">
            <a:spLocks noGrp="1"/>
          </p:cNvSpPr>
          <p:nvPr>
            <p:ph type="title"/>
          </p:nvPr>
        </p:nvSpPr>
        <p:spPr>
          <a:xfrm>
            <a:off x="533400" y="891775"/>
            <a:ext cx="7696200" cy="85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800"/>
              <a:buNone/>
            </a:pPr>
            <a:r>
              <a:rPr lang="en-US"/>
              <a:t>1. Ánh sáng nhìn thấy</a:t>
            </a:r>
            <a:endParaRPr lang="en-US"/>
          </a:p>
        </p:txBody>
      </p:sp>
      <p:sp>
        <p:nvSpPr>
          <p:cNvPr id="131" name="Google Shape;131;p16"/>
          <p:cNvSpPr txBox="1">
            <a:spLocks noGrp="1"/>
          </p:cNvSpPr>
          <p:nvPr>
            <p:ph type="body" idx="2"/>
          </p:nvPr>
        </p:nvSpPr>
        <p:spPr>
          <a:xfrm>
            <a:off x="4572000" y="2038350"/>
            <a:ext cx="3543300" cy="15846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600"/>
              </a:spcBef>
              <a:spcAft>
                <a:spcPts val="0"/>
              </a:spcAft>
              <a:buSzPts val="1800"/>
              <a:buChar char="●"/>
            </a:pPr>
            <a:r>
              <a:rPr lang="en-US" sz="1600"/>
              <a:t>Ánh sáng đỏ có bước sóng dài nhất 0,76μm, ánh sáng tím có bước sóng ngắn nhất 0,38μm.</a:t>
            </a:r>
            <a:endParaRPr sz="1600"/>
          </a:p>
          <a:p>
            <a:pPr marL="457200" lvl="0" indent="-342900" algn="l" rtl="0">
              <a:lnSpc>
                <a:spcPct val="100000"/>
              </a:lnSpc>
              <a:spcBef>
                <a:spcPts val="600"/>
              </a:spcBef>
              <a:spcAft>
                <a:spcPts val="0"/>
              </a:spcAft>
              <a:buSzPts val="1800"/>
              <a:buChar char="●"/>
            </a:pPr>
            <a:r>
              <a:rPr lang="en-US" sz="1600"/>
              <a:t>Nguồn phát ra ánh sáng nhìn thấy như: Mặt trời, tia chớp, ngọn lửa,…</a:t>
            </a:r>
            <a:endParaRPr sz="1600"/>
          </a:p>
          <a:p>
            <a:pPr marL="114300" lvl="0" indent="0" algn="l" rtl="0">
              <a:lnSpc>
                <a:spcPct val="100000"/>
              </a:lnSpc>
              <a:spcBef>
                <a:spcPts val="600"/>
              </a:spcBef>
              <a:spcAft>
                <a:spcPts val="0"/>
              </a:spcAft>
              <a:buSzPts val="1800"/>
              <a:buNone/>
            </a:pPr>
            <a:endParaRPr sz="1600"/>
          </a:p>
        </p:txBody>
      </p:sp>
      <p:sp>
        <p:nvSpPr>
          <p:cNvPr id="132" name="Google Shape;132;p16"/>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
              <a:buNone/>
            </a:pPr>
            <a:fld id="{00000000-1234-1234-1234-123412341234}" type="slidenum">
              <a:rPr lang="en-US"/>
            </a:fld>
            <a:endParaRPr lang="en-US"/>
          </a:p>
        </p:txBody>
      </p:sp>
      <p:sp>
        <p:nvSpPr>
          <p:cNvPr id="133" name="Google Shape;133;p16"/>
          <p:cNvSpPr/>
          <p:nvPr/>
        </p:nvSpPr>
        <p:spPr>
          <a:xfrm>
            <a:off x="8055177" y="292676"/>
            <a:ext cx="796167" cy="796157"/>
          </a:xfrm>
          <a:custGeom>
            <a:avLst/>
            <a:gdLst/>
            <a:ahLst/>
            <a:cxnLst/>
            <a:rect l="l" t="t" r="r" b="b"/>
            <a:pathLst>
              <a:path w="16072" h="16071" extrusionOk="0">
                <a:moveTo>
                  <a:pt x="8036" y="0"/>
                </a:moveTo>
                <a:lnTo>
                  <a:pt x="7938" y="24"/>
                </a:lnTo>
                <a:lnTo>
                  <a:pt x="7792" y="98"/>
                </a:lnTo>
                <a:lnTo>
                  <a:pt x="7328" y="366"/>
                </a:lnTo>
                <a:lnTo>
                  <a:pt x="7059" y="537"/>
                </a:lnTo>
                <a:lnTo>
                  <a:pt x="6766" y="757"/>
                </a:lnTo>
                <a:lnTo>
                  <a:pt x="6448" y="977"/>
                </a:lnTo>
                <a:lnTo>
                  <a:pt x="6155" y="1246"/>
                </a:lnTo>
                <a:lnTo>
                  <a:pt x="5887" y="1514"/>
                </a:lnTo>
                <a:lnTo>
                  <a:pt x="5643" y="1807"/>
                </a:lnTo>
                <a:lnTo>
                  <a:pt x="5447" y="2100"/>
                </a:lnTo>
                <a:lnTo>
                  <a:pt x="5374" y="2247"/>
                </a:lnTo>
                <a:lnTo>
                  <a:pt x="5325" y="2418"/>
                </a:lnTo>
                <a:lnTo>
                  <a:pt x="5276" y="2564"/>
                </a:lnTo>
                <a:lnTo>
                  <a:pt x="5252" y="2711"/>
                </a:lnTo>
                <a:lnTo>
                  <a:pt x="5252" y="2858"/>
                </a:lnTo>
                <a:lnTo>
                  <a:pt x="5276" y="3029"/>
                </a:lnTo>
                <a:lnTo>
                  <a:pt x="5325" y="3175"/>
                </a:lnTo>
                <a:lnTo>
                  <a:pt x="5398" y="3322"/>
                </a:lnTo>
                <a:lnTo>
                  <a:pt x="5496" y="3468"/>
                </a:lnTo>
                <a:lnTo>
                  <a:pt x="5618" y="3615"/>
                </a:lnTo>
                <a:lnTo>
                  <a:pt x="5814" y="3761"/>
                </a:lnTo>
                <a:lnTo>
                  <a:pt x="6009" y="3859"/>
                </a:lnTo>
                <a:lnTo>
                  <a:pt x="6204" y="3957"/>
                </a:lnTo>
                <a:lnTo>
                  <a:pt x="6424" y="4005"/>
                </a:lnTo>
                <a:lnTo>
                  <a:pt x="6644" y="4054"/>
                </a:lnTo>
                <a:lnTo>
                  <a:pt x="6864" y="4152"/>
                </a:lnTo>
                <a:lnTo>
                  <a:pt x="7059" y="4250"/>
                </a:lnTo>
                <a:lnTo>
                  <a:pt x="7254" y="4421"/>
                </a:lnTo>
                <a:lnTo>
                  <a:pt x="7425" y="4616"/>
                </a:lnTo>
                <a:lnTo>
                  <a:pt x="7523" y="4836"/>
                </a:lnTo>
                <a:lnTo>
                  <a:pt x="7596" y="5080"/>
                </a:lnTo>
                <a:lnTo>
                  <a:pt x="7621" y="5373"/>
                </a:lnTo>
                <a:lnTo>
                  <a:pt x="7596" y="5569"/>
                </a:lnTo>
                <a:lnTo>
                  <a:pt x="7572" y="5788"/>
                </a:lnTo>
                <a:lnTo>
                  <a:pt x="7499" y="5984"/>
                </a:lnTo>
                <a:lnTo>
                  <a:pt x="7425" y="6179"/>
                </a:lnTo>
                <a:lnTo>
                  <a:pt x="7328" y="6374"/>
                </a:lnTo>
                <a:lnTo>
                  <a:pt x="7206" y="6570"/>
                </a:lnTo>
                <a:lnTo>
                  <a:pt x="7059" y="6741"/>
                </a:lnTo>
                <a:lnTo>
                  <a:pt x="6913" y="6912"/>
                </a:lnTo>
                <a:lnTo>
                  <a:pt x="6742" y="7058"/>
                </a:lnTo>
                <a:lnTo>
                  <a:pt x="6571" y="7205"/>
                </a:lnTo>
                <a:lnTo>
                  <a:pt x="6400" y="7303"/>
                </a:lnTo>
                <a:lnTo>
                  <a:pt x="6204" y="7425"/>
                </a:lnTo>
                <a:lnTo>
                  <a:pt x="6009" y="7498"/>
                </a:lnTo>
                <a:lnTo>
                  <a:pt x="5789" y="7571"/>
                </a:lnTo>
                <a:lnTo>
                  <a:pt x="5569" y="7596"/>
                </a:lnTo>
                <a:lnTo>
                  <a:pt x="5374" y="7620"/>
                </a:lnTo>
                <a:lnTo>
                  <a:pt x="5105" y="7596"/>
                </a:lnTo>
                <a:lnTo>
                  <a:pt x="4861" y="7522"/>
                </a:lnTo>
                <a:lnTo>
                  <a:pt x="4617" y="7425"/>
                </a:lnTo>
                <a:lnTo>
                  <a:pt x="4421" y="7254"/>
                </a:lnTo>
                <a:lnTo>
                  <a:pt x="4250" y="7058"/>
                </a:lnTo>
                <a:lnTo>
                  <a:pt x="4128" y="6839"/>
                </a:lnTo>
                <a:lnTo>
                  <a:pt x="4055" y="6619"/>
                </a:lnTo>
                <a:lnTo>
                  <a:pt x="3982" y="6399"/>
                </a:lnTo>
                <a:lnTo>
                  <a:pt x="3933" y="6204"/>
                </a:lnTo>
                <a:lnTo>
                  <a:pt x="3860" y="6008"/>
                </a:lnTo>
                <a:lnTo>
                  <a:pt x="3762" y="5813"/>
                </a:lnTo>
                <a:lnTo>
                  <a:pt x="3615" y="5617"/>
                </a:lnTo>
                <a:lnTo>
                  <a:pt x="3469" y="5495"/>
                </a:lnTo>
                <a:lnTo>
                  <a:pt x="3322" y="5398"/>
                </a:lnTo>
                <a:lnTo>
                  <a:pt x="3176" y="5324"/>
                </a:lnTo>
                <a:lnTo>
                  <a:pt x="3029" y="5275"/>
                </a:lnTo>
                <a:lnTo>
                  <a:pt x="2858" y="5251"/>
                </a:lnTo>
                <a:lnTo>
                  <a:pt x="2712" y="5251"/>
                </a:lnTo>
                <a:lnTo>
                  <a:pt x="2565" y="5275"/>
                </a:lnTo>
                <a:lnTo>
                  <a:pt x="2419" y="5324"/>
                </a:lnTo>
                <a:lnTo>
                  <a:pt x="2248" y="5373"/>
                </a:lnTo>
                <a:lnTo>
                  <a:pt x="2101" y="5446"/>
                </a:lnTo>
                <a:lnTo>
                  <a:pt x="1808" y="5642"/>
                </a:lnTo>
                <a:lnTo>
                  <a:pt x="1515" y="5886"/>
                </a:lnTo>
                <a:lnTo>
                  <a:pt x="1246" y="6155"/>
                </a:lnTo>
                <a:lnTo>
                  <a:pt x="978" y="6448"/>
                </a:lnTo>
                <a:lnTo>
                  <a:pt x="758" y="6765"/>
                </a:lnTo>
                <a:lnTo>
                  <a:pt x="538" y="7058"/>
                </a:lnTo>
                <a:lnTo>
                  <a:pt x="367" y="7327"/>
                </a:lnTo>
                <a:lnTo>
                  <a:pt x="99" y="7791"/>
                </a:lnTo>
                <a:lnTo>
                  <a:pt x="25" y="7938"/>
                </a:lnTo>
                <a:lnTo>
                  <a:pt x="1" y="8035"/>
                </a:lnTo>
                <a:lnTo>
                  <a:pt x="25" y="8231"/>
                </a:lnTo>
                <a:lnTo>
                  <a:pt x="74" y="8402"/>
                </a:lnTo>
                <a:lnTo>
                  <a:pt x="172" y="8597"/>
                </a:lnTo>
                <a:lnTo>
                  <a:pt x="294" y="8744"/>
                </a:lnTo>
                <a:lnTo>
                  <a:pt x="587" y="9012"/>
                </a:lnTo>
                <a:lnTo>
                  <a:pt x="880" y="9256"/>
                </a:lnTo>
                <a:lnTo>
                  <a:pt x="1417" y="9696"/>
                </a:lnTo>
                <a:lnTo>
                  <a:pt x="1906" y="10062"/>
                </a:lnTo>
                <a:lnTo>
                  <a:pt x="2101" y="10233"/>
                </a:lnTo>
                <a:lnTo>
                  <a:pt x="2297" y="10404"/>
                </a:lnTo>
                <a:lnTo>
                  <a:pt x="2419" y="10575"/>
                </a:lnTo>
                <a:lnTo>
                  <a:pt x="2541" y="10746"/>
                </a:lnTo>
                <a:lnTo>
                  <a:pt x="2590" y="10917"/>
                </a:lnTo>
                <a:lnTo>
                  <a:pt x="2590" y="11113"/>
                </a:lnTo>
                <a:lnTo>
                  <a:pt x="2541" y="11308"/>
                </a:lnTo>
                <a:lnTo>
                  <a:pt x="2443" y="11528"/>
                </a:lnTo>
                <a:lnTo>
                  <a:pt x="2272" y="11772"/>
                </a:lnTo>
                <a:lnTo>
                  <a:pt x="2004" y="12041"/>
                </a:lnTo>
                <a:lnTo>
                  <a:pt x="1833" y="12212"/>
                </a:lnTo>
                <a:lnTo>
                  <a:pt x="1637" y="12309"/>
                </a:lnTo>
                <a:lnTo>
                  <a:pt x="1417" y="12383"/>
                </a:lnTo>
                <a:lnTo>
                  <a:pt x="1222" y="12431"/>
                </a:lnTo>
                <a:lnTo>
                  <a:pt x="1002" y="12480"/>
                </a:lnTo>
                <a:lnTo>
                  <a:pt x="782" y="12578"/>
                </a:lnTo>
                <a:lnTo>
                  <a:pt x="587" y="12700"/>
                </a:lnTo>
                <a:lnTo>
                  <a:pt x="367" y="12871"/>
                </a:lnTo>
                <a:lnTo>
                  <a:pt x="196" y="13066"/>
                </a:lnTo>
                <a:lnTo>
                  <a:pt x="99" y="13286"/>
                </a:lnTo>
                <a:lnTo>
                  <a:pt x="25" y="13530"/>
                </a:lnTo>
                <a:lnTo>
                  <a:pt x="1" y="13799"/>
                </a:lnTo>
                <a:lnTo>
                  <a:pt x="25" y="14019"/>
                </a:lnTo>
                <a:lnTo>
                  <a:pt x="50" y="14239"/>
                </a:lnTo>
                <a:lnTo>
                  <a:pt x="123" y="14434"/>
                </a:lnTo>
                <a:lnTo>
                  <a:pt x="221" y="14654"/>
                </a:lnTo>
                <a:lnTo>
                  <a:pt x="318" y="14825"/>
                </a:lnTo>
                <a:lnTo>
                  <a:pt x="440" y="15020"/>
                </a:lnTo>
                <a:lnTo>
                  <a:pt x="563" y="15191"/>
                </a:lnTo>
                <a:lnTo>
                  <a:pt x="709" y="15362"/>
                </a:lnTo>
                <a:lnTo>
                  <a:pt x="880" y="15509"/>
                </a:lnTo>
                <a:lnTo>
                  <a:pt x="1051" y="15631"/>
                </a:lnTo>
                <a:lnTo>
                  <a:pt x="1246" y="15753"/>
                </a:lnTo>
                <a:lnTo>
                  <a:pt x="1442" y="15875"/>
                </a:lnTo>
                <a:lnTo>
                  <a:pt x="1637" y="15948"/>
                </a:lnTo>
                <a:lnTo>
                  <a:pt x="1857" y="16022"/>
                </a:lnTo>
                <a:lnTo>
                  <a:pt x="2052" y="16046"/>
                </a:lnTo>
                <a:lnTo>
                  <a:pt x="2272" y="16070"/>
                </a:lnTo>
                <a:lnTo>
                  <a:pt x="2541" y="16046"/>
                </a:lnTo>
                <a:lnTo>
                  <a:pt x="2785" y="15973"/>
                </a:lnTo>
                <a:lnTo>
                  <a:pt x="3005" y="15875"/>
                </a:lnTo>
                <a:lnTo>
                  <a:pt x="3200" y="15704"/>
                </a:lnTo>
                <a:lnTo>
                  <a:pt x="3371" y="15509"/>
                </a:lnTo>
                <a:lnTo>
                  <a:pt x="3493" y="15289"/>
                </a:lnTo>
                <a:lnTo>
                  <a:pt x="3567" y="15094"/>
                </a:lnTo>
                <a:lnTo>
                  <a:pt x="3615" y="14874"/>
                </a:lnTo>
                <a:lnTo>
                  <a:pt x="3689" y="14654"/>
                </a:lnTo>
                <a:lnTo>
                  <a:pt x="3762" y="14459"/>
                </a:lnTo>
                <a:lnTo>
                  <a:pt x="3860" y="14239"/>
                </a:lnTo>
                <a:lnTo>
                  <a:pt x="4031" y="14068"/>
                </a:lnTo>
                <a:lnTo>
                  <a:pt x="4299" y="13824"/>
                </a:lnTo>
                <a:lnTo>
                  <a:pt x="4544" y="13628"/>
                </a:lnTo>
                <a:lnTo>
                  <a:pt x="4763" y="13530"/>
                </a:lnTo>
                <a:lnTo>
                  <a:pt x="4959" y="13482"/>
                </a:lnTo>
                <a:lnTo>
                  <a:pt x="5154" y="13482"/>
                </a:lnTo>
                <a:lnTo>
                  <a:pt x="5325" y="13530"/>
                </a:lnTo>
                <a:lnTo>
                  <a:pt x="5496" y="13653"/>
                </a:lnTo>
                <a:lnTo>
                  <a:pt x="5667" y="13775"/>
                </a:lnTo>
                <a:lnTo>
                  <a:pt x="5838" y="13970"/>
                </a:lnTo>
                <a:lnTo>
                  <a:pt x="6009" y="14165"/>
                </a:lnTo>
                <a:lnTo>
                  <a:pt x="6375" y="14654"/>
                </a:lnTo>
                <a:lnTo>
                  <a:pt x="6815" y="15191"/>
                </a:lnTo>
                <a:lnTo>
                  <a:pt x="7059" y="15484"/>
                </a:lnTo>
                <a:lnTo>
                  <a:pt x="7328" y="15777"/>
                </a:lnTo>
                <a:lnTo>
                  <a:pt x="7474" y="15899"/>
                </a:lnTo>
                <a:lnTo>
                  <a:pt x="7670" y="15997"/>
                </a:lnTo>
                <a:lnTo>
                  <a:pt x="7841" y="16046"/>
                </a:lnTo>
                <a:lnTo>
                  <a:pt x="8036" y="16070"/>
                </a:lnTo>
                <a:lnTo>
                  <a:pt x="8134" y="16046"/>
                </a:lnTo>
                <a:lnTo>
                  <a:pt x="8280" y="15973"/>
                </a:lnTo>
                <a:lnTo>
                  <a:pt x="8744" y="15704"/>
                </a:lnTo>
                <a:lnTo>
                  <a:pt x="9013" y="15533"/>
                </a:lnTo>
                <a:lnTo>
                  <a:pt x="9306" y="15313"/>
                </a:lnTo>
                <a:lnTo>
                  <a:pt x="9623" y="15094"/>
                </a:lnTo>
                <a:lnTo>
                  <a:pt x="9917" y="14825"/>
                </a:lnTo>
                <a:lnTo>
                  <a:pt x="10185" y="14556"/>
                </a:lnTo>
                <a:lnTo>
                  <a:pt x="10429" y="14263"/>
                </a:lnTo>
                <a:lnTo>
                  <a:pt x="10625" y="13970"/>
                </a:lnTo>
                <a:lnTo>
                  <a:pt x="10698" y="13824"/>
                </a:lnTo>
                <a:lnTo>
                  <a:pt x="10747" y="13653"/>
                </a:lnTo>
                <a:lnTo>
                  <a:pt x="10796" y="13506"/>
                </a:lnTo>
                <a:lnTo>
                  <a:pt x="10820" y="13359"/>
                </a:lnTo>
                <a:lnTo>
                  <a:pt x="10820" y="13213"/>
                </a:lnTo>
                <a:lnTo>
                  <a:pt x="10796" y="13042"/>
                </a:lnTo>
                <a:lnTo>
                  <a:pt x="10747" y="12895"/>
                </a:lnTo>
                <a:lnTo>
                  <a:pt x="10674" y="12749"/>
                </a:lnTo>
                <a:lnTo>
                  <a:pt x="10576" y="12602"/>
                </a:lnTo>
                <a:lnTo>
                  <a:pt x="10454" y="12456"/>
                </a:lnTo>
                <a:lnTo>
                  <a:pt x="10258" y="12309"/>
                </a:lnTo>
                <a:lnTo>
                  <a:pt x="10063" y="12212"/>
                </a:lnTo>
                <a:lnTo>
                  <a:pt x="9868" y="12138"/>
                </a:lnTo>
                <a:lnTo>
                  <a:pt x="9648" y="12065"/>
                </a:lnTo>
                <a:lnTo>
                  <a:pt x="9428" y="12016"/>
                </a:lnTo>
                <a:lnTo>
                  <a:pt x="9208" y="11919"/>
                </a:lnTo>
                <a:lnTo>
                  <a:pt x="9013" y="11821"/>
                </a:lnTo>
                <a:lnTo>
                  <a:pt x="8818" y="11650"/>
                </a:lnTo>
                <a:lnTo>
                  <a:pt x="8647" y="11454"/>
                </a:lnTo>
                <a:lnTo>
                  <a:pt x="8549" y="11235"/>
                </a:lnTo>
                <a:lnTo>
                  <a:pt x="8476" y="10990"/>
                </a:lnTo>
                <a:lnTo>
                  <a:pt x="8451" y="10697"/>
                </a:lnTo>
                <a:lnTo>
                  <a:pt x="8476" y="10502"/>
                </a:lnTo>
                <a:lnTo>
                  <a:pt x="8500" y="10282"/>
                </a:lnTo>
                <a:lnTo>
                  <a:pt x="8573" y="10087"/>
                </a:lnTo>
                <a:lnTo>
                  <a:pt x="8647" y="9891"/>
                </a:lnTo>
                <a:lnTo>
                  <a:pt x="8744" y="9696"/>
                </a:lnTo>
                <a:lnTo>
                  <a:pt x="8866" y="9501"/>
                </a:lnTo>
                <a:lnTo>
                  <a:pt x="9013" y="9330"/>
                </a:lnTo>
                <a:lnTo>
                  <a:pt x="9159" y="9159"/>
                </a:lnTo>
                <a:lnTo>
                  <a:pt x="9330" y="9012"/>
                </a:lnTo>
                <a:lnTo>
                  <a:pt x="9501" y="8890"/>
                </a:lnTo>
                <a:lnTo>
                  <a:pt x="9672" y="8768"/>
                </a:lnTo>
                <a:lnTo>
                  <a:pt x="9868" y="8646"/>
                </a:lnTo>
                <a:lnTo>
                  <a:pt x="10063" y="8573"/>
                </a:lnTo>
                <a:lnTo>
                  <a:pt x="10283" y="8499"/>
                </a:lnTo>
                <a:lnTo>
                  <a:pt x="10503" y="8475"/>
                </a:lnTo>
                <a:lnTo>
                  <a:pt x="10698" y="8450"/>
                </a:lnTo>
                <a:lnTo>
                  <a:pt x="10967" y="8475"/>
                </a:lnTo>
                <a:lnTo>
                  <a:pt x="11211" y="8548"/>
                </a:lnTo>
                <a:lnTo>
                  <a:pt x="11455" y="8646"/>
                </a:lnTo>
                <a:lnTo>
                  <a:pt x="11651" y="8817"/>
                </a:lnTo>
                <a:lnTo>
                  <a:pt x="11822" y="9012"/>
                </a:lnTo>
                <a:lnTo>
                  <a:pt x="11944" y="9232"/>
                </a:lnTo>
                <a:lnTo>
                  <a:pt x="12017" y="9452"/>
                </a:lnTo>
                <a:lnTo>
                  <a:pt x="12090" y="9672"/>
                </a:lnTo>
                <a:lnTo>
                  <a:pt x="12139" y="9867"/>
                </a:lnTo>
                <a:lnTo>
                  <a:pt x="12212" y="10062"/>
                </a:lnTo>
                <a:lnTo>
                  <a:pt x="12310" y="10258"/>
                </a:lnTo>
                <a:lnTo>
                  <a:pt x="12457" y="10453"/>
                </a:lnTo>
                <a:lnTo>
                  <a:pt x="12603" y="10575"/>
                </a:lnTo>
                <a:lnTo>
                  <a:pt x="12750" y="10673"/>
                </a:lnTo>
                <a:lnTo>
                  <a:pt x="12896" y="10746"/>
                </a:lnTo>
                <a:lnTo>
                  <a:pt x="13043" y="10795"/>
                </a:lnTo>
                <a:lnTo>
                  <a:pt x="13214" y="10819"/>
                </a:lnTo>
                <a:lnTo>
                  <a:pt x="13360" y="10819"/>
                </a:lnTo>
                <a:lnTo>
                  <a:pt x="13507" y="10795"/>
                </a:lnTo>
                <a:lnTo>
                  <a:pt x="13653" y="10746"/>
                </a:lnTo>
                <a:lnTo>
                  <a:pt x="13824" y="10697"/>
                </a:lnTo>
                <a:lnTo>
                  <a:pt x="13971" y="10624"/>
                </a:lnTo>
                <a:lnTo>
                  <a:pt x="14264" y="10429"/>
                </a:lnTo>
                <a:lnTo>
                  <a:pt x="14557" y="10184"/>
                </a:lnTo>
                <a:lnTo>
                  <a:pt x="14826" y="9916"/>
                </a:lnTo>
                <a:lnTo>
                  <a:pt x="15094" y="9623"/>
                </a:lnTo>
                <a:lnTo>
                  <a:pt x="15314" y="9305"/>
                </a:lnTo>
                <a:lnTo>
                  <a:pt x="15534" y="9012"/>
                </a:lnTo>
                <a:lnTo>
                  <a:pt x="15705" y="8744"/>
                </a:lnTo>
                <a:lnTo>
                  <a:pt x="15973" y="8279"/>
                </a:lnTo>
                <a:lnTo>
                  <a:pt x="16047" y="8133"/>
                </a:lnTo>
                <a:lnTo>
                  <a:pt x="16071" y="8035"/>
                </a:lnTo>
                <a:lnTo>
                  <a:pt x="16047" y="7840"/>
                </a:lnTo>
                <a:lnTo>
                  <a:pt x="15998" y="7669"/>
                </a:lnTo>
                <a:lnTo>
                  <a:pt x="15900" y="7474"/>
                </a:lnTo>
                <a:lnTo>
                  <a:pt x="15778" y="7327"/>
                </a:lnTo>
                <a:lnTo>
                  <a:pt x="15485" y="7058"/>
                </a:lnTo>
                <a:lnTo>
                  <a:pt x="15192" y="6814"/>
                </a:lnTo>
                <a:lnTo>
                  <a:pt x="14655" y="6374"/>
                </a:lnTo>
                <a:lnTo>
                  <a:pt x="14166" y="6008"/>
                </a:lnTo>
                <a:lnTo>
                  <a:pt x="13971" y="5837"/>
                </a:lnTo>
                <a:lnTo>
                  <a:pt x="13775" y="5666"/>
                </a:lnTo>
                <a:lnTo>
                  <a:pt x="13653" y="5495"/>
                </a:lnTo>
                <a:lnTo>
                  <a:pt x="13531" y="5324"/>
                </a:lnTo>
                <a:lnTo>
                  <a:pt x="13482" y="5153"/>
                </a:lnTo>
                <a:lnTo>
                  <a:pt x="13482" y="4958"/>
                </a:lnTo>
                <a:lnTo>
                  <a:pt x="13531" y="4763"/>
                </a:lnTo>
                <a:lnTo>
                  <a:pt x="13629" y="4543"/>
                </a:lnTo>
                <a:lnTo>
                  <a:pt x="13800" y="4299"/>
                </a:lnTo>
                <a:lnTo>
                  <a:pt x="14068" y="4030"/>
                </a:lnTo>
                <a:lnTo>
                  <a:pt x="14239" y="3859"/>
                </a:lnTo>
                <a:lnTo>
                  <a:pt x="14435" y="3761"/>
                </a:lnTo>
                <a:lnTo>
                  <a:pt x="14655" y="3688"/>
                </a:lnTo>
                <a:lnTo>
                  <a:pt x="14850" y="3639"/>
                </a:lnTo>
                <a:lnTo>
                  <a:pt x="15070" y="3590"/>
                </a:lnTo>
                <a:lnTo>
                  <a:pt x="15290" y="3493"/>
                </a:lnTo>
                <a:lnTo>
                  <a:pt x="15485" y="3370"/>
                </a:lnTo>
                <a:lnTo>
                  <a:pt x="15705" y="3199"/>
                </a:lnTo>
                <a:lnTo>
                  <a:pt x="15876" y="3004"/>
                </a:lnTo>
                <a:lnTo>
                  <a:pt x="15973" y="2784"/>
                </a:lnTo>
                <a:lnTo>
                  <a:pt x="16047" y="2540"/>
                </a:lnTo>
                <a:lnTo>
                  <a:pt x="16071" y="2271"/>
                </a:lnTo>
                <a:lnTo>
                  <a:pt x="16047" y="2052"/>
                </a:lnTo>
                <a:lnTo>
                  <a:pt x="16022" y="1832"/>
                </a:lnTo>
                <a:lnTo>
                  <a:pt x="15949" y="1636"/>
                </a:lnTo>
                <a:lnTo>
                  <a:pt x="15851" y="1417"/>
                </a:lnTo>
                <a:lnTo>
                  <a:pt x="15754" y="1246"/>
                </a:lnTo>
                <a:lnTo>
                  <a:pt x="15632" y="1050"/>
                </a:lnTo>
                <a:lnTo>
                  <a:pt x="15509" y="879"/>
                </a:lnTo>
                <a:lnTo>
                  <a:pt x="15363" y="708"/>
                </a:lnTo>
                <a:lnTo>
                  <a:pt x="15192" y="562"/>
                </a:lnTo>
                <a:lnTo>
                  <a:pt x="15021" y="440"/>
                </a:lnTo>
                <a:lnTo>
                  <a:pt x="14826" y="318"/>
                </a:lnTo>
                <a:lnTo>
                  <a:pt x="14630" y="195"/>
                </a:lnTo>
                <a:lnTo>
                  <a:pt x="14435" y="122"/>
                </a:lnTo>
                <a:lnTo>
                  <a:pt x="14215" y="49"/>
                </a:lnTo>
                <a:lnTo>
                  <a:pt x="14020" y="24"/>
                </a:lnTo>
                <a:lnTo>
                  <a:pt x="13800" y="0"/>
                </a:lnTo>
                <a:lnTo>
                  <a:pt x="13531" y="24"/>
                </a:lnTo>
                <a:lnTo>
                  <a:pt x="13287" y="98"/>
                </a:lnTo>
                <a:lnTo>
                  <a:pt x="13067" y="195"/>
                </a:lnTo>
                <a:lnTo>
                  <a:pt x="12872" y="366"/>
                </a:lnTo>
                <a:lnTo>
                  <a:pt x="12701" y="562"/>
                </a:lnTo>
                <a:lnTo>
                  <a:pt x="12579" y="782"/>
                </a:lnTo>
                <a:lnTo>
                  <a:pt x="12505" y="977"/>
                </a:lnTo>
                <a:lnTo>
                  <a:pt x="12457" y="1197"/>
                </a:lnTo>
                <a:lnTo>
                  <a:pt x="12383" y="1417"/>
                </a:lnTo>
                <a:lnTo>
                  <a:pt x="12310" y="1612"/>
                </a:lnTo>
                <a:lnTo>
                  <a:pt x="12212" y="1832"/>
                </a:lnTo>
                <a:lnTo>
                  <a:pt x="12041" y="2003"/>
                </a:lnTo>
                <a:lnTo>
                  <a:pt x="11773" y="2271"/>
                </a:lnTo>
                <a:lnTo>
                  <a:pt x="11528" y="2442"/>
                </a:lnTo>
                <a:lnTo>
                  <a:pt x="11309" y="2540"/>
                </a:lnTo>
                <a:lnTo>
                  <a:pt x="11113" y="2589"/>
                </a:lnTo>
                <a:lnTo>
                  <a:pt x="10918" y="2589"/>
                </a:lnTo>
                <a:lnTo>
                  <a:pt x="10747" y="2540"/>
                </a:lnTo>
                <a:lnTo>
                  <a:pt x="10576" y="2418"/>
                </a:lnTo>
                <a:lnTo>
                  <a:pt x="10405" y="2296"/>
                </a:lnTo>
                <a:lnTo>
                  <a:pt x="10234" y="2100"/>
                </a:lnTo>
                <a:lnTo>
                  <a:pt x="10063" y="1905"/>
                </a:lnTo>
                <a:lnTo>
                  <a:pt x="9697" y="1417"/>
                </a:lnTo>
                <a:lnTo>
                  <a:pt x="9257" y="879"/>
                </a:lnTo>
                <a:lnTo>
                  <a:pt x="9013" y="586"/>
                </a:lnTo>
                <a:lnTo>
                  <a:pt x="8744" y="293"/>
                </a:lnTo>
                <a:lnTo>
                  <a:pt x="8598" y="171"/>
                </a:lnTo>
                <a:lnTo>
                  <a:pt x="8402" y="73"/>
                </a:lnTo>
                <a:lnTo>
                  <a:pt x="8231" y="24"/>
                </a:lnTo>
                <a:lnTo>
                  <a:pt x="803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pic>
        <p:nvPicPr>
          <p:cNvPr id="134" name="Google Shape;134;p16"/>
          <p:cNvPicPr preferRelativeResize="0"/>
          <p:nvPr/>
        </p:nvPicPr>
        <p:blipFill rotWithShape="1">
          <a:blip r:embed="rId1"/>
          <a:srcRect/>
          <a:stretch>
            <a:fillRect/>
          </a:stretch>
        </p:blipFill>
        <p:spPr>
          <a:xfrm>
            <a:off x="1158063" y="2972931"/>
            <a:ext cx="2895171" cy="970419"/>
          </a:xfrm>
          <a:prstGeom prst="rect">
            <a:avLst/>
          </a:prstGeom>
          <a:noFill/>
          <a:ln>
            <a:noFill/>
          </a:ln>
        </p:spPr>
      </p:pic>
      <p:pic>
        <p:nvPicPr>
          <p:cNvPr id="135" name="Google Shape;135;p16"/>
          <p:cNvPicPr preferRelativeResize="0"/>
          <p:nvPr/>
        </p:nvPicPr>
        <p:blipFill rotWithShape="1">
          <a:blip r:embed="rId2"/>
          <a:srcRect/>
          <a:stretch>
            <a:fillRect/>
          </a:stretch>
        </p:blipFill>
        <p:spPr>
          <a:xfrm>
            <a:off x="5105400" y="3790950"/>
            <a:ext cx="1627414" cy="914400"/>
          </a:xfrm>
          <a:prstGeom prst="rect">
            <a:avLst/>
          </a:prstGeom>
          <a:noFill/>
          <a:ln>
            <a:noFill/>
          </a:ln>
        </p:spPr>
      </p:pic>
      <p:pic>
        <p:nvPicPr>
          <p:cNvPr id="136" name="Google Shape;136;p16"/>
          <p:cNvPicPr preferRelativeResize="0"/>
          <p:nvPr/>
        </p:nvPicPr>
        <p:blipFill rotWithShape="1">
          <a:blip r:embed="rId3"/>
          <a:srcRect/>
          <a:stretch>
            <a:fillRect/>
          </a:stretch>
        </p:blipFill>
        <p:spPr>
          <a:xfrm>
            <a:off x="6885214" y="3760015"/>
            <a:ext cx="1420586" cy="945335"/>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9">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9">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9">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9">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1">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1">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1">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7"/>
          <p:cNvSpPr txBox="1">
            <a:spLocks noGrp="1"/>
          </p:cNvSpPr>
          <p:nvPr>
            <p:ph type="body" idx="1"/>
          </p:nvPr>
        </p:nvSpPr>
        <p:spPr>
          <a:xfrm>
            <a:off x="533400" y="1428750"/>
            <a:ext cx="3543300" cy="15846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600"/>
              </a:spcBef>
              <a:spcAft>
                <a:spcPts val="0"/>
              </a:spcAft>
              <a:buSzPts val="1800"/>
              <a:buChar char="●"/>
            </a:pPr>
            <a:r>
              <a:rPr lang="en-US" sz="1600"/>
              <a:t>Tia hồng ngoại là sóng điện từ không nhìn thấy có bước sóng nằm trong khoảng từ 0,76μm đến 1mm.</a:t>
            </a:r>
            <a:endParaRPr sz="1600"/>
          </a:p>
          <a:p>
            <a:pPr marL="457200" lvl="0" indent="-342900" algn="l" rtl="0">
              <a:lnSpc>
                <a:spcPct val="100000"/>
              </a:lnSpc>
              <a:spcBef>
                <a:spcPts val="600"/>
              </a:spcBef>
              <a:spcAft>
                <a:spcPts val="0"/>
              </a:spcAft>
              <a:buSzPts val="1800"/>
              <a:buChar char="●"/>
            </a:pPr>
            <a:r>
              <a:rPr lang="en-US" sz="1600"/>
              <a:t>Nguồn phát tia hồng ngoại: Vật có nhiệt độ cao hơn môi trường xung quanh thì phát được tia hồng ngoại. VD: bóng đèn dây tóc, bếp gas, bếp than,…</a:t>
            </a:r>
            <a:endParaRPr sz="1600"/>
          </a:p>
          <a:p>
            <a:pPr marL="114300" lvl="0" indent="0" algn="l" rtl="0">
              <a:lnSpc>
                <a:spcPct val="100000"/>
              </a:lnSpc>
              <a:spcBef>
                <a:spcPts val="600"/>
              </a:spcBef>
              <a:spcAft>
                <a:spcPts val="0"/>
              </a:spcAft>
              <a:buSzPts val="1800"/>
              <a:buNone/>
            </a:pPr>
            <a:endParaRPr sz="1600"/>
          </a:p>
        </p:txBody>
      </p:sp>
      <p:sp>
        <p:nvSpPr>
          <p:cNvPr id="142" name="Google Shape;142;p17"/>
          <p:cNvSpPr txBox="1">
            <a:spLocks noGrp="1"/>
          </p:cNvSpPr>
          <p:nvPr>
            <p:ph type="title"/>
          </p:nvPr>
        </p:nvSpPr>
        <p:spPr>
          <a:xfrm>
            <a:off x="381000" y="292676"/>
            <a:ext cx="7696200" cy="85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800"/>
              <a:buNone/>
            </a:pPr>
            <a:r>
              <a:rPr lang="en-US"/>
              <a:t>2. Tia hồng ngoại (IR)</a:t>
            </a:r>
            <a:endParaRPr lang="en-US"/>
          </a:p>
        </p:txBody>
      </p:sp>
      <p:sp>
        <p:nvSpPr>
          <p:cNvPr id="143" name="Google Shape;143;p17"/>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
              <a:buNone/>
            </a:pPr>
            <a:fld id="{00000000-1234-1234-1234-123412341234}" type="slidenum">
              <a:rPr lang="en-US"/>
            </a:fld>
            <a:endParaRPr lang="en-US"/>
          </a:p>
        </p:txBody>
      </p:sp>
      <p:sp>
        <p:nvSpPr>
          <p:cNvPr id="144" name="Google Shape;144;p17"/>
          <p:cNvSpPr/>
          <p:nvPr/>
        </p:nvSpPr>
        <p:spPr>
          <a:xfrm>
            <a:off x="8055177" y="292676"/>
            <a:ext cx="796167" cy="796157"/>
          </a:xfrm>
          <a:custGeom>
            <a:avLst/>
            <a:gdLst/>
            <a:ahLst/>
            <a:cxnLst/>
            <a:rect l="l" t="t" r="r" b="b"/>
            <a:pathLst>
              <a:path w="16072" h="16071" extrusionOk="0">
                <a:moveTo>
                  <a:pt x="8036" y="0"/>
                </a:moveTo>
                <a:lnTo>
                  <a:pt x="7938" y="24"/>
                </a:lnTo>
                <a:lnTo>
                  <a:pt x="7792" y="98"/>
                </a:lnTo>
                <a:lnTo>
                  <a:pt x="7328" y="366"/>
                </a:lnTo>
                <a:lnTo>
                  <a:pt x="7059" y="537"/>
                </a:lnTo>
                <a:lnTo>
                  <a:pt x="6766" y="757"/>
                </a:lnTo>
                <a:lnTo>
                  <a:pt x="6448" y="977"/>
                </a:lnTo>
                <a:lnTo>
                  <a:pt x="6155" y="1246"/>
                </a:lnTo>
                <a:lnTo>
                  <a:pt x="5887" y="1514"/>
                </a:lnTo>
                <a:lnTo>
                  <a:pt x="5643" y="1807"/>
                </a:lnTo>
                <a:lnTo>
                  <a:pt x="5447" y="2100"/>
                </a:lnTo>
                <a:lnTo>
                  <a:pt x="5374" y="2247"/>
                </a:lnTo>
                <a:lnTo>
                  <a:pt x="5325" y="2418"/>
                </a:lnTo>
                <a:lnTo>
                  <a:pt x="5276" y="2564"/>
                </a:lnTo>
                <a:lnTo>
                  <a:pt x="5252" y="2711"/>
                </a:lnTo>
                <a:lnTo>
                  <a:pt x="5252" y="2858"/>
                </a:lnTo>
                <a:lnTo>
                  <a:pt x="5276" y="3029"/>
                </a:lnTo>
                <a:lnTo>
                  <a:pt x="5325" y="3175"/>
                </a:lnTo>
                <a:lnTo>
                  <a:pt x="5398" y="3322"/>
                </a:lnTo>
                <a:lnTo>
                  <a:pt x="5496" y="3468"/>
                </a:lnTo>
                <a:lnTo>
                  <a:pt x="5618" y="3615"/>
                </a:lnTo>
                <a:lnTo>
                  <a:pt x="5814" y="3761"/>
                </a:lnTo>
                <a:lnTo>
                  <a:pt x="6009" y="3859"/>
                </a:lnTo>
                <a:lnTo>
                  <a:pt x="6204" y="3957"/>
                </a:lnTo>
                <a:lnTo>
                  <a:pt x="6424" y="4005"/>
                </a:lnTo>
                <a:lnTo>
                  <a:pt x="6644" y="4054"/>
                </a:lnTo>
                <a:lnTo>
                  <a:pt x="6864" y="4152"/>
                </a:lnTo>
                <a:lnTo>
                  <a:pt x="7059" y="4250"/>
                </a:lnTo>
                <a:lnTo>
                  <a:pt x="7254" y="4421"/>
                </a:lnTo>
                <a:lnTo>
                  <a:pt x="7425" y="4616"/>
                </a:lnTo>
                <a:lnTo>
                  <a:pt x="7523" y="4836"/>
                </a:lnTo>
                <a:lnTo>
                  <a:pt x="7596" y="5080"/>
                </a:lnTo>
                <a:lnTo>
                  <a:pt x="7621" y="5373"/>
                </a:lnTo>
                <a:lnTo>
                  <a:pt x="7596" y="5569"/>
                </a:lnTo>
                <a:lnTo>
                  <a:pt x="7572" y="5788"/>
                </a:lnTo>
                <a:lnTo>
                  <a:pt x="7499" y="5984"/>
                </a:lnTo>
                <a:lnTo>
                  <a:pt x="7425" y="6179"/>
                </a:lnTo>
                <a:lnTo>
                  <a:pt x="7328" y="6374"/>
                </a:lnTo>
                <a:lnTo>
                  <a:pt x="7206" y="6570"/>
                </a:lnTo>
                <a:lnTo>
                  <a:pt x="7059" y="6741"/>
                </a:lnTo>
                <a:lnTo>
                  <a:pt x="6913" y="6912"/>
                </a:lnTo>
                <a:lnTo>
                  <a:pt x="6742" y="7058"/>
                </a:lnTo>
                <a:lnTo>
                  <a:pt x="6571" y="7205"/>
                </a:lnTo>
                <a:lnTo>
                  <a:pt x="6400" y="7303"/>
                </a:lnTo>
                <a:lnTo>
                  <a:pt x="6204" y="7425"/>
                </a:lnTo>
                <a:lnTo>
                  <a:pt x="6009" y="7498"/>
                </a:lnTo>
                <a:lnTo>
                  <a:pt x="5789" y="7571"/>
                </a:lnTo>
                <a:lnTo>
                  <a:pt x="5569" y="7596"/>
                </a:lnTo>
                <a:lnTo>
                  <a:pt x="5374" y="7620"/>
                </a:lnTo>
                <a:lnTo>
                  <a:pt x="5105" y="7596"/>
                </a:lnTo>
                <a:lnTo>
                  <a:pt x="4861" y="7522"/>
                </a:lnTo>
                <a:lnTo>
                  <a:pt x="4617" y="7425"/>
                </a:lnTo>
                <a:lnTo>
                  <a:pt x="4421" y="7254"/>
                </a:lnTo>
                <a:lnTo>
                  <a:pt x="4250" y="7058"/>
                </a:lnTo>
                <a:lnTo>
                  <a:pt x="4128" y="6839"/>
                </a:lnTo>
                <a:lnTo>
                  <a:pt x="4055" y="6619"/>
                </a:lnTo>
                <a:lnTo>
                  <a:pt x="3982" y="6399"/>
                </a:lnTo>
                <a:lnTo>
                  <a:pt x="3933" y="6204"/>
                </a:lnTo>
                <a:lnTo>
                  <a:pt x="3860" y="6008"/>
                </a:lnTo>
                <a:lnTo>
                  <a:pt x="3762" y="5813"/>
                </a:lnTo>
                <a:lnTo>
                  <a:pt x="3615" y="5617"/>
                </a:lnTo>
                <a:lnTo>
                  <a:pt x="3469" y="5495"/>
                </a:lnTo>
                <a:lnTo>
                  <a:pt x="3322" y="5398"/>
                </a:lnTo>
                <a:lnTo>
                  <a:pt x="3176" y="5324"/>
                </a:lnTo>
                <a:lnTo>
                  <a:pt x="3029" y="5275"/>
                </a:lnTo>
                <a:lnTo>
                  <a:pt x="2858" y="5251"/>
                </a:lnTo>
                <a:lnTo>
                  <a:pt x="2712" y="5251"/>
                </a:lnTo>
                <a:lnTo>
                  <a:pt x="2565" y="5275"/>
                </a:lnTo>
                <a:lnTo>
                  <a:pt x="2419" y="5324"/>
                </a:lnTo>
                <a:lnTo>
                  <a:pt x="2248" y="5373"/>
                </a:lnTo>
                <a:lnTo>
                  <a:pt x="2101" y="5446"/>
                </a:lnTo>
                <a:lnTo>
                  <a:pt x="1808" y="5642"/>
                </a:lnTo>
                <a:lnTo>
                  <a:pt x="1515" y="5886"/>
                </a:lnTo>
                <a:lnTo>
                  <a:pt x="1246" y="6155"/>
                </a:lnTo>
                <a:lnTo>
                  <a:pt x="978" y="6448"/>
                </a:lnTo>
                <a:lnTo>
                  <a:pt x="758" y="6765"/>
                </a:lnTo>
                <a:lnTo>
                  <a:pt x="538" y="7058"/>
                </a:lnTo>
                <a:lnTo>
                  <a:pt x="367" y="7327"/>
                </a:lnTo>
                <a:lnTo>
                  <a:pt x="99" y="7791"/>
                </a:lnTo>
                <a:lnTo>
                  <a:pt x="25" y="7938"/>
                </a:lnTo>
                <a:lnTo>
                  <a:pt x="1" y="8035"/>
                </a:lnTo>
                <a:lnTo>
                  <a:pt x="25" y="8231"/>
                </a:lnTo>
                <a:lnTo>
                  <a:pt x="74" y="8402"/>
                </a:lnTo>
                <a:lnTo>
                  <a:pt x="172" y="8597"/>
                </a:lnTo>
                <a:lnTo>
                  <a:pt x="294" y="8744"/>
                </a:lnTo>
                <a:lnTo>
                  <a:pt x="587" y="9012"/>
                </a:lnTo>
                <a:lnTo>
                  <a:pt x="880" y="9256"/>
                </a:lnTo>
                <a:lnTo>
                  <a:pt x="1417" y="9696"/>
                </a:lnTo>
                <a:lnTo>
                  <a:pt x="1906" y="10062"/>
                </a:lnTo>
                <a:lnTo>
                  <a:pt x="2101" y="10233"/>
                </a:lnTo>
                <a:lnTo>
                  <a:pt x="2297" y="10404"/>
                </a:lnTo>
                <a:lnTo>
                  <a:pt x="2419" y="10575"/>
                </a:lnTo>
                <a:lnTo>
                  <a:pt x="2541" y="10746"/>
                </a:lnTo>
                <a:lnTo>
                  <a:pt x="2590" y="10917"/>
                </a:lnTo>
                <a:lnTo>
                  <a:pt x="2590" y="11113"/>
                </a:lnTo>
                <a:lnTo>
                  <a:pt x="2541" y="11308"/>
                </a:lnTo>
                <a:lnTo>
                  <a:pt x="2443" y="11528"/>
                </a:lnTo>
                <a:lnTo>
                  <a:pt x="2272" y="11772"/>
                </a:lnTo>
                <a:lnTo>
                  <a:pt x="2004" y="12041"/>
                </a:lnTo>
                <a:lnTo>
                  <a:pt x="1833" y="12212"/>
                </a:lnTo>
                <a:lnTo>
                  <a:pt x="1637" y="12309"/>
                </a:lnTo>
                <a:lnTo>
                  <a:pt x="1417" y="12383"/>
                </a:lnTo>
                <a:lnTo>
                  <a:pt x="1222" y="12431"/>
                </a:lnTo>
                <a:lnTo>
                  <a:pt x="1002" y="12480"/>
                </a:lnTo>
                <a:lnTo>
                  <a:pt x="782" y="12578"/>
                </a:lnTo>
                <a:lnTo>
                  <a:pt x="587" y="12700"/>
                </a:lnTo>
                <a:lnTo>
                  <a:pt x="367" y="12871"/>
                </a:lnTo>
                <a:lnTo>
                  <a:pt x="196" y="13066"/>
                </a:lnTo>
                <a:lnTo>
                  <a:pt x="99" y="13286"/>
                </a:lnTo>
                <a:lnTo>
                  <a:pt x="25" y="13530"/>
                </a:lnTo>
                <a:lnTo>
                  <a:pt x="1" y="13799"/>
                </a:lnTo>
                <a:lnTo>
                  <a:pt x="25" y="14019"/>
                </a:lnTo>
                <a:lnTo>
                  <a:pt x="50" y="14239"/>
                </a:lnTo>
                <a:lnTo>
                  <a:pt x="123" y="14434"/>
                </a:lnTo>
                <a:lnTo>
                  <a:pt x="221" y="14654"/>
                </a:lnTo>
                <a:lnTo>
                  <a:pt x="318" y="14825"/>
                </a:lnTo>
                <a:lnTo>
                  <a:pt x="440" y="15020"/>
                </a:lnTo>
                <a:lnTo>
                  <a:pt x="563" y="15191"/>
                </a:lnTo>
                <a:lnTo>
                  <a:pt x="709" y="15362"/>
                </a:lnTo>
                <a:lnTo>
                  <a:pt x="880" y="15509"/>
                </a:lnTo>
                <a:lnTo>
                  <a:pt x="1051" y="15631"/>
                </a:lnTo>
                <a:lnTo>
                  <a:pt x="1246" y="15753"/>
                </a:lnTo>
                <a:lnTo>
                  <a:pt x="1442" y="15875"/>
                </a:lnTo>
                <a:lnTo>
                  <a:pt x="1637" y="15948"/>
                </a:lnTo>
                <a:lnTo>
                  <a:pt x="1857" y="16022"/>
                </a:lnTo>
                <a:lnTo>
                  <a:pt x="2052" y="16046"/>
                </a:lnTo>
                <a:lnTo>
                  <a:pt x="2272" y="16070"/>
                </a:lnTo>
                <a:lnTo>
                  <a:pt x="2541" y="16046"/>
                </a:lnTo>
                <a:lnTo>
                  <a:pt x="2785" y="15973"/>
                </a:lnTo>
                <a:lnTo>
                  <a:pt x="3005" y="15875"/>
                </a:lnTo>
                <a:lnTo>
                  <a:pt x="3200" y="15704"/>
                </a:lnTo>
                <a:lnTo>
                  <a:pt x="3371" y="15509"/>
                </a:lnTo>
                <a:lnTo>
                  <a:pt x="3493" y="15289"/>
                </a:lnTo>
                <a:lnTo>
                  <a:pt x="3567" y="15094"/>
                </a:lnTo>
                <a:lnTo>
                  <a:pt x="3615" y="14874"/>
                </a:lnTo>
                <a:lnTo>
                  <a:pt x="3689" y="14654"/>
                </a:lnTo>
                <a:lnTo>
                  <a:pt x="3762" y="14459"/>
                </a:lnTo>
                <a:lnTo>
                  <a:pt x="3860" y="14239"/>
                </a:lnTo>
                <a:lnTo>
                  <a:pt x="4031" y="14068"/>
                </a:lnTo>
                <a:lnTo>
                  <a:pt x="4299" y="13824"/>
                </a:lnTo>
                <a:lnTo>
                  <a:pt x="4544" y="13628"/>
                </a:lnTo>
                <a:lnTo>
                  <a:pt x="4763" y="13530"/>
                </a:lnTo>
                <a:lnTo>
                  <a:pt x="4959" y="13482"/>
                </a:lnTo>
                <a:lnTo>
                  <a:pt x="5154" y="13482"/>
                </a:lnTo>
                <a:lnTo>
                  <a:pt x="5325" y="13530"/>
                </a:lnTo>
                <a:lnTo>
                  <a:pt x="5496" y="13653"/>
                </a:lnTo>
                <a:lnTo>
                  <a:pt x="5667" y="13775"/>
                </a:lnTo>
                <a:lnTo>
                  <a:pt x="5838" y="13970"/>
                </a:lnTo>
                <a:lnTo>
                  <a:pt x="6009" y="14165"/>
                </a:lnTo>
                <a:lnTo>
                  <a:pt x="6375" y="14654"/>
                </a:lnTo>
                <a:lnTo>
                  <a:pt x="6815" y="15191"/>
                </a:lnTo>
                <a:lnTo>
                  <a:pt x="7059" y="15484"/>
                </a:lnTo>
                <a:lnTo>
                  <a:pt x="7328" y="15777"/>
                </a:lnTo>
                <a:lnTo>
                  <a:pt x="7474" y="15899"/>
                </a:lnTo>
                <a:lnTo>
                  <a:pt x="7670" y="15997"/>
                </a:lnTo>
                <a:lnTo>
                  <a:pt x="7841" y="16046"/>
                </a:lnTo>
                <a:lnTo>
                  <a:pt x="8036" y="16070"/>
                </a:lnTo>
                <a:lnTo>
                  <a:pt x="8134" y="16046"/>
                </a:lnTo>
                <a:lnTo>
                  <a:pt x="8280" y="15973"/>
                </a:lnTo>
                <a:lnTo>
                  <a:pt x="8744" y="15704"/>
                </a:lnTo>
                <a:lnTo>
                  <a:pt x="9013" y="15533"/>
                </a:lnTo>
                <a:lnTo>
                  <a:pt x="9306" y="15313"/>
                </a:lnTo>
                <a:lnTo>
                  <a:pt x="9623" y="15094"/>
                </a:lnTo>
                <a:lnTo>
                  <a:pt x="9917" y="14825"/>
                </a:lnTo>
                <a:lnTo>
                  <a:pt x="10185" y="14556"/>
                </a:lnTo>
                <a:lnTo>
                  <a:pt x="10429" y="14263"/>
                </a:lnTo>
                <a:lnTo>
                  <a:pt x="10625" y="13970"/>
                </a:lnTo>
                <a:lnTo>
                  <a:pt x="10698" y="13824"/>
                </a:lnTo>
                <a:lnTo>
                  <a:pt x="10747" y="13653"/>
                </a:lnTo>
                <a:lnTo>
                  <a:pt x="10796" y="13506"/>
                </a:lnTo>
                <a:lnTo>
                  <a:pt x="10820" y="13359"/>
                </a:lnTo>
                <a:lnTo>
                  <a:pt x="10820" y="13213"/>
                </a:lnTo>
                <a:lnTo>
                  <a:pt x="10796" y="13042"/>
                </a:lnTo>
                <a:lnTo>
                  <a:pt x="10747" y="12895"/>
                </a:lnTo>
                <a:lnTo>
                  <a:pt x="10674" y="12749"/>
                </a:lnTo>
                <a:lnTo>
                  <a:pt x="10576" y="12602"/>
                </a:lnTo>
                <a:lnTo>
                  <a:pt x="10454" y="12456"/>
                </a:lnTo>
                <a:lnTo>
                  <a:pt x="10258" y="12309"/>
                </a:lnTo>
                <a:lnTo>
                  <a:pt x="10063" y="12212"/>
                </a:lnTo>
                <a:lnTo>
                  <a:pt x="9868" y="12138"/>
                </a:lnTo>
                <a:lnTo>
                  <a:pt x="9648" y="12065"/>
                </a:lnTo>
                <a:lnTo>
                  <a:pt x="9428" y="12016"/>
                </a:lnTo>
                <a:lnTo>
                  <a:pt x="9208" y="11919"/>
                </a:lnTo>
                <a:lnTo>
                  <a:pt x="9013" y="11821"/>
                </a:lnTo>
                <a:lnTo>
                  <a:pt x="8818" y="11650"/>
                </a:lnTo>
                <a:lnTo>
                  <a:pt x="8647" y="11454"/>
                </a:lnTo>
                <a:lnTo>
                  <a:pt x="8549" y="11235"/>
                </a:lnTo>
                <a:lnTo>
                  <a:pt x="8476" y="10990"/>
                </a:lnTo>
                <a:lnTo>
                  <a:pt x="8451" y="10697"/>
                </a:lnTo>
                <a:lnTo>
                  <a:pt x="8476" y="10502"/>
                </a:lnTo>
                <a:lnTo>
                  <a:pt x="8500" y="10282"/>
                </a:lnTo>
                <a:lnTo>
                  <a:pt x="8573" y="10087"/>
                </a:lnTo>
                <a:lnTo>
                  <a:pt x="8647" y="9891"/>
                </a:lnTo>
                <a:lnTo>
                  <a:pt x="8744" y="9696"/>
                </a:lnTo>
                <a:lnTo>
                  <a:pt x="8866" y="9501"/>
                </a:lnTo>
                <a:lnTo>
                  <a:pt x="9013" y="9330"/>
                </a:lnTo>
                <a:lnTo>
                  <a:pt x="9159" y="9159"/>
                </a:lnTo>
                <a:lnTo>
                  <a:pt x="9330" y="9012"/>
                </a:lnTo>
                <a:lnTo>
                  <a:pt x="9501" y="8890"/>
                </a:lnTo>
                <a:lnTo>
                  <a:pt x="9672" y="8768"/>
                </a:lnTo>
                <a:lnTo>
                  <a:pt x="9868" y="8646"/>
                </a:lnTo>
                <a:lnTo>
                  <a:pt x="10063" y="8573"/>
                </a:lnTo>
                <a:lnTo>
                  <a:pt x="10283" y="8499"/>
                </a:lnTo>
                <a:lnTo>
                  <a:pt x="10503" y="8475"/>
                </a:lnTo>
                <a:lnTo>
                  <a:pt x="10698" y="8450"/>
                </a:lnTo>
                <a:lnTo>
                  <a:pt x="10967" y="8475"/>
                </a:lnTo>
                <a:lnTo>
                  <a:pt x="11211" y="8548"/>
                </a:lnTo>
                <a:lnTo>
                  <a:pt x="11455" y="8646"/>
                </a:lnTo>
                <a:lnTo>
                  <a:pt x="11651" y="8817"/>
                </a:lnTo>
                <a:lnTo>
                  <a:pt x="11822" y="9012"/>
                </a:lnTo>
                <a:lnTo>
                  <a:pt x="11944" y="9232"/>
                </a:lnTo>
                <a:lnTo>
                  <a:pt x="12017" y="9452"/>
                </a:lnTo>
                <a:lnTo>
                  <a:pt x="12090" y="9672"/>
                </a:lnTo>
                <a:lnTo>
                  <a:pt x="12139" y="9867"/>
                </a:lnTo>
                <a:lnTo>
                  <a:pt x="12212" y="10062"/>
                </a:lnTo>
                <a:lnTo>
                  <a:pt x="12310" y="10258"/>
                </a:lnTo>
                <a:lnTo>
                  <a:pt x="12457" y="10453"/>
                </a:lnTo>
                <a:lnTo>
                  <a:pt x="12603" y="10575"/>
                </a:lnTo>
                <a:lnTo>
                  <a:pt x="12750" y="10673"/>
                </a:lnTo>
                <a:lnTo>
                  <a:pt x="12896" y="10746"/>
                </a:lnTo>
                <a:lnTo>
                  <a:pt x="13043" y="10795"/>
                </a:lnTo>
                <a:lnTo>
                  <a:pt x="13214" y="10819"/>
                </a:lnTo>
                <a:lnTo>
                  <a:pt x="13360" y="10819"/>
                </a:lnTo>
                <a:lnTo>
                  <a:pt x="13507" y="10795"/>
                </a:lnTo>
                <a:lnTo>
                  <a:pt x="13653" y="10746"/>
                </a:lnTo>
                <a:lnTo>
                  <a:pt x="13824" y="10697"/>
                </a:lnTo>
                <a:lnTo>
                  <a:pt x="13971" y="10624"/>
                </a:lnTo>
                <a:lnTo>
                  <a:pt x="14264" y="10429"/>
                </a:lnTo>
                <a:lnTo>
                  <a:pt x="14557" y="10184"/>
                </a:lnTo>
                <a:lnTo>
                  <a:pt x="14826" y="9916"/>
                </a:lnTo>
                <a:lnTo>
                  <a:pt x="15094" y="9623"/>
                </a:lnTo>
                <a:lnTo>
                  <a:pt x="15314" y="9305"/>
                </a:lnTo>
                <a:lnTo>
                  <a:pt x="15534" y="9012"/>
                </a:lnTo>
                <a:lnTo>
                  <a:pt x="15705" y="8744"/>
                </a:lnTo>
                <a:lnTo>
                  <a:pt x="15973" y="8279"/>
                </a:lnTo>
                <a:lnTo>
                  <a:pt x="16047" y="8133"/>
                </a:lnTo>
                <a:lnTo>
                  <a:pt x="16071" y="8035"/>
                </a:lnTo>
                <a:lnTo>
                  <a:pt x="16047" y="7840"/>
                </a:lnTo>
                <a:lnTo>
                  <a:pt x="15998" y="7669"/>
                </a:lnTo>
                <a:lnTo>
                  <a:pt x="15900" y="7474"/>
                </a:lnTo>
                <a:lnTo>
                  <a:pt x="15778" y="7327"/>
                </a:lnTo>
                <a:lnTo>
                  <a:pt x="15485" y="7058"/>
                </a:lnTo>
                <a:lnTo>
                  <a:pt x="15192" y="6814"/>
                </a:lnTo>
                <a:lnTo>
                  <a:pt x="14655" y="6374"/>
                </a:lnTo>
                <a:lnTo>
                  <a:pt x="14166" y="6008"/>
                </a:lnTo>
                <a:lnTo>
                  <a:pt x="13971" y="5837"/>
                </a:lnTo>
                <a:lnTo>
                  <a:pt x="13775" y="5666"/>
                </a:lnTo>
                <a:lnTo>
                  <a:pt x="13653" y="5495"/>
                </a:lnTo>
                <a:lnTo>
                  <a:pt x="13531" y="5324"/>
                </a:lnTo>
                <a:lnTo>
                  <a:pt x="13482" y="5153"/>
                </a:lnTo>
                <a:lnTo>
                  <a:pt x="13482" y="4958"/>
                </a:lnTo>
                <a:lnTo>
                  <a:pt x="13531" y="4763"/>
                </a:lnTo>
                <a:lnTo>
                  <a:pt x="13629" y="4543"/>
                </a:lnTo>
                <a:lnTo>
                  <a:pt x="13800" y="4299"/>
                </a:lnTo>
                <a:lnTo>
                  <a:pt x="14068" y="4030"/>
                </a:lnTo>
                <a:lnTo>
                  <a:pt x="14239" y="3859"/>
                </a:lnTo>
                <a:lnTo>
                  <a:pt x="14435" y="3761"/>
                </a:lnTo>
                <a:lnTo>
                  <a:pt x="14655" y="3688"/>
                </a:lnTo>
                <a:lnTo>
                  <a:pt x="14850" y="3639"/>
                </a:lnTo>
                <a:lnTo>
                  <a:pt x="15070" y="3590"/>
                </a:lnTo>
                <a:lnTo>
                  <a:pt x="15290" y="3493"/>
                </a:lnTo>
                <a:lnTo>
                  <a:pt x="15485" y="3370"/>
                </a:lnTo>
                <a:lnTo>
                  <a:pt x="15705" y="3199"/>
                </a:lnTo>
                <a:lnTo>
                  <a:pt x="15876" y="3004"/>
                </a:lnTo>
                <a:lnTo>
                  <a:pt x="15973" y="2784"/>
                </a:lnTo>
                <a:lnTo>
                  <a:pt x="16047" y="2540"/>
                </a:lnTo>
                <a:lnTo>
                  <a:pt x="16071" y="2271"/>
                </a:lnTo>
                <a:lnTo>
                  <a:pt x="16047" y="2052"/>
                </a:lnTo>
                <a:lnTo>
                  <a:pt x="16022" y="1832"/>
                </a:lnTo>
                <a:lnTo>
                  <a:pt x="15949" y="1636"/>
                </a:lnTo>
                <a:lnTo>
                  <a:pt x="15851" y="1417"/>
                </a:lnTo>
                <a:lnTo>
                  <a:pt x="15754" y="1246"/>
                </a:lnTo>
                <a:lnTo>
                  <a:pt x="15632" y="1050"/>
                </a:lnTo>
                <a:lnTo>
                  <a:pt x="15509" y="879"/>
                </a:lnTo>
                <a:lnTo>
                  <a:pt x="15363" y="708"/>
                </a:lnTo>
                <a:lnTo>
                  <a:pt x="15192" y="562"/>
                </a:lnTo>
                <a:lnTo>
                  <a:pt x="15021" y="440"/>
                </a:lnTo>
                <a:lnTo>
                  <a:pt x="14826" y="318"/>
                </a:lnTo>
                <a:lnTo>
                  <a:pt x="14630" y="195"/>
                </a:lnTo>
                <a:lnTo>
                  <a:pt x="14435" y="122"/>
                </a:lnTo>
                <a:lnTo>
                  <a:pt x="14215" y="49"/>
                </a:lnTo>
                <a:lnTo>
                  <a:pt x="14020" y="24"/>
                </a:lnTo>
                <a:lnTo>
                  <a:pt x="13800" y="0"/>
                </a:lnTo>
                <a:lnTo>
                  <a:pt x="13531" y="24"/>
                </a:lnTo>
                <a:lnTo>
                  <a:pt x="13287" y="98"/>
                </a:lnTo>
                <a:lnTo>
                  <a:pt x="13067" y="195"/>
                </a:lnTo>
                <a:lnTo>
                  <a:pt x="12872" y="366"/>
                </a:lnTo>
                <a:lnTo>
                  <a:pt x="12701" y="562"/>
                </a:lnTo>
                <a:lnTo>
                  <a:pt x="12579" y="782"/>
                </a:lnTo>
                <a:lnTo>
                  <a:pt x="12505" y="977"/>
                </a:lnTo>
                <a:lnTo>
                  <a:pt x="12457" y="1197"/>
                </a:lnTo>
                <a:lnTo>
                  <a:pt x="12383" y="1417"/>
                </a:lnTo>
                <a:lnTo>
                  <a:pt x="12310" y="1612"/>
                </a:lnTo>
                <a:lnTo>
                  <a:pt x="12212" y="1832"/>
                </a:lnTo>
                <a:lnTo>
                  <a:pt x="12041" y="2003"/>
                </a:lnTo>
                <a:lnTo>
                  <a:pt x="11773" y="2271"/>
                </a:lnTo>
                <a:lnTo>
                  <a:pt x="11528" y="2442"/>
                </a:lnTo>
                <a:lnTo>
                  <a:pt x="11309" y="2540"/>
                </a:lnTo>
                <a:lnTo>
                  <a:pt x="11113" y="2589"/>
                </a:lnTo>
                <a:lnTo>
                  <a:pt x="10918" y="2589"/>
                </a:lnTo>
                <a:lnTo>
                  <a:pt x="10747" y="2540"/>
                </a:lnTo>
                <a:lnTo>
                  <a:pt x="10576" y="2418"/>
                </a:lnTo>
                <a:lnTo>
                  <a:pt x="10405" y="2296"/>
                </a:lnTo>
                <a:lnTo>
                  <a:pt x="10234" y="2100"/>
                </a:lnTo>
                <a:lnTo>
                  <a:pt x="10063" y="1905"/>
                </a:lnTo>
                <a:lnTo>
                  <a:pt x="9697" y="1417"/>
                </a:lnTo>
                <a:lnTo>
                  <a:pt x="9257" y="879"/>
                </a:lnTo>
                <a:lnTo>
                  <a:pt x="9013" y="586"/>
                </a:lnTo>
                <a:lnTo>
                  <a:pt x="8744" y="293"/>
                </a:lnTo>
                <a:lnTo>
                  <a:pt x="8598" y="171"/>
                </a:lnTo>
                <a:lnTo>
                  <a:pt x="8402" y="73"/>
                </a:lnTo>
                <a:lnTo>
                  <a:pt x="8231" y="24"/>
                </a:lnTo>
                <a:lnTo>
                  <a:pt x="803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pic>
        <p:nvPicPr>
          <p:cNvPr id="145" name="Google Shape;145;p17"/>
          <p:cNvPicPr preferRelativeResize="0"/>
          <p:nvPr/>
        </p:nvPicPr>
        <p:blipFill rotWithShape="1">
          <a:blip r:embed="rId1"/>
          <a:srcRect/>
          <a:stretch>
            <a:fillRect/>
          </a:stretch>
        </p:blipFill>
        <p:spPr>
          <a:xfrm>
            <a:off x="4495800" y="1504951"/>
            <a:ext cx="1630838" cy="1143000"/>
          </a:xfrm>
          <a:prstGeom prst="rect">
            <a:avLst/>
          </a:prstGeom>
          <a:noFill/>
          <a:ln>
            <a:noFill/>
          </a:ln>
        </p:spPr>
      </p:pic>
      <p:pic>
        <p:nvPicPr>
          <p:cNvPr id="146" name="Google Shape;146;p17"/>
          <p:cNvPicPr preferRelativeResize="0"/>
          <p:nvPr/>
        </p:nvPicPr>
        <p:blipFill rotWithShape="1">
          <a:blip r:embed="rId2"/>
          <a:srcRect/>
          <a:stretch>
            <a:fillRect/>
          </a:stretch>
        </p:blipFill>
        <p:spPr>
          <a:xfrm>
            <a:off x="4495800" y="3714750"/>
            <a:ext cx="1643743" cy="908957"/>
          </a:xfrm>
          <a:prstGeom prst="rect">
            <a:avLst/>
          </a:prstGeom>
          <a:noFill/>
          <a:ln>
            <a:noFill/>
          </a:ln>
        </p:spPr>
      </p:pic>
      <p:pic>
        <p:nvPicPr>
          <p:cNvPr id="147" name="Google Shape;147;p17"/>
          <p:cNvPicPr preferRelativeResize="0"/>
          <p:nvPr/>
        </p:nvPicPr>
        <p:blipFill rotWithShape="1">
          <a:blip r:embed="rId3"/>
          <a:srcRect/>
          <a:stretch>
            <a:fillRect/>
          </a:stretch>
        </p:blipFill>
        <p:spPr>
          <a:xfrm>
            <a:off x="4493781" y="2803393"/>
            <a:ext cx="1632857" cy="914400"/>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8"/>
          <p:cNvSpPr txBox="1">
            <a:spLocks noGrp="1"/>
          </p:cNvSpPr>
          <p:nvPr>
            <p:ph type="body" idx="1"/>
          </p:nvPr>
        </p:nvSpPr>
        <p:spPr>
          <a:xfrm>
            <a:off x="533400" y="1428750"/>
            <a:ext cx="3543300" cy="15846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600"/>
              </a:spcBef>
              <a:spcAft>
                <a:spcPts val="0"/>
              </a:spcAft>
              <a:buSzPts val="1800"/>
              <a:buChar char="●"/>
            </a:pPr>
            <a:r>
              <a:rPr lang="en-US" sz="1600"/>
              <a:t>Tia hồng ngoại có tính chất tuân theo định luật truyền thẳng, phản xạ, khúc xạ và gây được hiện tượng nhiễu xạ, giao thoa như ánh sáng thông thường.</a:t>
            </a:r>
            <a:endParaRPr sz="1600"/>
          </a:p>
          <a:p>
            <a:pPr marL="457200" lvl="0" indent="-342900" algn="l" rtl="0">
              <a:lnSpc>
                <a:spcPct val="100000"/>
              </a:lnSpc>
              <a:spcBef>
                <a:spcPts val="600"/>
              </a:spcBef>
              <a:spcAft>
                <a:spcPts val="0"/>
              </a:spcAft>
              <a:buSzPts val="1800"/>
              <a:buChar char="●"/>
            </a:pPr>
            <a:r>
              <a:rPr lang="en-US" sz="1600"/>
              <a:t>Đặc trưng nổi bật của tia hồng ngoại là tác dụng nhiệt.</a:t>
            </a:r>
            <a:endParaRPr sz="1600"/>
          </a:p>
          <a:p>
            <a:pPr marL="457200" lvl="0" indent="-342900" algn="l" rtl="0">
              <a:lnSpc>
                <a:spcPct val="100000"/>
              </a:lnSpc>
              <a:spcBef>
                <a:spcPts val="600"/>
              </a:spcBef>
              <a:spcAft>
                <a:spcPts val="0"/>
              </a:spcAft>
              <a:buSzPts val="1800"/>
              <a:buChar char="●"/>
            </a:pPr>
            <a:r>
              <a:rPr lang="en-US" sz="1600"/>
              <a:t>Ứng dụng: bếp điện, lò nướng, điều khiển từ xa,..</a:t>
            </a:r>
            <a:endParaRPr sz="1600"/>
          </a:p>
          <a:p>
            <a:pPr marL="114300" lvl="0" indent="0" algn="l" rtl="0">
              <a:lnSpc>
                <a:spcPct val="100000"/>
              </a:lnSpc>
              <a:spcBef>
                <a:spcPts val="600"/>
              </a:spcBef>
              <a:spcAft>
                <a:spcPts val="0"/>
              </a:spcAft>
              <a:buSzPts val="1800"/>
              <a:buNone/>
            </a:pPr>
            <a:endParaRPr sz="1600"/>
          </a:p>
        </p:txBody>
      </p:sp>
      <p:sp>
        <p:nvSpPr>
          <p:cNvPr id="153" name="Google Shape;153;p18"/>
          <p:cNvSpPr txBox="1">
            <a:spLocks noGrp="1"/>
          </p:cNvSpPr>
          <p:nvPr>
            <p:ph type="title"/>
          </p:nvPr>
        </p:nvSpPr>
        <p:spPr>
          <a:xfrm>
            <a:off x="381000" y="292676"/>
            <a:ext cx="7696200" cy="85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800"/>
              <a:buNone/>
            </a:pPr>
            <a:r>
              <a:rPr lang="en-US"/>
              <a:t>2. Tia hồng ngoại (IR)</a:t>
            </a:r>
            <a:endParaRPr lang="en-US"/>
          </a:p>
        </p:txBody>
      </p:sp>
      <p:sp>
        <p:nvSpPr>
          <p:cNvPr id="154" name="Google Shape;154;p18"/>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
              <a:buNone/>
            </a:pPr>
            <a:fld id="{00000000-1234-1234-1234-123412341234}" type="slidenum">
              <a:rPr lang="en-US"/>
            </a:fld>
            <a:endParaRPr lang="en-US"/>
          </a:p>
        </p:txBody>
      </p:sp>
      <p:sp>
        <p:nvSpPr>
          <p:cNvPr id="155" name="Google Shape;155;p18"/>
          <p:cNvSpPr/>
          <p:nvPr/>
        </p:nvSpPr>
        <p:spPr>
          <a:xfrm>
            <a:off x="8055177" y="292676"/>
            <a:ext cx="796167" cy="796157"/>
          </a:xfrm>
          <a:custGeom>
            <a:avLst/>
            <a:gdLst/>
            <a:ahLst/>
            <a:cxnLst/>
            <a:rect l="l" t="t" r="r" b="b"/>
            <a:pathLst>
              <a:path w="16072" h="16071" extrusionOk="0">
                <a:moveTo>
                  <a:pt x="8036" y="0"/>
                </a:moveTo>
                <a:lnTo>
                  <a:pt x="7938" y="24"/>
                </a:lnTo>
                <a:lnTo>
                  <a:pt x="7792" y="98"/>
                </a:lnTo>
                <a:lnTo>
                  <a:pt x="7328" y="366"/>
                </a:lnTo>
                <a:lnTo>
                  <a:pt x="7059" y="537"/>
                </a:lnTo>
                <a:lnTo>
                  <a:pt x="6766" y="757"/>
                </a:lnTo>
                <a:lnTo>
                  <a:pt x="6448" y="977"/>
                </a:lnTo>
                <a:lnTo>
                  <a:pt x="6155" y="1246"/>
                </a:lnTo>
                <a:lnTo>
                  <a:pt x="5887" y="1514"/>
                </a:lnTo>
                <a:lnTo>
                  <a:pt x="5643" y="1807"/>
                </a:lnTo>
                <a:lnTo>
                  <a:pt x="5447" y="2100"/>
                </a:lnTo>
                <a:lnTo>
                  <a:pt x="5374" y="2247"/>
                </a:lnTo>
                <a:lnTo>
                  <a:pt x="5325" y="2418"/>
                </a:lnTo>
                <a:lnTo>
                  <a:pt x="5276" y="2564"/>
                </a:lnTo>
                <a:lnTo>
                  <a:pt x="5252" y="2711"/>
                </a:lnTo>
                <a:lnTo>
                  <a:pt x="5252" y="2858"/>
                </a:lnTo>
                <a:lnTo>
                  <a:pt x="5276" y="3029"/>
                </a:lnTo>
                <a:lnTo>
                  <a:pt x="5325" y="3175"/>
                </a:lnTo>
                <a:lnTo>
                  <a:pt x="5398" y="3322"/>
                </a:lnTo>
                <a:lnTo>
                  <a:pt x="5496" y="3468"/>
                </a:lnTo>
                <a:lnTo>
                  <a:pt x="5618" y="3615"/>
                </a:lnTo>
                <a:lnTo>
                  <a:pt x="5814" y="3761"/>
                </a:lnTo>
                <a:lnTo>
                  <a:pt x="6009" y="3859"/>
                </a:lnTo>
                <a:lnTo>
                  <a:pt x="6204" y="3957"/>
                </a:lnTo>
                <a:lnTo>
                  <a:pt x="6424" y="4005"/>
                </a:lnTo>
                <a:lnTo>
                  <a:pt x="6644" y="4054"/>
                </a:lnTo>
                <a:lnTo>
                  <a:pt x="6864" y="4152"/>
                </a:lnTo>
                <a:lnTo>
                  <a:pt x="7059" y="4250"/>
                </a:lnTo>
                <a:lnTo>
                  <a:pt x="7254" y="4421"/>
                </a:lnTo>
                <a:lnTo>
                  <a:pt x="7425" y="4616"/>
                </a:lnTo>
                <a:lnTo>
                  <a:pt x="7523" y="4836"/>
                </a:lnTo>
                <a:lnTo>
                  <a:pt x="7596" y="5080"/>
                </a:lnTo>
                <a:lnTo>
                  <a:pt x="7621" y="5373"/>
                </a:lnTo>
                <a:lnTo>
                  <a:pt x="7596" y="5569"/>
                </a:lnTo>
                <a:lnTo>
                  <a:pt x="7572" y="5788"/>
                </a:lnTo>
                <a:lnTo>
                  <a:pt x="7499" y="5984"/>
                </a:lnTo>
                <a:lnTo>
                  <a:pt x="7425" y="6179"/>
                </a:lnTo>
                <a:lnTo>
                  <a:pt x="7328" y="6374"/>
                </a:lnTo>
                <a:lnTo>
                  <a:pt x="7206" y="6570"/>
                </a:lnTo>
                <a:lnTo>
                  <a:pt x="7059" y="6741"/>
                </a:lnTo>
                <a:lnTo>
                  <a:pt x="6913" y="6912"/>
                </a:lnTo>
                <a:lnTo>
                  <a:pt x="6742" y="7058"/>
                </a:lnTo>
                <a:lnTo>
                  <a:pt x="6571" y="7205"/>
                </a:lnTo>
                <a:lnTo>
                  <a:pt x="6400" y="7303"/>
                </a:lnTo>
                <a:lnTo>
                  <a:pt x="6204" y="7425"/>
                </a:lnTo>
                <a:lnTo>
                  <a:pt x="6009" y="7498"/>
                </a:lnTo>
                <a:lnTo>
                  <a:pt x="5789" y="7571"/>
                </a:lnTo>
                <a:lnTo>
                  <a:pt x="5569" y="7596"/>
                </a:lnTo>
                <a:lnTo>
                  <a:pt x="5374" y="7620"/>
                </a:lnTo>
                <a:lnTo>
                  <a:pt x="5105" y="7596"/>
                </a:lnTo>
                <a:lnTo>
                  <a:pt x="4861" y="7522"/>
                </a:lnTo>
                <a:lnTo>
                  <a:pt x="4617" y="7425"/>
                </a:lnTo>
                <a:lnTo>
                  <a:pt x="4421" y="7254"/>
                </a:lnTo>
                <a:lnTo>
                  <a:pt x="4250" y="7058"/>
                </a:lnTo>
                <a:lnTo>
                  <a:pt x="4128" y="6839"/>
                </a:lnTo>
                <a:lnTo>
                  <a:pt x="4055" y="6619"/>
                </a:lnTo>
                <a:lnTo>
                  <a:pt x="3982" y="6399"/>
                </a:lnTo>
                <a:lnTo>
                  <a:pt x="3933" y="6204"/>
                </a:lnTo>
                <a:lnTo>
                  <a:pt x="3860" y="6008"/>
                </a:lnTo>
                <a:lnTo>
                  <a:pt x="3762" y="5813"/>
                </a:lnTo>
                <a:lnTo>
                  <a:pt x="3615" y="5617"/>
                </a:lnTo>
                <a:lnTo>
                  <a:pt x="3469" y="5495"/>
                </a:lnTo>
                <a:lnTo>
                  <a:pt x="3322" y="5398"/>
                </a:lnTo>
                <a:lnTo>
                  <a:pt x="3176" y="5324"/>
                </a:lnTo>
                <a:lnTo>
                  <a:pt x="3029" y="5275"/>
                </a:lnTo>
                <a:lnTo>
                  <a:pt x="2858" y="5251"/>
                </a:lnTo>
                <a:lnTo>
                  <a:pt x="2712" y="5251"/>
                </a:lnTo>
                <a:lnTo>
                  <a:pt x="2565" y="5275"/>
                </a:lnTo>
                <a:lnTo>
                  <a:pt x="2419" y="5324"/>
                </a:lnTo>
                <a:lnTo>
                  <a:pt x="2248" y="5373"/>
                </a:lnTo>
                <a:lnTo>
                  <a:pt x="2101" y="5446"/>
                </a:lnTo>
                <a:lnTo>
                  <a:pt x="1808" y="5642"/>
                </a:lnTo>
                <a:lnTo>
                  <a:pt x="1515" y="5886"/>
                </a:lnTo>
                <a:lnTo>
                  <a:pt x="1246" y="6155"/>
                </a:lnTo>
                <a:lnTo>
                  <a:pt x="978" y="6448"/>
                </a:lnTo>
                <a:lnTo>
                  <a:pt x="758" y="6765"/>
                </a:lnTo>
                <a:lnTo>
                  <a:pt x="538" y="7058"/>
                </a:lnTo>
                <a:lnTo>
                  <a:pt x="367" y="7327"/>
                </a:lnTo>
                <a:lnTo>
                  <a:pt x="99" y="7791"/>
                </a:lnTo>
                <a:lnTo>
                  <a:pt x="25" y="7938"/>
                </a:lnTo>
                <a:lnTo>
                  <a:pt x="1" y="8035"/>
                </a:lnTo>
                <a:lnTo>
                  <a:pt x="25" y="8231"/>
                </a:lnTo>
                <a:lnTo>
                  <a:pt x="74" y="8402"/>
                </a:lnTo>
                <a:lnTo>
                  <a:pt x="172" y="8597"/>
                </a:lnTo>
                <a:lnTo>
                  <a:pt x="294" y="8744"/>
                </a:lnTo>
                <a:lnTo>
                  <a:pt x="587" y="9012"/>
                </a:lnTo>
                <a:lnTo>
                  <a:pt x="880" y="9256"/>
                </a:lnTo>
                <a:lnTo>
                  <a:pt x="1417" y="9696"/>
                </a:lnTo>
                <a:lnTo>
                  <a:pt x="1906" y="10062"/>
                </a:lnTo>
                <a:lnTo>
                  <a:pt x="2101" y="10233"/>
                </a:lnTo>
                <a:lnTo>
                  <a:pt x="2297" y="10404"/>
                </a:lnTo>
                <a:lnTo>
                  <a:pt x="2419" y="10575"/>
                </a:lnTo>
                <a:lnTo>
                  <a:pt x="2541" y="10746"/>
                </a:lnTo>
                <a:lnTo>
                  <a:pt x="2590" y="10917"/>
                </a:lnTo>
                <a:lnTo>
                  <a:pt x="2590" y="11113"/>
                </a:lnTo>
                <a:lnTo>
                  <a:pt x="2541" y="11308"/>
                </a:lnTo>
                <a:lnTo>
                  <a:pt x="2443" y="11528"/>
                </a:lnTo>
                <a:lnTo>
                  <a:pt x="2272" y="11772"/>
                </a:lnTo>
                <a:lnTo>
                  <a:pt x="2004" y="12041"/>
                </a:lnTo>
                <a:lnTo>
                  <a:pt x="1833" y="12212"/>
                </a:lnTo>
                <a:lnTo>
                  <a:pt x="1637" y="12309"/>
                </a:lnTo>
                <a:lnTo>
                  <a:pt x="1417" y="12383"/>
                </a:lnTo>
                <a:lnTo>
                  <a:pt x="1222" y="12431"/>
                </a:lnTo>
                <a:lnTo>
                  <a:pt x="1002" y="12480"/>
                </a:lnTo>
                <a:lnTo>
                  <a:pt x="782" y="12578"/>
                </a:lnTo>
                <a:lnTo>
                  <a:pt x="587" y="12700"/>
                </a:lnTo>
                <a:lnTo>
                  <a:pt x="367" y="12871"/>
                </a:lnTo>
                <a:lnTo>
                  <a:pt x="196" y="13066"/>
                </a:lnTo>
                <a:lnTo>
                  <a:pt x="99" y="13286"/>
                </a:lnTo>
                <a:lnTo>
                  <a:pt x="25" y="13530"/>
                </a:lnTo>
                <a:lnTo>
                  <a:pt x="1" y="13799"/>
                </a:lnTo>
                <a:lnTo>
                  <a:pt x="25" y="14019"/>
                </a:lnTo>
                <a:lnTo>
                  <a:pt x="50" y="14239"/>
                </a:lnTo>
                <a:lnTo>
                  <a:pt x="123" y="14434"/>
                </a:lnTo>
                <a:lnTo>
                  <a:pt x="221" y="14654"/>
                </a:lnTo>
                <a:lnTo>
                  <a:pt x="318" y="14825"/>
                </a:lnTo>
                <a:lnTo>
                  <a:pt x="440" y="15020"/>
                </a:lnTo>
                <a:lnTo>
                  <a:pt x="563" y="15191"/>
                </a:lnTo>
                <a:lnTo>
                  <a:pt x="709" y="15362"/>
                </a:lnTo>
                <a:lnTo>
                  <a:pt x="880" y="15509"/>
                </a:lnTo>
                <a:lnTo>
                  <a:pt x="1051" y="15631"/>
                </a:lnTo>
                <a:lnTo>
                  <a:pt x="1246" y="15753"/>
                </a:lnTo>
                <a:lnTo>
                  <a:pt x="1442" y="15875"/>
                </a:lnTo>
                <a:lnTo>
                  <a:pt x="1637" y="15948"/>
                </a:lnTo>
                <a:lnTo>
                  <a:pt x="1857" y="16022"/>
                </a:lnTo>
                <a:lnTo>
                  <a:pt x="2052" y="16046"/>
                </a:lnTo>
                <a:lnTo>
                  <a:pt x="2272" y="16070"/>
                </a:lnTo>
                <a:lnTo>
                  <a:pt x="2541" y="16046"/>
                </a:lnTo>
                <a:lnTo>
                  <a:pt x="2785" y="15973"/>
                </a:lnTo>
                <a:lnTo>
                  <a:pt x="3005" y="15875"/>
                </a:lnTo>
                <a:lnTo>
                  <a:pt x="3200" y="15704"/>
                </a:lnTo>
                <a:lnTo>
                  <a:pt x="3371" y="15509"/>
                </a:lnTo>
                <a:lnTo>
                  <a:pt x="3493" y="15289"/>
                </a:lnTo>
                <a:lnTo>
                  <a:pt x="3567" y="15094"/>
                </a:lnTo>
                <a:lnTo>
                  <a:pt x="3615" y="14874"/>
                </a:lnTo>
                <a:lnTo>
                  <a:pt x="3689" y="14654"/>
                </a:lnTo>
                <a:lnTo>
                  <a:pt x="3762" y="14459"/>
                </a:lnTo>
                <a:lnTo>
                  <a:pt x="3860" y="14239"/>
                </a:lnTo>
                <a:lnTo>
                  <a:pt x="4031" y="14068"/>
                </a:lnTo>
                <a:lnTo>
                  <a:pt x="4299" y="13824"/>
                </a:lnTo>
                <a:lnTo>
                  <a:pt x="4544" y="13628"/>
                </a:lnTo>
                <a:lnTo>
                  <a:pt x="4763" y="13530"/>
                </a:lnTo>
                <a:lnTo>
                  <a:pt x="4959" y="13482"/>
                </a:lnTo>
                <a:lnTo>
                  <a:pt x="5154" y="13482"/>
                </a:lnTo>
                <a:lnTo>
                  <a:pt x="5325" y="13530"/>
                </a:lnTo>
                <a:lnTo>
                  <a:pt x="5496" y="13653"/>
                </a:lnTo>
                <a:lnTo>
                  <a:pt x="5667" y="13775"/>
                </a:lnTo>
                <a:lnTo>
                  <a:pt x="5838" y="13970"/>
                </a:lnTo>
                <a:lnTo>
                  <a:pt x="6009" y="14165"/>
                </a:lnTo>
                <a:lnTo>
                  <a:pt x="6375" y="14654"/>
                </a:lnTo>
                <a:lnTo>
                  <a:pt x="6815" y="15191"/>
                </a:lnTo>
                <a:lnTo>
                  <a:pt x="7059" y="15484"/>
                </a:lnTo>
                <a:lnTo>
                  <a:pt x="7328" y="15777"/>
                </a:lnTo>
                <a:lnTo>
                  <a:pt x="7474" y="15899"/>
                </a:lnTo>
                <a:lnTo>
                  <a:pt x="7670" y="15997"/>
                </a:lnTo>
                <a:lnTo>
                  <a:pt x="7841" y="16046"/>
                </a:lnTo>
                <a:lnTo>
                  <a:pt x="8036" y="16070"/>
                </a:lnTo>
                <a:lnTo>
                  <a:pt x="8134" y="16046"/>
                </a:lnTo>
                <a:lnTo>
                  <a:pt x="8280" y="15973"/>
                </a:lnTo>
                <a:lnTo>
                  <a:pt x="8744" y="15704"/>
                </a:lnTo>
                <a:lnTo>
                  <a:pt x="9013" y="15533"/>
                </a:lnTo>
                <a:lnTo>
                  <a:pt x="9306" y="15313"/>
                </a:lnTo>
                <a:lnTo>
                  <a:pt x="9623" y="15094"/>
                </a:lnTo>
                <a:lnTo>
                  <a:pt x="9917" y="14825"/>
                </a:lnTo>
                <a:lnTo>
                  <a:pt x="10185" y="14556"/>
                </a:lnTo>
                <a:lnTo>
                  <a:pt x="10429" y="14263"/>
                </a:lnTo>
                <a:lnTo>
                  <a:pt x="10625" y="13970"/>
                </a:lnTo>
                <a:lnTo>
                  <a:pt x="10698" y="13824"/>
                </a:lnTo>
                <a:lnTo>
                  <a:pt x="10747" y="13653"/>
                </a:lnTo>
                <a:lnTo>
                  <a:pt x="10796" y="13506"/>
                </a:lnTo>
                <a:lnTo>
                  <a:pt x="10820" y="13359"/>
                </a:lnTo>
                <a:lnTo>
                  <a:pt x="10820" y="13213"/>
                </a:lnTo>
                <a:lnTo>
                  <a:pt x="10796" y="13042"/>
                </a:lnTo>
                <a:lnTo>
                  <a:pt x="10747" y="12895"/>
                </a:lnTo>
                <a:lnTo>
                  <a:pt x="10674" y="12749"/>
                </a:lnTo>
                <a:lnTo>
                  <a:pt x="10576" y="12602"/>
                </a:lnTo>
                <a:lnTo>
                  <a:pt x="10454" y="12456"/>
                </a:lnTo>
                <a:lnTo>
                  <a:pt x="10258" y="12309"/>
                </a:lnTo>
                <a:lnTo>
                  <a:pt x="10063" y="12212"/>
                </a:lnTo>
                <a:lnTo>
                  <a:pt x="9868" y="12138"/>
                </a:lnTo>
                <a:lnTo>
                  <a:pt x="9648" y="12065"/>
                </a:lnTo>
                <a:lnTo>
                  <a:pt x="9428" y="12016"/>
                </a:lnTo>
                <a:lnTo>
                  <a:pt x="9208" y="11919"/>
                </a:lnTo>
                <a:lnTo>
                  <a:pt x="9013" y="11821"/>
                </a:lnTo>
                <a:lnTo>
                  <a:pt x="8818" y="11650"/>
                </a:lnTo>
                <a:lnTo>
                  <a:pt x="8647" y="11454"/>
                </a:lnTo>
                <a:lnTo>
                  <a:pt x="8549" y="11235"/>
                </a:lnTo>
                <a:lnTo>
                  <a:pt x="8476" y="10990"/>
                </a:lnTo>
                <a:lnTo>
                  <a:pt x="8451" y="10697"/>
                </a:lnTo>
                <a:lnTo>
                  <a:pt x="8476" y="10502"/>
                </a:lnTo>
                <a:lnTo>
                  <a:pt x="8500" y="10282"/>
                </a:lnTo>
                <a:lnTo>
                  <a:pt x="8573" y="10087"/>
                </a:lnTo>
                <a:lnTo>
                  <a:pt x="8647" y="9891"/>
                </a:lnTo>
                <a:lnTo>
                  <a:pt x="8744" y="9696"/>
                </a:lnTo>
                <a:lnTo>
                  <a:pt x="8866" y="9501"/>
                </a:lnTo>
                <a:lnTo>
                  <a:pt x="9013" y="9330"/>
                </a:lnTo>
                <a:lnTo>
                  <a:pt x="9159" y="9159"/>
                </a:lnTo>
                <a:lnTo>
                  <a:pt x="9330" y="9012"/>
                </a:lnTo>
                <a:lnTo>
                  <a:pt x="9501" y="8890"/>
                </a:lnTo>
                <a:lnTo>
                  <a:pt x="9672" y="8768"/>
                </a:lnTo>
                <a:lnTo>
                  <a:pt x="9868" y="8646"/>
                </a:lnTo>
                <a:lnTo>
                  <a:pt x="10063" y="8573"/>
                </a:lnTo>
                <a:lnTo>
                  <a:pt x="10283" y="8499"/>
                </a:lnTo>
                <a:lnTo>
                  <a:pt x="10503" y="8475"/>
                </a:lnTo>
                <a:lnTo>
                  <a:pt x="10698" y="8450"/>
                </a:lnTo>
                <a:lnTo>
                  <a:pt x="10967" y="8475"/>
                </a:lnTo>
                <a:lnTo>
                  <a:pt x="11211" y="8548"/>
                </a:lnTo>
                <a:lnTo>
                  <a:pt x="11455" y="8646"/>
                </a:lnTo>
                <a:lnTo>
                  <a:pt x="11651" y="8817"/>
                </a:lnTo>
                <a:lnTo>
                  <a:pt x="11822" y="9012"/>
                </a:lnTo>
                <a:lnTo>
                  <a:pt x="11944" y="9232"/>
                </a:lnTo>
                <a:lnTo>
                  <a:pt x="12017" y="9452"/>
                </a:lnTo>
                <a:lnTo>
                  <a:pt x="12090" y="9672"/>
                </a:lnTo>
                <a:lnTo>
                  <a:pt x="12139" y="9867"/>
                </a:lnTo>
                <a:lnTo>
                  <a:pt x="12212" y="10062"/>
                </a:lnTo>
                <a:lnTo>
                  <a:pt x="12310" y="10258"/>
                </a:lnTo>
                <a:lnTo>
                  <a:pt x="12457" y="10453"/>
                </a:lnTo>
                <a:lnTo>
                  <a:pt x="12603" y="10575"/>
                </a:lnTo>
                <a:lnTo>
                  <a:pt x="12750" y="10673"/>
                </a:lnTo>
                <a:lnTo>
                  <a:pt x="12896" y="10746"/>
                </a:lnTo>
                <a:lnTo>
                  <a:pt x="13043" y="10795"/>
                </a:lnTo>
                <a:lnTo>
                  <a:pt x="13214" y="10819"/>
                </a:lnTo>
                <a:lnTo>
                  <a:pt x="13360" y="10819"/>
                </a:lnTo>
                <a:lnTo>
                  <a:pt x="13507" y="10795"/>
                </a:lnTo>
                <a:lnTo>
                  <a:pt x="13653" y="10746"/>
                </a:lnTo>
                <a:lnTo>
                  <a:pt x="13824" y="10697"/>
                </a:lnTo>
                <a:lnTo>
                  <a:pt x="13971" y="10624"/>
                </a:lnTo>
                <a:lnTo>
                  <a:pt x="14264" y="10429"/>
                </a:lnTo>
                <a:lnTo>
                  <a:pt x="14557" y="10184"/>
                </a:lnTo>
                <a:lnTo>
                  <a:pt x="14826" y="9916"/>
                </a:lnTo>
                <a:lnTo>
                  <a:pt x="15094" y="9623"/>
                </a:lnTo>
                <a:lnTo>
                  <a:pt x="15314" y="9305"/>
                </a:lnTo>
                <a:lnTo>
                  <a:pt x="15534" y="9012"/>
                </a:lnTo>
                <a:lnTo>
                  <a:pt x="15705" y="8744"/>
                </a:lnTo>
                <a:lnTo>
                  <a:pt x="15973" y="8279"/>
                </a:lnTo>
                <a:lnTo>
                  <a:pt x="16047" y="8133"/>
                </a:lnTo>
                <a:lnTo>
                  <a:pt x="16071" y="8035"/>
                </a:lnTo>
                <a:lnTo>
                  <a:pt x="16047" y="7840"/>
                </a:lnTo>
                <a:lnTo>
                  <a:pt x="15998" y="7669"/>
                </a:lnTo>
                <a:lnTo>
                  <a:pt x="15900" y="7474"/>
                </a:lnTo>
                <a:lnTo>
                  <a:pt x="15778" y="7327"/>
                </a:lnTo>
                <a:lnTo>
                  <a:pt x="15485" y="7058"/>
                </a:lnTo>
                <a:lnTo>
                  <a:pt x="15192" y="6814"/>
                </a:lnTo>
                <a:lnTo>
                  <a:pt x="14655" y="6374"/>
                </a:lnTo>
                <a:lnTo>
                  <a:pt x="14166" y="6008"/>
                </a:lnTo>
                <a:lnTo>
                  <a:pt x="13971" y="5837"/>
                </a:lnTo>
                <a:lnTo>
                  <a:pt x="13775" y="5666"/>
                </a:lnTo>
                <a:lnTo>
                  <a:pt x="13653" y="5495"/>
                </a:lnTo>
                <a:lnTo>
                  <a:pt x="13531" y="5324"/>
                </a:lnTo>
                <a:lnTo>
                  <a:pt x="13482" y="5153"/>
                </a:lnTo>
                <a:lnTo>
                  <a:pt x="13482" y="4958"/>
                </a:lnTo>
                <a:lnTo>
                  <a:pt x="13531" y="4763"/>
                </a:lnTo>
                <a:lnTo>
                  <a:pt x="13629" y="4543"/>
                </a:lnTo>
                <a:lnTo>
                  <a:pt x="13800" y="4299"/>
                </a:lnTo>
                <a:lnTo>
                  <a:pt x="14068" y="4030"/>
                </a:lnTo>
                <a:lnTo>
                  <a:pt x="14239" y="3859"/>
                </a:lnTo>
                <a:lnTo>
                  <a:pt x="14435" y="3761"/>
                </a:lnTo>
                <a:lnTo>
                  <a:pt x="14655" y="3688"/>
                </a:lnTo>
                <a:lnTo>
                  <a:pt x="14850" y="3639"/>
                </a:lnTo>
                <a:lnTo>
                  <a:pt x="15070" y="3590"/>
                </a:lnTo>
                <a:lnTo>
                  <a:pt x="15290" y="3493"/>
                </a:lnTo>
                <a:lnTo>
                  <a:pt x="15485" y="3370"/>
                </a:lnTo>
                <a:lnTo>
                  <a:pt x="15705" y="3199"/>
                </a:lnTo>
                <a:lnTo>
                  <a:pt x="15876" y="3004"/>
                </a:lnTo>
                <a:lnTo>
                  <a:pt x="15973" y="2784"/>
                </a:lnTo>
                <a:lnTo>
                  <a:pt x="16047" y="2540"/>
                </a:lnTo>
                <a:lnTo>
                  <a:pt x="16071" y="2271"/>
                </a:lnTo>
                <a:lnTo>
                  <a:pt x="16047" y="2052"/>
                </a:lnTo>
                <a:lnTo>
                  <a:pt x="16022" y="1832"/>
                </a:lnTo>
                <a:lnTo>
                  <a:pt x="15949" y="1636"/>
                </a:lnTo>
                <a:lnTo>
                  <a:pt x="15851" y="1417"/>
                </a:lnTo>
                <a:lnTo>
                  <a:pt x="15754" y="1246"/>
                </a:lnTo>
                <a:lnTo>
                  <a:pt x="15632" y="1050"/>
                </a:lnTo>
                <a:lnTo>
                  <a:pt x="15509" y="879"/>
                </a:lnTo>
                <a:lnTo>
                  <a:pt x="15363" y="708"/>
                </a:lnTo>
                <a:lnTo>
                  <a:pt x="15192" y="562"/>
                </a:lnTo>
                <a:lnTo>
                  <a:pt x="15021" y="440"/>
                </a:lnTo>
                <a:lnTo>
                  <a:pt x="14826" y="318"/>
                </a:lnTo>
                <a:lnTo>
                  <a:pt x="14630" y="195"/>
                </a:lnTo>
                <a:lnTo>
                  <a:pt x="14435" y="122"/>
                </a:lnTo>
                <a:lnTo>
                  <a:pt x="14215" y="49"/>
                </a:lnTo>
                <a:lnTo>
                  <a:pt x="14020" y="24"/>
                </a:lnTo>
                <a:lnTo>
                  <a:pt x="13800" y="0"/>
                </a:lnTo>
                <a:lnTo>
                  <a:pt x="13531" y="24"/>
                </a:lnTo>
                <a:lnTo>
                  <a:pt x="13287" y="98"/>
                </a:lnTo>
                <a:lnTo>
                  <a:pt x="13067" y="195"/>
                </a:lnTo>
                <a:lnTo>
                  <a:pt x="12872" y="366"/>
                </a:lnTo>
                <a:lnTo>
                  <a:pt x="12701" y="562"/>
                </a:lnTo>
                <a:lnTo>
                  <a:pt x="12579" y="782"/>
                </a:lnTo>
                <a:lnTo>
                  <a:pt x="12505" y="977"/>
                </a:lnTo>
                <a:lnTo>
                  <a:pt x="12457" y="1197"/>
                </a:lnTo>
                <a:lnTo>
                  <a:pt x="12383" y="1417"/>
                </a:lnTo>
                <a:lnTo>
                  <a:pt x="12310" y="1612"/>
                </a:lnTo>
                <a:lnTo>
                  <a:pt x="12212" y="1832"/>
                </a:lnTo>
                <a:lnTo>
                  <a:pt x="12041" y="2003"/>
                </a:lnTo>
                <a:lnTo>
                  <a:pt x="11773" y="2271"/>
                </a:lnTo>
                <a:lnTo>
                  <a:pt x="11528" y="2442"/>
                </a:lnTo>
                <a:lnTo>
                  <a:pt x="11309" y="2540"/>
                </a:lnTo>
                <a:lnTo>
                  <a:pt x="11113" y="2589"/>
                </a:lnTo>
                <a:lnTo>
                  <a:pt x="10918" y="2589"/>
                </a:lnTo>
                <a:lnTo>
                  <a:pt x="10747" y="2540"/>
                </a:lnTo>
                <a:lnTo>
                  <a:pt x="10576" y="2418"/>
                </a:lnTo>
                <a:lnTo>
                  <a:pt x="10405" y="2296"/>
                </a:lnTo>
                <a:lnTo>
                  <a:pt x="10234" y="2100"/>
                </a:lnTo>
                <a:lnTo>
                  <a:pt x="10063" y="1905"/>
                </a:lnTo>
                <a:lnTo>
                  <a:pt x="9697" y="1417"/>
                </a:lnTo>
                <a:lnTo>
                  <a:pt x="9257" y="879"/>
                </a:lnTo>
                <a:lnTo>
                  <a:pt x="9013" y="586"/>
                </a:lnTo>
                <a:lnTo>
                  <a:pt x="8744" y="293"/>
                </a:lnTo>
                <a:lnTo>
                  <a:pt x="8598" y="171"/>
                </a:lnTo>
                <a:lnTo>
                  <a:pt x="8402" y="73"/>
                </a:lnTo>
                <a:lnTo>
                  <a:pt x="8231" y="24"/>
                </a:lnTo>
                <a:lnTo>
                  <a:pt x="803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pic>
        <p:nvPicPr>
          <p:cNvPr id="156" name="Google Shape;156;p18"/>
          <p:cNvPicPr preferRelativeResize="0"/>
          <p:nvPr/>
        </p:nvPicPr>
        <p:blipFill rotWithShape="1">
          <a:blip r:embed="rId1"/>
          <a:srcRect/>
          <a:stretch>
            <a:fillRect/>
          </a:stretch>
        </p:blipFill>
        <p:spPr>
          <a:xfrm>
            <a:off x="6632422" y="1352551"/>
            <a:ext cx="1820838" cy="1600200"/>
          </a:xfrm>
          <a:prstGeom prst="rect">
            <a:avLst/>
          </a:prstGeom>
          <a:noFill/>
          <a:ln>
            <a:noFill/>
          </a:ln>
        </p:spPr>
      </p:pic>
      <p:pic>
        <p:nvPicPr>
          <p:cNvPr id="157" name="Google Shape;157;p18"/>
          <p:cNvPicPr preferRelativeResize="0"/>
          <p:nvPr/>
        </p:nvPicPr>
        <p:blipFill rotWithShape="1">
          <a:blip r:embed="rId2"/>
          <a:srcRect/>
          <a:stretch>
            <a:fillRect/>
          </a:stretch>
        </p:blipFill>
        <p:spPr>
          <a:xfrm>
            <a:off x="6570353" y="3297186"/>
            <a:ext cx="2051680" cy="1408164"/>
          </a:xfrm>
          <a:prstGeom prst="rect">
            <a:avLst/>
          </a:prstGeom>
          <a:noFill/>
          <a:ln>
            <a:noFill/>
          </a:ln>
        </p:spPr>
      </p:pic>
      <p:pic>
        <p:nvPicPr>
          <p:cNvPr id="158" name="Google Shape;158;p18"/>
          <p:cNvPicPr preferRelativeResize="0"/>
          <p:nvPr/>
        </p:nvPicPr>
        <p:blipFill rotWithShape="1">
          <a:blip r:embed="rId3"/>
          <a:srcRect/>
          <a:stretch>
            <a:fillRect/>
          </a:stretch>
        </p:blipFill>
        <p:spPr>
          <a:xfrm>
            <a:off x="4458788" y="1468211"/>
            <a:ext cx="1872887" cy="1560739"/>
          </a:xfrm>
          <a:prstGeom prst="rect">
            <a:avLst/>
          </a:prstGeom>
          <a:noFill/>
          <a:ln>
            <a:noFill/>
          </a:ln>
        </p:spPr>
      </p:pic>
      <p:pic>
        <p:nvPicPr>
          <p:cNvPr id="159" name="Google Shape;159;p18"/>
          <p:cNvPicPr preferRelativeResize="0"/>
          <p:nvPr/>
        </p:nvPicPr>
        <p:blipFill rotWithShape="1">
          <a:blip r:embed="rId4"/>
          <a:srcRect/>
          <a:stretch>
            <a:fillRect/>
          </a:stretch>
        </p:blipFill>
        <p:spPr>
          <a:xfrm>
            <a:off x="4683789" y="3181350"/>
            <a:ext cx="1524000" cy="1524000"/>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9"/>
          <p:cNvSpPr txBox="1">
            <a:spLocks noGrp="1"/>
          </p:cNvSpPr>
          <p:nvPr>
            <p:ph type="body" idx="1"/>
          </p:nvPr>
        </p:nvSpPr>
        <p:spPr>
          <a:xfrm>
            <a:off x="762000" y="2038350"/>
            <a:ext cx="3543300" cy="15846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600"/>
              </a:spcBef>
              <a:spcAft>
                <a:spcPts val="0"/>
              </a:spcAft>
              <a:buSzPts val="1800"/>
              <a:buChar char="●"/>
            </a:pPr>
            <a:r>
              <a:rPr lang="en-US" sz="1600"/>
              <a:t>Là sóng điện từ không nhìn thấy có bước sóng nằm trong khoảng 10nm đến 400nm</a:t>
            </a:r>
            <a:endParaRPr sz="1600"/>
          </a:p>
          <a:p>
            <a:pPr marL="457200" lvl="0" indent="-342900" algn="l" rtl="0">
              <a:lnSpc>
                <a:spcPct val="100000"/>
              </a:lnSpc>
              <a:spcBef>
                <a:spcPts val="600"/>
              </a:spcBef>
              <a:spcAft>
                <a:spcPts val="0"/>
              </a:spcAft>
              <a:buSzPts val="1800"/>
              <a:buChar char="●"/>
            </a:pPr>
            <a:r>
              <a:rPr lang="en-US" sz="1600"/>
              <a:t>Nguồn phát tia tử ngoại: Vật có nhiệt độ trên 2000</a:t>
            </a:r>
            <a:r>
              <a:rPr lang="en-US" sz="1600" baseline="30000"/>
              <a:t>o</a:t>
            </a:r>
            <a:r>
              <a:rPr lang="en-US" sz="1600"/>
              <a:t>C thì phát ra tia tử ngoại, nhiệt độ của vật càng cao thì bước sóng tử ngoại càng nhỏ. VD: hồ quang điện, đèn hơi thủy ngân, mặt trời…</a:t>
            </a:r>
            <a:endParaRPr sz="1600"/>
          </a:p>
          <a:p>
            <a:pPr marL="114300" lvl="0" indent="0" algn="l" rtl="0">
              <a:lnSpc>
                <a:spcPct val="100000"/>
              </a:lnSpc>
              <a:spcBef>
                <a:spcPts val="600"/>
              </a:spcBef>
              <a:spcAft>
                <a:spcPts val="0"/>
              </a:spcAft>
              <a:buSzPts val="1800"/>
              <a:buNone/>
            </a:pPr>
            <a:endParaRPr sz="1600"/>
          </a:p>
        </p:txBody>
      </p:sp>
      <p:sp>
        <p:nvSpPr>
          <p:cNvPr id="165" name="Google Shape;165;p19"/>
          <p:cNvSpPr txBox="1">
            <a:spLocks noGrp="1"/>
          </p:cNvSpPr>
          <p:nvPr>
            <p:ph type="title"/>
          </p:nvPr>
        </p:nvSpPr>
        <p:spPr>
          <a:xfrm>
            <a:off x="533400" y="891775"/>
            <a:ext cx="7696200" cy="85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800"/>
              <a:buNone/>
            </a:pPr>
            <a:r>
              <a:rPr lang="en-US"/>
              <a:t>3. Tia tử ngoại (UV)</a:t>
            </a:r>
            <a:endParaRPr lang="en-US"/>
          </a:p>
        </p:txBody>
      </p:sp>
      <p:sp>
        <p:nvSpPr>
          <p:cNvPr id="166" name="Google Shape;166;p19"/>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
              <a:buNone/>
            </a:pPr>
            <a:fld id="{00000000-1234-1234-1234-123412341234}" type="slidenum">
              <a:rPr lang="en-US"/>
            </a:fld>
            <a:endParaRPr lang="en-US"/>
          </a:p>
        </p:txBody>
      </p:sp>
      <p:sp>
        <p:nvSpPr>
          <p:cNvPr id="167" name="Google Shape;167;p19"/>
          <p:cNvSpPr/>
          <p:nvPr/>
        </p:nvSpPr>
        <p:spPr>
          <a:xfrm>
            <a:off x="8055177" y="292676"/>
            <a:ext cx="796167" cy="796157"/>
          </a:xfrm>
          <a:custGeom>
            <a:avLst/>
            <a:gdLst/>
            <a:ahLst/>
            <a:cxnLst/>
            <a:rect l="l" t="t" r="r" b="b"/>
            <a:pathLst>
              <a:path w="16072" h="16071" extrusionOk="0">
                <a:moveTo>
                  <a:pt x="8036" y="0"/>
                </a:moveTo>
                <a:lnTo>
                  <a:pt x="7938" y="24"/>
                </a:lnTo>
                <a:lnTo>
                  <a:pt x="7792" y="98"/>
                </a:lnTo>
                <a:lnTo>
                  <a:pt x="7328" y="366"/>
                </a:lnTo>
                <a:lnTo>
                  <a:pt x="7059" y="537"/>
                </a:lnTo>
                <a:lnTo>
                  <a:pt x="6766" y="757"/>
                </a:lnTo>
                <a:lnTo>
                  <a:pt x="6448" y="977"/>
                </a:lnTo>
                <a:lnTo>
                  <a:pt x="6155" y="1246"/>
                </a:lnTo>
                <a:lnTo>
                  <a:pt x="5887" y="1514"/>
                </a:lnTo>
                <a:lnTo>
                  <a:pt x="5643" y="1807"/>
                </a:lnTo>
                <a:lnTo>
                  <a:pt x="5447" y="2100"/>
                </a:lnTo>
                <a:lnTo>
                  <a:pt x="5374" y="2247"/>
                </a:lnTo>
                <a:lnTo>
                  <a:pt x="5325" y="2418"/>
                </a:lnTo>
                <a:lnTo>
                  <a:pt x="5276" y="2564"/>
                </a:lnTo>
                <a:lnTo>
                  <a:pt x="5252" y="2711"/>
                </a:lnTo>
                <a:lnTo>
                  <a:pt x="5252" y="2858"/>
                </a:lnTo>
                <a:lnTo>
                  <a:pt x="5276" y="3029"/>
                </a:lnTo>
                <a:lnTo>
                  <a:pt x="5325" y="3175"/>
                </a:lnTo>
                <a:lnTo>
                  <a:pt x="5398" y="3322"/>
                </a:lnTo>
                <a:lnTo>
                  <a:pt x="5496" y="3468"/>
                </a:lnTo>
                <a:lnTo>
                  <a:pt x="5618" y="3615"/>
                </a:lnTo>
                <a:lnTo>
                  <a:pt x="5814" y="3761"/>
                </a:lnTo>
                <a:lnTo>
                  <a:pt x="6009" y="3859"/>
                </a:lnTo>
                <a:lnTo>
                  <a:pt x="6204" y="3957"/>
                </a:lnTo>
                <a:lnTo>
                  <a:pt x="6424" y="4005"/>
                </a:lnTo>
                <a:lnTo>
                  <a:pt x="6644" y="4054"/>
                </a:lnTo>
                <a:lnTo>
                  <a:pt x="6864" y="4152"/>
                </a:lnTo>
                <a:lnTo>
                  <a:pt x="7059" y="4250"/>
                </a:lnTo>
                <a:lnTo>
                  <a:pt x="7254" y="4421"/>
                </a:lnTo>
                <a:lnTo>
                  <a:pt x="7425" y="4616"/>
                </a:lnTo>
                <a:lnTo>
                  <a:pt x="7523" y="4836"/>
                </a:lnTo>
                <a:lnTo>
                  <a:pt x="7596" y="5080"/>
                </a:lnTo>
                <a:lnTo>
                  <a:pt x="7621" y="5373"/>
                </a:lnTo>
                <a:lnTo>
                  <a:pt x="7596" y="5569"/>
                </a:lnTo>
                <a:lnTo>
                  <a:pt x="7572" y="5788"/>
                </a:lnTo>
                <a:lnTo>
                  <a:pt x="7499" y="5984"/>
                </a:lnTo>
                <a:lnTo>
                  <a:pt x="7425" y="6179"/>
                </a:lnTo>
                <a:lnTo>
                  <a:pt x="7328" y="6374"/>
                </a:lnTo>
                <a:lnTo>
                  <a:pt x="7206" y="6570"/>
                </a:lnTo>
                <a:lnTo>
                  <a:pt x="7059" y="6741"/>
                </a:lnTo>
                <a:lnTo>
                  <a:pt x="6913" y="6912"/>
                </a:lnTo>
                <a:lnTo>
                  <a:pt x="6742" y="7058"/>
                </a:lnTo>
                <a:lnTo>
                  <a:pt x="6571" y="7205"/>
                </a:lnTo>
                <a:lnTo>
                  <a:pt x="6400" y="7303"/>
                </a:lnTo>
                <a:lnTo>
                  <a:pt x="6204" y="7425"/>
                </a:lnTo>
                <a:lnTo>
                  <a:pt x="6009" y="7498"/>
                </a:lnTo>
                <a:lnTo>
                  <a:pt x="5789" y="7571"/>
                </a:lnTo>
                <a:lnTo>
                  <a:pt x="5569" y="7596"/>
                </a:lnTo>
                <a:lnTo>
                  <a:pt x="5374" y="7620"/>
                </a:lnTo>
                <a:lnTo>
                  <a:pt x="5105" y="7596"/>
                </a:lnTo>
                <a:lnTo>
                  <a:pt x="4861" y="7522"/>
                </a:lnTo>
                <a:lnTo>
                  <a:pt x="4617" y="7425"/>
                </a:lnTo>
                <a:lnTo>
                  <a:pt x="4421" y="7254"/>
                </a:lnTo>
                <a:lnTo>
                  <a:pt x="4250" y="7058"/>
                </a:lnTo>
                <a:lnTo>
                  <a:pt x="4128" y="6839"/>
                </a:lnTo>
                <a:lnTo>
                  <a:pt x="4055" y="6619"/>
                </a:lnTo>
                <a:lnTo>
                  <a:pt x="3982" y="6399"/>
                </a:lnTo>
                <a:lnTo>
                  <a:pt x="3933" y="6204"/>
                </a:lnTo>
                <a:lnTo>
                  <a:pt x="3860" y="6008"/>
                </a:lnTo>
                <a:lnTo>
                  <a:pt x="3762" y="5813"/>
                </a:lnTo>
                <a:lnTo>
                  <a:pt x="3615" y="5617"/>
                </a:lnTo>
                <a:lnTo>
                  <a:pt x="3469" y="5495"/>
                </a:lnTo>
                <a:lnTo>
                  <a:pt x="3322" y="5398"/>
                </a:lnTo>
                <a:lnTo>
                  <a:pt x="3176" y="5324"/>
                </a:lnTo>
                <a:lnTo>
                  <a:pt x="3029" y="5275"/>
                </a:lnTo>
                <a:lnTo>
                  <a:pt x="2858" y="5251"/>
                </a:lnTo>
                <a:lnTo>
                  <a:pt x="2712" y="5251"/>
                </a:lnTo>
                <a:lnTo>
                  <a:pt x="2565" y="5275"/>
                </a:lnTo>
                <a:lnTo>
                  <a:pt x="2419" y="5324"/>
                </a:lnTo>
                <a:lnTo>
                  <a:pt x="2248" y="5373"/>
                </a:lnTo>
                <a:lnTo>
                  <a:pt x="2101" y="5446"/>
                </a:lnTo>
                <a:lnTo>
                  <a:pt x="1808" y="5642"/>
                </a:lnTo>
                <a:lnTo>
                  <a:pt x="1515" y="5886"/>
                </a:lnTo>
                <a:lnTo>
                  <a:pt x="1246" y="6155"/>
                </a:lnTo>
                <a:lnTo>
                  <a:pt x="978" y="6448"/>
                </a:lnTo>
                <a:lnTo>
                  <a:pt x="758" y="6765"/>
                </a:lnTo>
                <a:lnTo>
                  <a:pt x="538" y="7058"/>
                </a:lnTo>
                <a:lnTo>
                  <a:pt x="367" y="7327"/>
                </a:lnTo>
                <a:lnTo>
                  <a:pt x="99" y="7791"/>
                </a:lnTo>
                <a:lnTo>
                  <a:pt x="25" y="7938"/>
                </a:lnTo>
                <a:lnTo>
                  <a:pt x="1" y="8035"/>
                </a:lnTo>
                <a:lnTo>
                  <a:pt x="25" y="8231"/>
                </a:lnTo>
                <a:lnTo>
                  <a:pt x="74" y="8402"/>
                </a:lnTo>
                <a:lnTo>
                  <a:pt x="172" y="8597"/>
                </a:lnTo>
                <a:lnTo>
                  <a:pt x="294" y="8744"/>
                </a:lnTo>
                <a:lnTo>
                  <a:pt x="587" y="9012"/>
                </a:lnTo>
                <a:lnTo>
                  <a:pt x="880" y="9256"/>
                </a:lnTo>
                <a:lnTo>
                  <a:pt x="1417" y="9696"/>
                </a:lnTo>
                <a:lnTo>
                  <a:pt x="1906" y="10062"/>
                </a:lnTo>
                <a:lnTo>
                  <a:pt x="2101" y="10233"/>
                </a:lnTo>
                <a:lnTo>
                  <a:pt x="2297" y="10404"/>
                </a:lnTo>
                <a:lnTo>
                  <a:pt x="2419" y="10575"/>
                </a:lnTo>
                <a:lnTo>
                  <a:pt x="2541" y="10746"/>
                </a:lnTo>
                <a:lnTo>
                  <a:pt x="2590" y="10917"/>
                </a:lnTo>
                <a:lnTo>
                  <a:pt x="2590" y="11113"/>
                </a:lnTo>
                <a:lnTo>
                  <a:pt x="2541" y="11308"/>
                </a:lnTo>
                <a:lnTo>
                  <a:pt x="2443" y="11528"/>
                </a:lnTo>
                <a:lnTo>
                  <a:pt x="2272" y="11772"/>
                </a:lnTo>
                <a:lnTo>
                  <a:pt x="2004" y="12041"/>
                </a:lnTo>
                <a:lnTo>
                  <a:pt x="1833" y="12212"/>
                </a:lnTo>
                <a:lnTo>
                  <a:pt x="1637" y="12309"/>
                </a:lnTo>
                <a:lnTo>
                  <a:pt x="1417" y="12383"/>
                </a:lnTo>
                <a:lnTo>
                  <a:pt x="1222" y="12431"/>
                </a:lnTo>
                <a:lnTo>
                  <a:pt x="1002" y="12480"/>
                </a:lnTo>
                <a:lnTo>
                  <a:pt x="782" y="12578"/>
                </a:lnTo>
                <a:lnTo>
                  <a:pt x="587" y="12700"/>
                </a:lnTo>
                <a:lnTo>
                  <a:pt x="367" y="12871"/>
                </a:lnTo>
                <a:lnTo>
                  <a:pt x="196" y="13066"/>
                </a:lnTo>
                <a:lnTo>
                  <a:pt x="99" y="13286"/>
                </a:lnTo>
                <a:lnTo>
                  <a:pt x="25" y="13530"/>
                </a:lnTo>
                <a:lnTo>
                  <a:pt x="1" y="13799"/>
                </a:lnTo>
                <a:lnTo>
                  <a:pt x="25" y="14019"/>
                </a:lnTo>
                <a:lnTo>
                  <a:pt x="50" y="14239"/>
                </a:lnTo>
                <a:lnTo>
                  <a:pt x="123" y="14434"/>
                </a:lnTo>
                <a:lnTo>
                  <a:pt x="221" y="14654"/>
                </a:lnTo>
                <a:lnTo>
                  <a:pt x="318" y="14825"/>
                </a:lnTo>
                <a:lnTo>
                  <a:pt x="440" y="15020"/>
                </a:lnTo>
                <a:lnTo>
                  <a:pt x="563" y="15191"/>
                </a:lnTo>
                <a:lnTo>
                  <a:pt x="709" y="15362"/>
                </a:lnTo>
                <a:lnTo>
                  <a:pt x="880" y="15509"/>
                </a:lnTo>
                <a:lnTo>
                  <a:pt x="1051" y="15631"/>
                </a:lnTo>
                <a:lnTo>
                  <a:pt x="1246" y="15753"/>
                </a:lnTo>
                <a:lnTo>
                  <a:pt x="1442" y="15875"/>
                </a:lnTo>
                <a:lnTo>
                  <a:pt x="1637" y="15948"/>
                </a:lnTo>
                <a:lnTo>
                  <a:pt x="1857" y="16022"/>
                </a:lnTo>
                <a:lnTo>
                  <a:pt x="2052" y="16046"/>
                </a:lnTo>
                <a:lnTo>
                  <a:pt x="2272" y="16070"/>
                </a:lnTo>
                <a:lnTo>
                  <a:pt x="2541" y="16046"/>
                </a:lnTo>
                <a:lnTo>
                  <a:pt x="2785" y="15973"/>
                </a:lnTo>
                <a:lnTo>
                  <a:pt x="3005" y="15875"/>
                </a:lnTo>
                <a:lnTo>
                  <a:pt x="3200" y="15704"/>
                </a:lnTo>
                <a:lnTo>
                  <a:pt x="3371" y="15509"/>
                </a:lnTo>
                <a:lnTo>
                  <a:pt x="3493" y="15289"/>
                </a:lnTo>
                <a:lnTo>
                  <a:pt x="3567" y="15094"/>
                </a:lnTo>
                <a:lnTo>
                  <a:pt x="3615" y="14874"/>
                </a:lnTo>
                <a:lnTo>
                  <a:pt x="3689" y="14654"/>
                </a:lnTo>
                <a:lnTo>
                  <a:pt x="3762" y="14459"/>
                </a:lnTo>
                <a:lnTo>
                  <a:pt x="3860" y="14239"/>
                </a:lnTo>
                <a:lnTo>
                  <a:pt x="4031" y="14068"/>
                </a:lnTo>
                <a:lnTo>
                  <a:pt x="4299" y="13824"/>
                </a:lnTo>
                <a:lnTo>
                  <a:pt x="4544" y="13628"/>
                </a:lnTo>
                <a:lnTo>
                  <a:pt x="4763" y="13530"/>
                </a:lnTo>
                <a:lnTo>
                  <a:pt x="4959" y="13482"/>
                </a:lnTo>
                <a:lnTo>
                  <a:pt x="5154" y="13482"/>
                </a:lnTo>
                <a:lnTo>
                  <a:pt x="5325" y="13530"/>
                </a:lnTo>
                <a:lnTo>
                  <a:pt x="5496" y="13653"/>
                </a:lnTo>
                <a:lnTo>
                  <a:pt x="5667" y="13775"/>
                </a:lnTo>
                <a:lnTo>
                  <a:pt x="5838" y="13970"/>
                </a:lnTo>
                <a:lnTo>
                  <a:pt x="6009" y="14165"/>
                </a:lnTo>
                <a:lnTo>
                  <a:pt x="6375" y="14654"/>
                </a:lnTo>
                <a:lnTo>
                  <a:pt x="6815" y="15191"/>
                </a:lnTo>
                <a:lnTo>
                  <a:pt x="7059" y="15484"/>
                </a:lnTo>
                <a:lnTo>
                  <a:pt x="7328" y="15777"/>
                </a:lnTo>
                <a:lnTo>
                  <a:pt x="7474" y="15899"/>
                </a:lnTo>
                <a:lnTo>
                  <a:pt x="7670" y="15997"/>
                </a:lnTo>
                <a:lnTo>
                  <a:pt x="7841" y="16046"/>
                </a:lnTo>
                <a:lnTo>
                  <a:pt x="8036" y="16070"/>
                </a:lnTo>
                <a:lnTo>
                  <a:pt x="8134" y="16046"/>
                </a:lnTo>
                <a:lnTo>
                  <a:pt x="8280" y="15973"/>
                </a:lnTo>
                <a:lnTo>
                  <a:pt x="8744" y="15704"/>
                </a:lnTo>
                <a:lnTo>
                  <a:pt x="9013" y="15533"/>
                </a:lnTo>
                <a:lnTo>
                  <a:pt x="9306" y="15313"/>
                </a:lnTo>
                <a:lnTo>
                  <a:pt x="9623" y="15094"/>
                </a:lnTo>
                <a:lnTo>
                  <a:pt x="9917" y="14825"/>
                </a:lnTo>
                <a:lnTo>
                  <a:pt x="10185" y="14556"/>
                </a:lnTo>
                <a:lnTo>
                  <a:pt x="10429" y="14263"/>
                </a:lnTo>
                <a:lnTo>
                  <a:pt x="10625" y="13970"/>
                </a:lnTo>
                <a:lnTo>
                  <a:pt x="10698" y="13824"/>
                </a:lnTo>
                <a:lnTo>
                  <a:pt x="10747" y="13653"/>
                </a:lnTo>
                <a:lnTo>
                  <a:pt x="10796" y="13506"/>
                </a:lnTo>
                <a:lnTo>
                  <a:pt x="10820" y="13359"/>
                </a:lnTo>
                <a:lnTo>
                  <a:pt x="10820" y="13213"/>
                </a:lnTo>
                <a:lnTo>
                  <a:pt x="10796" y="13042"/>
                </a:lnTo>
                <a:lnTo>
                  <a:pt x="10747" y="12895"/>
                </a:lnTo>
                <a:lnTo>
                  <a:pt x="10674" y="12749"/>
                </a:lnTo>
                <a:lnTo>
                  <a:pt x="10576" y="12602"/>
                </a:lnTo>
                <a:lnTo>
                  <a:pt x="10454" y="12456"/>
                </a:lnTo>
                <a:lnTo>
                  <a:pt x="10258" y="12309"/>
                </a:lnTo>
                <a:lnTo>
                  <a:pt x="10063" y="12212"/>
                </a:lnTo>
                <a:lnTo>
                  <a:pt x="9868" y="12138"/>
                </a:lnTo>
                <a:lnTo>
                  <a:pt x="9648" y="12065"/>
                </a:lnTo>
                <a:lnTo>
                  <a:pt x="9428" y="12016"/>
                </a:lnTo>
                <a:lnTo>
                  <a:pt x="9208" y="11919"/>
                </a:lnTo>
                <a:lnTo>
                  <a:pt x="9013" y="11821"/>
                </a:lnTo>
                <a:lnTo>
                  <a:pt x="8818" y="11650"/>
                </a:lnTo>
                <a:lnTo>
                  <a:pt x="8647" y="11454"/>
                </a:lnTo>
                <a:lnTo>
                  <a:pt x="8549" y="11235"/>
                </a:lnTo>
                <a:lnTo>
                  <a:pt x="8476" y="10990"/>
                </a:lnTo>
                <a:lnTo>
                  <a:pt x="8451" y="10697"/>
                </a:lnTo>
                <a:lnTo>
                  <a:pt x="8476" y="10502"/>
                </a:lnTo>
                <a:lnTo>
                  <a:pt x="8500" y="10282"/>
                </a:lnTo>
                <a:lnTo>
                  <a:pt x="8573" y="10087"/>
                </a:lnTo>
                <a:lnTo>
                  <a:pt x="8647" y="9891"/>
                </a:lnTo>
                <a:lnTo>
                  <a:pt x="8744" y="9696"/>
                </a:lnTo>
                <a:lnTo>
                  <a:pt x="8866" y="9501"/>
                </a:lnTo>
                <a:lnTo>
                  <a:pt x="9013" y="9330"/>
                </a:lnTo>
                <a:lnTo>
                  <a:pt x="9159" y="9159"/>
                </a:lnTo>
                <a:lnTo>
                  <a:pt x="9330" y="9012"/>
                </a:lnTo>
                <a:lnTo>
                  <a:pt x="9501" y="8890"/>
                </a:lnTo>
                <a:lnTo>
                  <a:pt x="9672" y="8768"/>
                </a:lnTo>
                <a:lnTo>
                  <a:pt x="9868" y="8646"/>
                </a:lnTo>
                <a:lnTo>
                  <a:pt x="10063" y="8573"/>
                </a:lnTo>
                <a:lnTo>
                  <a:pt x="10283" y="8499"/>
                </a:lnTo>
                <a:lnTo>
                  <a:pt x="10503" y="8475"/>
                </a:lnTo>
                <a:lnTo>
                  <a:pt x="10698" y="8450"/>
                </a:lnTo>
                <a:lnTo>
                  <a:pt x="10967" y="8475"/>
                </a:lnTo>
                <a:lnTo>
                  <a:pt x="11211" y="8548"/>
                </a:lnTo>
                <a:lnTo>
                  <a:pt x="11455" y="8646"/>
                </a:lnTo>
                <a:lnTo>
                  <a:pt x="11651" y="8817"/>
                </a:lnTo>
                <a:lnTo>
                  <a:pt x="11822" y="9012"/>
                </a:lnTo>
                <a:lnTo>
                  <a:pt x="11944" y="9232"/>
                </a:lnTo>
                <a:lnTo>
                  <a:pt x="12017" y="9452"/>
                </a:lnTo>
                <a:lnTo>
                  <a:pt x="12090" y="9672"/>
                </a:lnTo>
                <a:lnTo>
                  <a:pt x="12139" y="9867"/>
                </a:lnTo>
                <a:lnTo>
                  <a:pt x="12212" y="10062"/>
                </a:lnTo>
                <a:lnTo>
                  <a:pt x="12310" y="10258"/>
                </a:lnTo>
                <a:lnTo>
                  <a:pt x="12457" y="10453"/>
                </a:lnTo>
                <a:lnTo>
                  <a:pt x="12603" y="10575"/>
                </a:lnTo>
                <a:lnTo>
                  <a:pt x="12750" y="10673"/>
                </a:lnTo>
                <a:lnTo>
                  <a:pt x="12896" y="10746"/>
                </a:lnTo>
                <a:lnTo>
                  <a:pt x="13043" y="10795"/>
                </a:lnTo>
                <a:lnTo>
                  <a:pt x="13214" y="10819"/>
                </a:lnTo>
                <a:lnTo>
                  <a:pt x="13360" y="10819"/>
                </a:lnTo>
                <a:lnTo>
                  <a:pt x="13507" y="10795"/>
                </a:lnTo>
                <a:lnTo>
                  <a:pt x="13653" y="10746"/>
                </a:lnTo>
                <a:lnTo>
                  <a:pt x="13824" y="10697"/>
                </a:lnTo>
                <a:lnTo>
                  <a:pt x="13971" y="10624"/>
                </a:lnTo>
                <a:lnTo>
                  <a:pt x="14264" y="10429"/>
                </a:lnTo>
                <a:lnTo>
                  <a:pt x="14557" y="10184"/>
                </a:lnTo>
                <a:lnTo>
                  <a:pt x="14826" y="9916"/>
                </a:lnTo>
                <a:lnTo>
                  <a:pt x="15094" y="9623"/>
                </a:lnTo>
                <a:lnTo>
                  <a:pt x="15314" y="9305"/>
                </a:lnTo>
                <a:lnTo>
                  <a:pt x="15534" y="9012"/>
                </a:lnTo>
                <a:lnTo>
                  <a:pt x="15705" y="8744"/>
                </a:lnTo>
                <a:lnTo>
                  <a:pt x="15973" y="8279"/>
                </a:lnTo>
                <a:lnTo>
                  <a:pt x="16047" y="8133"/>
                </a:lnTo>
                <a:lnTo>
                  <a:pt x="16071" y="8035"/>
                </a:lnTo>
                <a:lnTo>
                  <a:pt x="16047" y="7840"/>
                </a:lnTo>
                <a:lnTo>
                  <a:pt x="15998" y="7669"/>
                </a:lnTo>
                <a:lnTo>
                  <a:pt x="15900" y="7474"/>
                </a:lnTo>
                <a:lnTo>
                  <a:pt x="15778" y="7327"/>
                </a:lnTo>
                <a:lnTo>
                  <a:pt x="15485" y="7058"/>
                </a:lnTo>
                <a:lnTo>
                  <a:pt x="15192" y="6814"/>
                </a:lnTo>
                <a:lnTo>
                  <a:pt x="14655" y="6374"/>
                </a:lnTo>
                <a:lnTo>
                  <a:pt x="14166" y="6008"/>
                </a:lnTo>
                <a:lnTo>
                  <a:pt x="13971" y="5837"/>
                </a:lnTo>
                <a:lnTo>
                  <a:pt x="13775" y="5666"/>
                </a:lnTo>
                <a:lnTo>
                  <a:pt x="13653" y="5495"/>
                </a:lnTo>
                <a:lnTo>
                  <a:pt x="13531" y="5324"/>
                </a:lnTo>
                <a:lnTo>
                  <a:pt x="13482" y="5153"/>
                </a:lnTo>
                <a:lnTo>
                  <a:pt x="13482" y="4958"/>
                </a:lnTo>
                <a:lnTo>
                  <a:pt x="13531" y="4763"/>
                </a:lnTo>
                <a:lnTo>
                  <a:pt x="13629" y="4543"/>
                </a:lnTo>
                <a:lnTo>
                  <a:pt x="13800" y="4299"/>
                </a:lnTo>
                <a:lnTo>
                  <a:pt x="14068" y="4030"/>
                </a:lnTo>
                <a:lnTo>
                  <a:pt x="14239" y="3859"/>
                </a:lnTo>
                <a:lnTo>
                  <a:pt x="14435" y="3761"/>
                </a:lnTo>
                <a:lnTo>
                  <a:pt x="14655" y="3688"/>
                </a:lnTo>
                <a:lnTo>
                  <a:pt x="14850" y="3639"/>
                </a:lnTo>
                <a:lnTo>
                  <a:pt x="15070" y="3590"/>
                </a:lnTo>
                <a:lnTo>
                  <a:pt x="15290" y="3493"/>
                </a:lnTo>
                <a:lnTo>
                  <a:pt x="15485" y="3370"/>
                </a:lnTo>
                <a:lnTo>
                  <a:pt x="15705" y="3199"/>
                </a:lnTo>
                <a:lnTo>
                  <a:pt x="15876" y="3004"/>
                </a:lnTo>
                <a:lnTo>
                  <a:pt x="15973" y="2784"/>
                </a:lnTo>
                <a:lnTo>
                  <a:pt x="16047" y="2540"/>
                </a:lnTo>
                <a:lnTo>
                  <a:pt x="16071" y="2271"/>
                </a:lnTo>
                <a:lnTo>
                  <a:pt x="16047" y="2052"/>
                </a:lnTo>
                <a:lnTo>
                  <a:pt x="16022" y="1832"/>
                </a:lnTo>
                <a:lnTo>
                  <a:pt x="15949" y="1636"/>
                </a:lnTo>
                <a:lnTo>
                  <a:pt x="15851" y="1417"/>
                </a:lnTo>
                <a:lnTo>
                  <a:pt x="15754" y="1246"/>
                </a:lnTo>
                <a:lnTo>
                  <a:pt x="15632" y="1050"/>
                </a:lnTo>
                <a:lnTo>
                  <a:pt x="15509" y="879"/>
                </a:lnTo>
                <a:lnTo>
                  <a:pt x="15363" y="708"/>
                </a:lnTo>
                <a:lnTo>
                  <a:pt x="15192" y="562"/>
                </a:lnTo>
                <a:lnTo>
                  <a:pt x="15021" y="440"/>
                </a:lnTo>
                <a:lnTo>
                  <a:pt x="14826" y="318"/>
                </a:lnTo>
                <a:lnTo>
                  <a:pt x="14630" y="195"/>
                </a:lnTo>
                <a:lnTo>
                  <a:pt x="14435" y="122"/>
                </a:lnTo>
                <a:lnTo>
                  <a:pt x="14215" y="49"/>
                </a:lnTo>
                <a:lnTo>
                  <a:pt x="14020" y="24"/>
                </a:lnTo>
                <a:lnTo>
                  <a:pt x="13800" y="0"/>
                </a:lnTo>
                <a:lnTo>
                  <a:pt x="13531" y="24"/>
                </a:lnTo>
                <a:lnTo>
                  <a:pt x="13287" y="98"/>
                </a:lnTo>
                <a:lnTo>
                  <a:pt x="13067" y="195"/>
                </a:lnTo>
                <a:lnTo>
                  <a:pt x="12872" y="366"/>
                </a:lnTo>
                <a:lnTo>
                  <a:pt x="12701" y="562"/>
                </a:lnTo>
                <a:lnTo>
                  <a:pt x="12579" y="782"/>
                </a:lnTo>
                <a:lnTo>
                  <a:pt x="12505" y="977"/>
                </a:lnTo>
                <a:lnTo>
                  <a:pt x="12457" y="1197"/>
                </a:lnTo>
                <a:lnTo>
                  <a:pt x="12383" y="1417"/>
                </a:lnTo>
                <a:lnTo>
                  <a:pt x="12310" y="1612"/>
                </a:lnTo>
                <a:lnTo>
                  <a:pt x="12212" y="1832"/>
                </a:lnTo>
                <a:lnTo>
                  <a:pt x="12041" y="2003"/>
                </a:lnTo>
                <a:lnTo>
                  <a:pt x="11773" y="2271"/>
                </a:lnTo>
                <a:lnTo>
                  <a:pt x="11528" y="2442"/>
                </a:lnTo>
                <a:lnTo>
                  <a:pt x="11309" y="2540"/>
                </a:lnTo>
                <a:lnTo>
                  <a:pt x="11113" y="2589"/>
                </a:lnTo>
                <a:lnTo>
                  <a:pt x="10918" y="2589"/>
                </a:lnTo>
                <a:lnTo>
                  <a:pt x="10747" y="2540"/>
                </a:lnTo>
                <a:lnTo>
                  <a:pt x="10576" y="2418"/>
                </a:lnTo>
                <a:lnTo>
                  <a:pt x="10405" y="2296"/>
                </a:lnTo>
                <a:lnTo>
                  <a:pt x="10234" y="2100"/>
                </a:lnTo>
                <a:lnTo>
                  <a:pt x="10063" y="1905"/>
                </a:lnTo>
                <a:lnTo>
                  <a:pt x="9697" y="1417"/>
                </a:lnTo>
                <a:lnTo>
                  <a:pt x="9257" y="879"/>
                </a:lnTo>
                <a:lnTo>
                  <a:pt x="9013" y="586"/>
                </a:lnTo>
                <a:lnTo>
                  <a:pt x="8744" y="293"/>
                </a:lnTo>
                <a:lnTo>
                  <a:pt x="8598" y="171"/>
                </a:lnTo>
                <a:lnTo>
                  <a:pt x="8402" y="73"/>
                </a:lnTo>
                <a:lnTo>
                  <a:pt x="8231" y="24"/>
                </a:lnTo>
                <a:lnTo>
                  <a:pt x="803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pic>
        <p:nvPicPr>
          <p:cNvPr id="168" name="Google Shape;168;p19"/>
          <p:cNvPicPr preferRelativeResize="0"/>
          <p:nvPr/>
        </p:nvPicPr>
        <p:blipFill rotWithShape="1">
          <a:blip r:embed="rId1"/>
          <a:srcRect/>
          <a:stretch>
            <a:fillRect/>
          </a:stretch>
        </p:blipFill>
        <p:spPr>
          <a:xfrm>
            <a:off x="4343400" y="3090126"/>
            <a:ext cx="1676400" cy="1676400"/>
          </a:xfrm>
          <a:prstGeom prst="rect">
            <a:avLst/>
          </a:prstGeom>
          <a:noFill/>
          <a:ln>
            <a:noFill/>
          </a:ln>
        </p:spPr>
      </p:pic>
      <p:pic>
        <p:nvPicPr>
          <p:cNvPr id="169" name="Google Shape;169;p19"/>
          <p:cNvPicPr preferRelativeResize="0"/>
          <p:nvPr/>
        </p:nvPicPr>
        <p:blipFill rotWithShape="1">
          <a:blip r:embed="rId2"/>
          <a:srcRect/>
          <a:stretch>
            <a:fillRect/>
          </a:stretch>
        </p:blipFill>
        <p:spPr>
          <a:xfrm>
            <a:off x="4343400" y="1809750"/>
            <a:ext cx="1676400" cy="1223836"/>
          </a:xfrm>
          <a:prstGeom prst="rect">
            <a:avLst/>
          </a:prstGeom>
          <a:noFill/>
          <a:ln>
            <a:noFill/>
          </a:ln>
        </p:spPr>
      </p:pic>
      <p:pic>
        <p:nvPicPr>
          <p:cNvPr id="170" name="Google Shape;170;p19"/>
          <p:cNvPicPr preferRelativeResize="0"/>
          <p:nvPr/>
        </p:nvPicPr>
        <p:blipFill rotWithShape="1">
          <a:blip r:embed="rId3"/>
          <a:srcRect/>
          <a:stretch>
            <a:fillRect/>
          </a:stretch>
        </p:blipFill>
        <p:spPr>
          <a:xfrm>
            <a:off x="6400800" y="1809750"/>
            <a:ext cx="2140294" cy="1202574"/>
          </a:xfrm>
          <a:prstGeom prst="rect">
            <a:avLst/>
          </a:prstGeom>
          <a:noFill/>
          <a:ln>
            <a:noFill/>
          </a:ln>
        </p:spPr>
      </p:pic>
      <p:pic>
        <p:nvPicPr>
          <p:cNvPr id="171" name="Google Shape;171;p19"/>
          <p:cNvPicPr preferRelativeResize="0"/>
          <p:nvPr/>
        </p:nvPicPr>
        <p:blipFill rotWithShape="1">
          <a:blip r:embed="rId4"/>
          <a:srcRect/>
          <a:stretch>
            <a:fillRect/>
          </a:stretch>
        </p:blipFill>
        <p:spPr>
          <a:xfrm>
            <a:off x="6493179" y="3059525"/>
            <a:ext cx="1494667" cy="1707001"/>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0"/>
          <p:cNvSpPr txBox="1">
            <a:spLocks noGrp="1"/>
          </p:cNvSpPr>
          <p:nvPr>
            <p:ph type="title"/>
          </p:nvPr>
        </p:nvSpPr>
        <p:spPr>
          <a:xfrm>
            <a:off x="533400" y="891775"/>
            <a:ext cx="7696200" cy="85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800"/>
              <a:buNone/>
            </a:pPr>
            <a:r>
              <a:rPr lang="en-US"/>
              <a:t>3. Tia tử ngoại (UV)</a:t>
            </a:r>
            <a:endParaRPr lang="en-US"/>
          </a:p>
        </p:txBody>
      </p:sp>
      <p:sp>
        <p:nvSpPr>
          <p:cNvPr id="177" name="Google Shape;177;p20"/>
          <p:cNvSpPr txBox="1">
            <a:spLocks noGrp="1"/>
          </p:cNvSpPr>
          <p:nvPr>
            <p:ph type="body" idx="2"/>
          </p:nvPr>
        </p:nvSpPr>
        <p:spPr>
          <a:xfrm>
            <a:off x="381000" y="1962150"/>
            <a:ext cx="3543300" cy="15846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600"/>
              </a:spcBef>
              <a:spcAft>
                <a:spcPts val="0"/>
              </a:spcAft>
              <a:buSzPts val="1800"/>
              <a:buChar char="●"/>
            </a:pPr>
            <a:r>
              <a:rPr lang="en-US" sz="1600"/>
              <a:t>Tia tử ngoại có tính chất tác dụng lên phim ảnh, kích thích sự phát quang của nhiều chất, làm ion hóa không khí, có tác dụng sinh học…</a:t>
            </a:r>
            <a:endParaRPr sz="1600"/>
          </a:p>
          <a:p>
            <a:pPr marL="457200" lvl="0" indent="-342900" algn="l" rtl="0">
              <a:lnSpc>
                <a:spcPct val="100000"/>
              </a:lnSpc>
              <a:spcBef>
                <a:spcPts val="600"/>
              </a:spcBef>
              <a:spcAft>
                <a:spcPts val="0"/>
              </a:spcAft>
              <a:buSzPts val="1800"/>
              <a:buChar char="●"/>
            </a:pPr>
            <a:r>
              <a:rPr lang="en-US" sz="1600"/>
              <a:t>- Ứng dụng: công nghệ diệt khuẩn, tiệt trùng thực phẩm trước khi đóng gói, khử trùng dụng cụ y tế,…</a:t>
            </a:r>
            <a:endParaRPr sz="1600"/>
          </a:p>
        </p:txBody>
      </p:sp>
      <p:sp>
        <p:nvSpPr>
          <p:cNvPr id="178" name="Google Shape;178;p20"/>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
              <a:buNone/>
            </a:pPr>
            <a:fld id="{00000000-1234-1234-1234-123412341234}" type="slidenum">
              <a:rPr lang="en-US"/>
            </a:fld>
            <a:endParaRPr lang="en-US"/>
          </a:p>
        </p:txBody>
      </p:sp>
      <p:sp>
        <p:nvSpPr>
          <p:cNvPr id="179" name="Google Shape;179;p20"/>
          <p:cNvSpPr/>
          <p:nvPr/>
        </p:nvSpPr>
        <p:spPr>
          <a:xfrm>
            <a:off x="8055177" y="292676"/>
            <a:ext cx="796167" cy="796157"/>
          </a:xfrm>
          <a:custGeom>
            <a:avLst/>
            <a:gdLst/>
            <a:ahLst/>
            <a:cxnLst/>
            <a:rect l="l" t="t" r="r" b="b"/>
            <a:pathLst>
              <a:path w="16072" h="16071" extrusionOk="0">
                <a:moveTo>
                  <a:pt x="8036" y="0"/>
                </a:moveTo>
                <a:lnTo>
                  <a:pt x="7938" y="24"/>
                </a:lnTo>
                <a:lnTo>
                  <a:pt x="7792" y="98"/>
                </a:lnTo>
                <a:lnTo>
                  <a:pt x="7328" y="366"/>
                </a:lnTo>
                <a:lnTo>
                  <a:pt x="7059" y="537"/>
                </a:lnTo>
                <a:lnTo>
                  <a:pt x="6766" y="757"/>
                </a:lnTo>
                <a:lnTo>
                  <a:pt x="6448" y="977"/>
                </a:lnTo>
                <a:lnTo>
                  <a:pt x="6155" y="1246"/>
                </a:lnTo>
                <a:lnTo>
                  <a:pt x="5887" y="1514"/>
                </a:lnTo>
                <a:lnTo>
                  <a:pt x="5643" y="1807"/>
                </a:lnTo>
                <a:lnTo>
                  <a:pt x="5447" y="2100"/>
                </a:lnTo>
                <a:lnTo>
                  <a:pt x="5374" y="2247"/>
                </a:lnTo>
                <a:lnTo>
                  <a:pt x="5325" y="2418"/>
                </a:lnTo>
                <a:lnTo>
                  <a:pt x="5276" y="2564"/>
                </a:lnTo>
                <a:lnTo>
                  <a:pt x="5252" y="2711"/>
                </a:lnTo>
                <a:lnTo>
                  <a:pt x="5252" y="2858"/>
                </a:lnTo>
                <a:lnTo>
                  <a:pt x="5276" y="3029"/>
                </a:lnTo>
                <a:lnTo>
                  <a:pt x="5325" y="3175"/>
                </a:lnTo>
                <a:lnTo>
                  <a:pt x="5398" y="3322"/>
                </a:lnTo>
                <a:lnTo>
                  <a:pt x="5496" y="3468"/>
                </a:lnTo>
                <a:lnTo>
                  <a:pt x="5618" y="3615"/>
                </a:lnTo>
                <a:lnTo>
                  <a:pt x="5814" y="3761"/>
                </a:lnTo>
                <a:lnTo>
                  <a:pt x="6009" y="3859"/>
                </a:lnTo>
                <a:lnTo>
                  <a:pt x="6204" y="3957"/>
                </a:lnTo>
                <a:lnTo>
                  <a:pt x="6424" y="4005"/>
                </a:lnTo>
                <a:lnTo>
                  <a:pt x="6644" y="4054"/>
                </a:lnTo>
                <a:lnTo>
                  <a:pt x="6864" y="4152"/>
                </a:lnTo>
                <a:lnTo>
                  <a:pt x="7059" y="4250"/>
                </a:lnTo>
                <a:lnTo>
                  <a:pt x="7254" y="4421"/>
                </a:lnTo>
                <a:lnTo>
                  <a:pt x="7425" y="4616"/>
                </a:lnTo>
                <a:lnTo>
                  <a:pt x="7523" y="4836"/>
                </a:lnTo>
                <a:lnTo>
                  <a:pt x="7596" y="5080"/>
                </a:lnTo>
                <a:lnTo>
                  <a:pt x="7621" y="5373"/>
                </a:lnTo>
                <a:lnTo>
                  <a:pt x="7596" y="5569"/>
                </a:lnTo>
                <a:lnTo>
                  <a:pt x="7572" y="5788"/>
                </a:lnTo>
                <a:lnTo>
                  <a:pt x="7499" y="5984"/>
                </a:lnTo>
                <a:lnTo>
                  <a:pt x="7425" y="6179"/>
                </a:lnTo>
                <a:lnTo>
                  <a:pt x="7328" y="6374"/>
                </a:lnTo>
                <a:lnTo>
                  <a:pt x="7206" y="6570"/>
                </a:lnTo>
                <a:lnTo>
                  <a:pt x="7059" y="6741"/>
                </a:lnTo>
                <a:lnTo>
                  <a:pt x="6913" y="6912"/>
                </a:lnTo>
                <a:lnTo>
                  <a:pt x="6742" y="7058"/>
                </a:lnTo>
                <a:lnTo>
                  <a:pt x="6571" y="7205"/>
                </a:lnTo>
                <a:lnTo>
                  <a:pt x="6400" y="7303"/>
                </a:lnTo>
                <a:lnTo>
                  <a:pt x="6204" y="7425"/>
                </a:lnTo>
                <a:lnTo>
                  <a:pt x="6009" y="7498"/>
                </a:lnTo>
                <a:lnTo>
                  <a:pt x="5789" y="7571"/>
                </a:lnTo>
                <a:lnTo>
                  <a:pt x="5569" y="7596"/>
                </a:lnTo>
                <a:lnTo>
                  <a:pt x="5374" y="7620"/>
                </a:lnTo>
                <a:lnTo>
                  <a:pt x="5105" y="7596"/>
                </a:lnTo>
                <a:lnTo>
                  <a:pt x="4861" y="7522"/>
                </a:lnTo>
                <a:lnTo>
                  <a:pt x="4617" y="7425"/>
                </a:lnTo>
                <a:lnTo>
                  <a:pt x="4421" y="7254"/>
                </a:lnTo>
                <a:lnTo>
                  <a:pt x="4250" y="7058"/>
                </a:lnTo>
                <a:lnTo>
                  <a:pt x="4128" y="6839"/>
                </a:lnTo>
                <a:lnTo>
                  <a:pt x="4055" y="6619"/>
                </a:lnTo>
                <a:lnTo>
                  <a:pt x="3982" y="6399"/>
                </a:lnTo>
                <a:lnTo>
                  <a:pt x="3933" y="6204"/>
                </a:lnTo>
                <a:lnTo>
                  <a:pt x="3860" y="6008"/>
                </a:lnTo>
                <a:lnTo>
                  <a:pt x="3762" y="5813"/>
                </a:lnTo>
                <a:lnTo>
                  <a:pt x="3615" y="5617"/>
                </a:lnTo>
                <a:lnTo>
                  <a:pt x="3469" y="5495"/>
                </a:lnTo>
                <a:lnTo>
                  <a:pt x="3322" y="5398"/>
                </a:lnTo>
                <a:lnTo>
                  <a:pt x="3176" y="5324"/>
                </a:lnTo>
                <a:lnTo>
                  <a:pt x="3029" y="5275"/>
                </a:lnTo>
                <a:lnTo>
                  <a:pt x="2858" y="5251"/>
                </a:lnTo>
                <a:lnTo>
                  <a:pt x="2712" y="5251"/>
                </a:lnTo>
                <a:lnTo>
                  <a:pt x="2565" y="5275"/>
                </a:lnTo>
                <a:lnTo>
                  <a:pt x="2419" y="5324"/>
                </a:lnTo>
                <a:lnTo>
                  <a:pt x="2248" y="5373"/>
                </a:lnTo>
                <a:lnTo>
                  <a:pt x="2101" y="5446"/>
                </a:lnTo>
                <a:lnTo>
                  <a:pt x="1808" y="5642"/>
                </a:lnTo>
                <a:lnTo>
                  <a:pt x="1515" y="5886"/>
                </a:lnTo>
                <a:lnTo>
                  <a:pt x="1246" y="6155"/>
                </a:lnTo>
                <a:lnTo>
                  <a:pt x="978" y="6448"/>
                </a:lnTo>
                <a:lnTo>
                  <a:pt x="758" y="6765"/>
                </a:lnTo>
                <a:lnTo>
                  <a:pt x="538" y="7058"/>
                </a:lnTo>
                <a:lnTo>
                  <a:pt x="367" y="7327"/>
                </a:lnTo>
                <a:lnTo>
                  <a:pt x="99" y="7791"/>
                </a:lnTo>
                <a:lnTo>
                  <a:pt x="25" y="7938"/>
                </a:lnTo>
                <a:lnTo>
                  <a:pt x="1" y="8035"/>
                </a:lnTo>
                <a:lnTo>
                  <a:pt x="25" y="8231"/>
                </a:lnTo>
                <a:lnTo>
                  <a:pt x="74" y="8402"/>
                </a:lnTo>
                <a:lnTo>
                  <a:pt x="172" y="8597"/>
                </a:lnTo>
                <a:lnTo>
                  <a:pt x="294" y="8744"/>
                </a:lnTo>
                <a:lnTo>
                  <a:pt x="587" y="9012"/>
                </a:lnTo>
                <a:lnTo>
                  <a:pt x="880" y="9256"/>
                </a:lnTo>
                <a:lnTo>
                  <a:pt x="1417" y="9696"/>
                </a:lnTo>
                <a:lnTo>
                  <a:pt x="1906" y="10062"/>
                </a:lnTo>
                <a:lnTo>
                  <a:pt x="2101" y="10233"/>
                </a:lnTo>
                <a:lnTo>
                  <a:pt x="2297" y="10404"/>
                </a:lnTo>
                <a:lnTo>
                  <a:pt x="2419" y="10575"/>
                </a:lnTo>
                <a:lnTo>
                  <a:pt x="2541" y="10746"/>
                </a:lnTo>
                <a:lnTo>
                  <a:pt x="2590" y="10917"/>
                </a:lnTo>
                <a:lnTo>
                  <a:pt x="2590" y="11113"/>
                </a:lnTo>
                <a:lnTo>
                  <a:pt x="2541" y="11308"/>
                </a:lnTo>
                <a:lnTo>
                  <a:pt x="2443" y="11528"/>
                </a:lnTo>
                <a:lnTo>
                  <a:pt x="2272" y="11772"/>
                </a:lnTo>
                <a:lnTo>
                  <a:pt x="2004" y="12041"/>
                </a:lnTo>
                <a:lnTo>
                  <a:pt x="1833" y="12212"/>
                </a:lnTo>
                <a:lnTo>
                  <a:pt x="1637" y="12309"/>
                </a:lnTo>
                <a:lnTo>
                  <a:pt x="1417" y="12383"/>
                </a:lnTo>
                <a:lnTo>
                  <a:pt x="1222" y="12431"/>
                </a:lnTo>
                <a:lnTo>
                  <a:pt x="1002" y="12480"/>
                </a:lnTo>
                <a:lnTo>
                  <a:pt x="782" y="12578"/>
                </a:lnTo>
                <a:lnTo>
                  <a:pt x="587" y="12700"/>
                </a:lnTo>
                <a:lnTo>
                  <a:pt x="367" y="12871"/>
                </a:lnTo>
                <a:lnTo>
                  <a:pt x="196" y="13066"/>
                </a:lnTo>
                <a:lnTo>
                  <a:pt x="99" y="13286"/>
                </a:lnTo>
                <a:lnTo>
                  <a:pt x="25" y="13530"/>
                </a:lnTo>
                <a:lnTo>
                  <a:pt x="1" y="13799"/>
                </a:lnTo>
                <a:lnTo>
                  <a:pt x="25" y="14019"/>
                </a:lnTo>
                <a:lnTo>
                  <a:pt x="50" y="14239"/>
                </a:lnTo>
                <a:lnTo>
                  <a:pt x="123" y="14434"/>
                </a:lnTo>
                <a:lnTo>
                  <a:pt x="221" y="14654"/>
                </a:lnTo>
                <a:lnTo>
                  <a:pt x="318" y="14825"/>
                </a:lnTo>
                <a:lnTo>
                  <a:pt x="440" y="15020"/>
                </a:lnTo>
                <a:lnTo>
                  <a:pt x="563" y="15191"/>
                </a:lnTo>
                <a:lnTo>
                  <a:pt x="709" y="15362"/>
                </a:lnTo>
                <a:lnTo>
                  <a:pt x="880" y="15509"/>
                </a:lnTo>
                <a:lnTo>
                  <a:pt x="1051" y="15631"/>
                </a:lnTo>
                <a:lnTo>
                  <a:pt x="1246" y="15753"/>
                </a:lnTo>
                <a:lnTo>
                  <a:pt x="1442" y="15875"/>
                </a:lnTo>
                <a:lnTo>
                  <a:pt x="1637" y="15948"/>
                </a:lnTo>
                <a:lnTo>
                  <a:pt x="1857" y="16022"/>
                </a:lnTo>
                <a:lnTo>
                  <a:pt x="2052" y="16046"/>
                </a:lnTo>
                <a:lnTo>
                  <a:pt x="2272" y="16070"/>
                </a:lnTo>
                <a:lnTo>
                  <a:pt x="2541" y="16046"/>
                </a:lnTo>
                <a:lnTo>
                  <a:pt x="2785" y="15973"/>
                </a:lnTo>
                <a:lnTo>
                  <a:pt x="3005" y="15875"/>
                </a:lnTo>
                <a:lnTo>
                  <a:pt x="3200" y="15704"/>
                </a:lnTo>
                <a:lnTo>
                  <a:pt x="3371" y="15509"/>
                </a:lnTo>
                <a:lnTo>
                  <a:pt x="3493" y="15289"/>
                </a:lnTo>
                <a:lnTo>
                  <a:pt x="3567" y="15094"/>
                </a:lnTo>
                <a:lnTo>
                  <a:pt x="3615" y="14874"/>
                </a:lnTo>
                <a:lnTo>
                  <a:pt x="3689" y="14654"/>
                </a:lnTo>
                <a:lnTo>
                  <a:pt x="3762" y="14459"/>
                </a:lnTo>
                <a:lnTo>
                  <a:pt x="3860" y="14239"/>
                </a:lnTo>
                <a:lnTo>
                  <a:pt x="4031" y="14068"/>
                </a:lnTo>
                <a:lnTo>
                  <a:pt x="4299" y="13824"/>
                </a:lnTo>
                <a:lnTo>
                  <a:pt x="4544" y="13628"/>
                </a:lnTo>
                <a:lnTo>
                  <a:pt x="4763" y="13530"/>
                </a:lnTo>
                <a:lnTo>
                  <a:pt x="4959" y="13482"/>
                </a:lnTo>
                <a:lnTo>
                  <a:pt x="5154" y="13482"/>
                </a:lnTo>
                <a:lnTo>
                  <a:pt x="5325" y="13530"/>
                </a:lnTo>
                <a:lnTo>
                  <a:pt x="5496" y="13653"/>
                </a:lnTo>
                <a:lnTo>
                  <a:pt x="5667" y="13775"/>
                </a:lnTo>
                <a:lnTo>
                  <a:pt x="5838" y="13970"/>
                </a:lnTo>
                <a:lnTo>
                  <a:pt x="6009" y="14165"/>
                </a:lnTo>
                <a:lnTo>
                  <a:pt x="6375" y="14654"/>
                </a:lnTo>
                <a:lnTo>
                  <a:pt x="6815" y="15191"/>
                </a:lnTo>
                <a:lnTo>
                  <a:pt x="7059" y="15484"/>
                </a:lnTo>
                <a:lnTo>
                  <a:pt x="7328" y="15777"/>
                </a:lnTo>
                <a:lnTo>
                  <a:pt x="7474" y="15899"/>
                </a:lnTo>
                <a:lnTo>
                  <a:pt x="7670" y="15997"/>
                </a:lnTo>
                <a:lnTo>
                  <a:pt x="7841" y="16046"/>
                </a:lnTo>
                <a:lnTo>
                  <a:pt x="8036" y="16070"/>
                </a:lnTo>
                <a:lnTo>
                  <a:pt x="8134" y="16046"/>
                </a:lnTo>
                <a:lnTo>
                  <a:pt x="8280" y="15973"/>
                </a:lnTo>
                <a:lnTo>
                  <a:pt x="8744" y="15704"/>
                </a:lnTo>
                <a:lnTo>
                  <a:pt x="9013" y="15533"/>
                </a:lnTo>
                <a:lnTo>
                  <a:pt x="9306" y="15313"/>
                </a:lnTo>
                <a:lnTo>
                  <a:pt x="9623" y="15094"/>
                </a:lnTo>
                <a:lnTo>
                  <a:pt x="9917" y="14825"/>
                </a:lnTo>
                <a:lnTo>
                  <a:pt x="10185" y="14556"/>
                </a:lnTo>
                <a:lnTo>
                  <a:pt x="10429" y="14263"/>
                </a:lnTo>
                <a:lnTo>
                  <a:pt x="10625" y="13970"/>
                </a:lnTo>
                <a:lnTo>
                  <a:pt x="10698" y="13824"/>
                </a:lnTo>
                <a:lnTo>
                  <a:pt x="10747" y="13653"/>
                </a:lnTo>
                <a:lnTo>
                  <a:pt x="10796" y="13506"/>
                </a:lnTo>
                <a:lnTo>
                  <a:pt x="10820" y="13359"/>
                </a:lnTo>
                <a:lnTo>
                  <a:pt x="10820" y="13213"/>
                </a:lnTo>
                <a:lnTo>
                  <a:pt x="10796" y="13042"/>
                </a:lnTo>
                <a:lnTo>
                  <a:pt x="10747" y="12895"/>
                </a:lnTo>
                <a:lnTo>
                  <a:pt x="10674" y="12749"/>
                </a:lnTo>
                <a:lnTo>
                  <a:pt x="10576" y="12602"/>
                </a:lnTo>
                <a:lnTo>
                  <a:pt x="10454" y="12456"/>
                </a:lnTo>
                <a:lnTo>
                  <a:pt x="10258" y="12309"/>
                </a:lnTo>
                <a:lnTo>
                  <a:pt x="10063" y="12212"/>
                </a:lnTo>
                <a:lnTo>
                  <a:pt x="9868" y="12138"/>
                </a:lnTo>
                <a:lnTo>
                  <a:pt x="9648" y="12065"/>
                </a:lnTo>
                <a:lnTo>
                  <a:pt x="9428" y="12016"/>
                </a:lnTo>
                <a:lnTo>
                  <a:pt x="9208" y="11919"/>
                </a:lnTo>
                <a:lnTo>
                  <a:pt x="9013" y="11821"/>
                </a:lnTo>
                <a:lnTo>
                  <a:pt x="8818" y="11650"/>
                </a:lnTo>
                <a:lnTo>
                  <a:pt x="8647" y="11454"/>
                </a:lnTo>
                <a:lnTo>
                  <a:pt x="8549" y="11235"/>
                </a:lnTo>
                <a:lnTo>
                  <a:pt x="8476" y="10990"/>
                </a:lnTo>
                <a:lnTo>
                  <a:pt x="8451" y="10697"/>
                </a:lnTo>
                <a:lnTo>
                  <a:pt x="8476" y="10502"/>
                </a:lnTo>
                <a:lnTo>
                  <a:pt x="8500" y="10282"/>
                </a:lnTo>
                <a:lnTo>
                  <a:pt x="8573" y="10087"/>
                </a:lnTo>
                <a:lnTo>
                  <a:pt x="8647" y="9891"/>
                </a:lnTo>
                <a:lnTo>
                  <a:pt x="8744" y="9696"/>
                </a:lnTo>
                <a:lnTo>
                  <a:pt x="8866" y="9501"/>
                </a:lnTo>
                <a:lnTo>
                  <a:pt x="9013" y="9330"/>
                </a:lnTo>
                <a:lnTo>
                  <a:pt x="9159" y="9159"/>
                </a:lnTo>
                <a:lnTo>
                  <a:pt x="9330" y="9012"/>
                </a:lnTo>
                <a:lnTo>
                  <a:pt x="9501" y="8890"/>
                </a:lnTo>
                <a:lnTo>
                  <a:pt x="9672" y="8768"/>
                </a:lnTo>
                <a:lnTo>
                  <a:pt x="9868" y="8646"/>
                </a:lnTo>
                <a:lnTo>
                  <a:pt x="10063" y="8573"/>
                </a:lnTo>
                <a:lnTo>
                  <a:pt x="10283" y="8499"/>
                </a:lnTo>
                <a:lnTo>
                  <a:pt x="10503" y="8475"/>
                </a:lnTo>
                <a:lnTo>
                  <a:pt x="10698" y="8450"/>
                </a:lnTo>
                <a:lnTo>
                  <a:pt x="10967" y="8475"/>
                </a:lnTo>
                <a:lnTo>
                  <a:pt x="11211" y="8548"/>
                </a:lnTo>
                <a:lnTo>
                  <a:pt x="11455" y="8646"/>
                </a:lnTo>
                <a:lnTo>
                  <a:pt x="11651" y="8817"/>
                </a:lnTo>
                <a:lnTo>
                  <a:pt x="11822" y="9012"/>
                </a:lnTo>
                <a:lnTo>
                  <a:pt x="11944" y="9232"/>
                </a:lnTo>
                <a:lnTo>
                  <a:pt x="12017" y="9452"/>
                </a:lnTo>
                <a:lnTo>
                  <a:pt x="12090" y="9672"/>
                </a:lnTo>
                <a:lnTo>
                  <a:pt x="12139" y="9867"/>
                </a:lnTo>
                <a:lnTo>
                  <a:pt x="12212" y="10062"/>
                </a:lnTo>
                <a:lnTo>
                  <a:pt x="12310" y="10258"/>
                </a:lnTo>
                <a:lnTo>
                  <a:pt x="12457" y="10453"/>
                </a:lnTo>
                <a:lnTo>
                  <a:pt x="12603" y="10575"/>
                </a:lnTo>
                <a:lnTo>
                  <a:pt x="12750" y="10673"/>
                </a:lnTo>
                <a:lnTo>
                  <a:pt x="12896" y="10746"/>
                </a:lnTo>
                <a:lnTo>
                  <a:pt x="13043" y="10795"/>
                </a:lnTo>
                <a:lnTo>
                  <a:pt x="13214" y="10819"/>
                </a:lnTo>
                <a:lnTo>
                  <a:pt x="13360" y="10819"/>
                </a:lnTo>
                <a:lnTo>
                  <a:pt x="13507" y="10795"/>
                </a:lnTo>
                <a:lnTo>
                  <a:pt x="13653" y="10746"/>
                </a:lnTo>
                <a:lnTo>
                  <a:pt x="13824" y="10697"/>
                </a:lnTo>
                <a:lnTo>
                  <a:pt x="13971" y="10624"/>
                </a:lnTo>
                <a:lnTo>
                  <a:pt x="14264" y="10429"/>
                </a:lnTo>
                <a:lnTo>
                  <a:pt x="14557" y="10184"/>
                </a:lnTo>
                <a:lnTo>
                  <a:pt x="14826" y="9916"/>
                </a:lnTo>
                <a:lnTo>
                  <a:pt x="15094" y="9623"/>
                </a:lnTo>
                <a:lnTo>
                  <a:pt x="15314" y="9305"/>
                </a:lnTo>
                <a:lnTo>
                  <a:pt x="15534" y="9012"/>
                </a:lnTo>
                <a:lnTo>
                  <a:pt x="15705" y="8744"/>
                </a:lnTo>
                <a:lnTo>
                  <a:pt x="15973" y="8279"/>
                </a:lnTo>
                <a:lnTo>
                  <a:pt x="16047" y="8133"/>
                </a:lnTo>
                <a:lnTo>
                  <a:pt x="16071" y="8035"/>
                </a:lnTo>
                <a:lnTo>
                  <a:pt x="16047" y="7840"/>
                </a:lnTo>
                <a:lnTo>
                  <a:pt x="15998" y="7669"/>
                </a:lnTo>
                <a:lnTo>
                  <a:pt x="15900" y="7474"/>
                </a:lnTo>
                <a:lnTo>
                  <a:pt x="15778" y="7327"/>
                </a:lnTo>
                <a:lnTo>
                  <a:pt x="15485" y="7058"/>
                </a:lnTo>
                <a:lnTo>
                  <a:pt x="15192" y="6814"/>
                </a:lnTo>
                <a:lnTo>
                  <a:pt x="14655" y="6374"/>
                </a:lnTo>
                <a:lnTo>
                  <a:pt x="14166" y="6008"/>
                </a:lnTo>
                <a:lnTo>
                  <a:pt x="13971" y="5837"/>
                </a:lnTo>
                <a:lnTo>
                  <a:pt x="13775" y="5666"/>
                </a:lnTo>
                <a:lnTo>
                  <a:pt x="13653" y="5495"/>
                </a:lnTo>
                <a:lnTo>
                  <a:pt x="13531" y="5324"/>
                </a:lnTo>
                <a:lnTo>
                  <a:pt x="13482" y="5153"/>
                </a:lnTo>
                <a:lnTo>
                  <a:pt x="13482" y="4958"/>
                </a:lnTo>
                <a:lnTo>
                  <a:pt x="13531" y="4763"/>
                </a:lnTo>
                <a:lnTo>
                  <a:pt x="13629" y="4543"/>
                </a:lnTo>
                <a:lnTo>
                  <a:pt x="13800" y="4299"/>
                </a:lnTo>
                <a:lnTo>
                  <a:pt x="14068" y="4030"/>
                </a:lnTo>
                <a:lnTo>
                  <a:pt x="14239" y="3859"/>
                </a:lnTo>
                <a:lnTo>
                  <a:pt x="14435" y="3761"/>
                </a:lnTo>
                <a:lnTo>
                  <a:pt x="14655" y="3688"/>
                </a:lnTo>
                <a:lnTo>
                  <a:pt x="14850" y="3639"/>
                </a:lnTo>
                <a:lnTo>
                  <a:pt x="15070" y="3590"/>
                </a:lnTo>
                <a:lnTo>
                  <a:pt x="15290" y="3493"/>
                </a:lnTo>
                <a:lnTo>
                  <a:pt x="15485" y="3370"/>
                </a:lnTo>
                <a:lnTo>
                  <a:pt x="15705" y="3199"/>
                </a:lnTo>
                <a:lnTo>
                  <a:pt x="15876" y="3004"/>
                </a:lnTo>
                <a:lnTo>
                  <a:pt x="15973" y="2784"/>
                </a:lnTo>
                <a:lnTo>
                  <a:pt x="16047" y="2540"/>
                </a:lnTo>
                <a:lnTo>
                  <a:pt x="16071" y="2271"/>
                </a:lnTo>
                <a:lnTo>
                  <a:pt x="16047" y="2052"/>
                </a:lnTo>
                <a:lnTo>
                  <a:pt x="16022" y="1832"/>
                </a:lnTo>
                <a:lnTo>
                  <a:pt x="15949" y="1636"/>
                </a:lnTo>
                <a:lnTo>
                  <a:pt x="15851" y="1417"/>
                </a:lnTo>
                <a:lnTo>
                  <a:pt x="15754" y="1246"/>
                </a:lnTo>
                <a:lnTo>
                  <a:pt x="15632" y="1050"/>
                </a:lnTo>
                <a:lnTo>
                  <a:pt x="15509" y="879"/>
                </a:lnTo>
                <a:lnTo>
                  <a:pt x="15363" y="708"/>
                </a:lnTo>
                <a:lnTo>
                  <a:pt x="15192" y="562"/>
                </a:lnTo>
                <a:lnTo>
                  <a:pt x="15021" y="440"/>
                </a:lnTo>
                <a:lnTo>
                  <a:pt x="14826" y="318"/>
                </a:lnTo>
                <a:lnTo>
                  <a:pt x="14630" y="195"/>
                </a:lnTo>
                <a:lnTo>
                  <a:pt x="14435" y="122"/>
                </a:lnTo>
                <a:lnTo>
                  <a:pt x="14215" y="49"/>
                </a:lnTo>
                <a:lnTo>
                  <a:pt x="14020" y="24"/>
                </a:lnTo>
                <a:lnTo>
                  <a:pt x="13800" y="0"/>
                </a:lnTo>
                <a:lnTo>
                  <a:pt x="13531" y="24"/>
                </a:lnTo>
                <a:lnTo>
                  <a:pt x="13287" y="98"/>
                </a:lnTo>
                <a:lnTo>
                  <a:pt x="13067" y="195"/>
                </a:lnTo>
                <a:lnTo>
                  <a:pt x="12872" y="366"/>
                </a:lnTo>
                <a:lnTo>
                  <a:pt x="12701" y="562"/>
                </a:lnTo>
                <a:lnTo>
                  <a:pt x="12579" y="782"/>
                </a:lnTo>
                <a:lnTo>
                  <a:pt x="12505" y="977"/>
                </a:lnTo>
                <a:lnTo>
                  <a:pt x="12457" y="1197"/>
                </a:lnTo>
                <a:lnTo>
                  <a:pt x="12383" y="1417"/>
                </a:lnTo>
                <a:lnTo>
                  <a:pt x="12310" y="1612"/>
                </a:lnTo>
                <a:lnTo>
                  <a:pt x="12212" y="1832"/>
                </a:lnTo>
                <a:lnTo>
                  <a:pt x="12041" y="2003"/>
                </a:lnTo>
                <a:lnTo>
                  <a:pt x="11773" y="2271"/>
                </a:lnTo>
                <a:lnTo>
                  <a:pt x="11528" y="2442"/>
                </a:lnTo>
                <a:lnTo>
                  <a:pt x="11309" y="2540"/>
                </a:lnTo>
                <a:lnTo>
                  <a:pt x="11113" y="2589"/>
                </a:lnTo>
                <a:lnTo>
                  <a:pt x="10918" y="2589"/>
                </a:lnTo>
                <a:lnTo>
                  <a:pt x="10747" y="2540"/>
                </a:lnTo>
                <a:lnTo>
                  <a:pt x="10576" y="2418"/>
                </a:lnTo>
                <a:lnTo>
                  <a:pt x="10405" y="2296"/>
                </a:lnTo>
                <a:lnTo>
                  <a:pt x="10234" y="2100"/>
                </a:lnTo>
                <a:lnTo>
                  <a:pt x="10063" y="1905"/>
                </a:lnTo>
                <a:lnTo>
                  <a:pt x="9697" y="1417"/>
                </a:lnTo>
                <a:lnTo>
                  <a:pt x="9257" y="879"/>
                </a:lnTo>
                <a:lnTo>
                  <a:pt x="9013" y="586"/>
                </a:lnTo>
                <a:lnTo>
                  <a:pt x="8744" y="293"/>
                </a:lnTo>
                <a:lnTo>
                  <a:pt x="8598" y="171"/>
                </a:lnTo>
                <a:lnTo>
                  <a:pt x="8402" y="73"/>
                </a:lnTo>
                <a:lnTo>
                  <a:pt x="8231" y="24"/>
                </a:lnTo>
                <a:lnTo>
                  <a:pt x="803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pic>
        <p:nvPicPr>
          <p:cNvPr id="180" name="Google Shape;180;p20"/>
          <p:cNvPicPr preferRelativeResize="0"/>
          <p:nvPr/>
        </p:nvPicPr>
        <p:blipFill rotWithShape="1">
          <a:blip r:embed="rId1"/>
          <a:srcRect/>
          <a:stretch>
            <a:fillRect/>
          </a:stretch>
        </p:blipFill>
        <p:spPr>
          <a:xfrm>
            <a:off x="4196016" y="3449026"/>
            <a:ext cx="1371600" cy="1088571"/>
          </a:xfrm>
          <a:prstGeom prst="rect">
            <a:avLst/>
          </a:prstGeom>
          <a:noFill/>
          <a:ln>
            <a:noFill/>
          </a:ln>
        </p:spPr>
      </p:pic>
      <p:pic>
        <p:nvPicPr>
          <p:cNvPr id="181" name="Google Shape;181;p20"/>
          <p:cNvPicPr preferRelativeResize="0"/>
          <p:nvPr/>
        </p:nvPicPr>
        <p:blipFill rotWithShape="1">
          <a:blip r:embed="rId2"/>
          <a:srcRect/>
          <a:stretch>
            <a:fillRect/>
          </a:stretch>
        </p:blipFill>
        <p:spPr>
          <a:xfrm>
            <a:off x="6172200" y="3469844"/>
            <a:ext cx="1507671" cy="990600"/>
          </a:xfrm>
          <a:prstGeom prst="rect">
            <a:avLst/>
          </a:prstGeom>
          <a:noFill/>
          <a:ln>
            <a:noFill/>
          </a:ln>
        </p:spPr>
      </p:pic>
      <p:pic>
        <p:nvPicPr>
          <p:cNvPr id="182" name="Google Shape;182;p20"/>
          <p:cNvPicPr preferRelativeResize="0"/>
          <p:nvPr/>
        </p:nvPicPr>
        <p:blipFill rotWithShape="1">
          <a:blip r:embed="rId3"/>
          <a:srcRect/>
          <a:stretch>
            <a:fillRect/>
          </a:stretch>
        </p:blipFill>
        <p:spPr>
          <a:xfrm>
            <a:off x="6172200" y="1992086"/>
            <a:ext cx="1360714" cy="1094014"/>
          </a:xfrm>
          <a:prstGeom prst="rect">
            <a:avLst/>
          </a:prstGeom>
          <a:noFill/>
          <a:ln>
            <a:noFill/>
          </a:ln>
        </p:spPr>
      </p:pic>
      <p:pic>
        <p:nvPicPr>
          <p:cNvPr id="183" name="Google Shape;183;p20"/>
          <p:cNvPicPr preferRelativeResize="0"/>
          <p:nvPr/>
        </p:nvPicPr>
        <p:blipFill rotWithShape="1">
          <a:blip r:embed="rId4"/>
          <a:srcRect/>
          <a:stretch>
            <a:fillRect/>
          </a:stretch>
        </p:blipFill>
        <p:spPr>
          <a:xfrm>
            <a:off x="4157916" y="2038350"/>
            <a:ext cx="1409700" cy="1055914"/>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1"/>
          <p:cNvSpPr txBox="1">
            <a:spLocks noGrp="1"/>
          </p:cNvSpPr>
          <p:nvPr>
            <p:ph type="body" idx="1"/>
          </p:nvPr>
        </p:nvSpPr>
        <p:spPr>
          <a:xfrm>
            <a:off x="762000" y="1657350"/>
            <a:ext cx="3810000" cy="15846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600"/>
              </a:spcBef>
              <a:spcAft>
                <a:spcPts val="0"/>
              </a:spcAft>
              <a:buSzPts val="1800"/>
              <a:buChar char="●"/>
            </a:pPr>
            <a:r>
              <a:rPr lang="en-US" sz="1600"/>
              <a:t>Sóng vô tuyến có bước sóng nằm trong khoảng từ 1mm đến 100km</a:t>
            </a:r>
            <a:endParaRPr sz="1600"/>
          </a:p>
          <a:p>
            <a:pPr marL="457200" lvl="0" indent="-342900" algn="l" rtl="0">
              <a:lnSpc>
                <a:spcPct val="100000"/>
              </a:lnSpc>
              <a:spcBef>
                <a:spcPts val="600"/>
              </a:spcBef>
              <a:spcAft>
                <a:spcPts val="0"/>
              </a:spcAft>
              <a:buSzPts val="1800"/>
              <a:buChar char="●"/>
            </a:pPr>
            <a:r>
              <a:rPr lang="en-US" sz="1600"/>
              <a:t>Sóng vô tuyến được phát ra từ anten và được sử dụng để “mang” các thông tin như âm thanh, hình ảnh đi rất xa.</a:t>
            </a:r>
            <a:endParaRPr sz="1600"/>
          </a:p>
          <a:p>
            <a:pPr marL="457200" lvl="0" indent="-342900" algn="l" rtl="0">
              <a:lnSpc>
                <a:spcPct val="100000"/>
              </a:lnSpc>
              <a:spcBef>
                <a:spcPts val="600"/>
              </a:spcBef>
              <a:spcAft>
                <a:spcPts val="0"/>
              </a:spcAft>
              <a:buSzPts val="1800"/>
              <a:buChar char="●"/>
            </a:pPr>
            <a:r>
              <a:rPr lang="en-US" sz="1600"/>
              <a:t>Sóng VHF (bước sóng rất ngắn) từ 1m đến 10m, sóng UHF (bước sóng cực ngắn) từ 10cm đến 1m có thể truyền thẳng đến máy thu, không bị phản xạ bởi tầng điện li.</a:t>
            </a:r>
            <a:endParaRPr sz="1600"/>
          </a:p>
          <a:p>
            <a:pPr marL="114300" lvl="0" indent="0" algn="l" rtl="0">
              <a:lnSpc>
                <a:spcPct val="100000"/>
              </a:lnSpc>
              <a:spcBef>
                <a:spcPts val="600"/>
              </a:spcBef>
              <a:spcAft>
                <a:spcPts val="0"/>
              </a:spcAft>
              <a:buSzPts val="1800"/>
              <a:buNone/>
            </a:pPr>
            <a:endParaRPr sz="1600"/>
          </a:p>
        </p:txBody>
      </p:sp>
      <p:sp>
        <p:nvSpPr>
          <p:cNvPr id="189" name="Google Shape;189;p21"/>
          <p:cNvSpPr txBox="1">
            <a:spLocks noGrp="1"/>
          </p:cNvSpPr>
          <p:nvPr>
            <p:ph type="title"/>
          </p:nvPr>
        </p:nvSpPr>
        <p:spPr>
          <a:xfrm>
            <a:off x="533400" y="514350"/>
            <a:ext cx="7696200" cy="85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800"/>
              <a:buNone/>
            </a:pPr>
            <a:r>
              <a:rPr lang="en-US"/>
              <a:t>4. Sóng vô tuyến</a:t>
            </a:r>
            <a:endParaRPr lang="en-US"/>
          </a:p>
        </p:txBody>
      </p:sp>
      <p:sp>
        <p:nvSpPr>
          <p:cNvPr id="190" name="Google Shape;190;p21"/>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
              <a:buNone/>
            </a:pPr>
            <a:fld id="{00000000-1234-1234-1234-123412341234}" type="slidenum">
              <a:rPr lang="en-US"/>
            </a:fld>
            <a:endParaRPr lang="en-US"/>
          </a:p>
        </p:txBody>
      </p:sp>
      <p:sp>
        <p:nvSpPr>
          <p:cNvPr id="191" name="Google Shape;191;p21"/>
          <p:cNvSpPr/>
          <p:nvPr/>
        </p:nvSpPr>
        <p:spPr>
          <a:xfrm>
            <a:off x="8055177" y="292676"/>
            <a:ext cx="796167" cy="796157"/>
          </a:xfrm>
          <a:custGeom>
            <a:avLst/>
            <a:gdLst/>
            <a:ahLst/>
            <a:cxnLst/>
            <a:rect l="l" t="t" r="r" b="b"/>
            <a:pathLst>
              <a:path w="16072" h="16071" extrusionOk="0">
                <a:moveTo>
                  <a:pt x="8036" y="0"/>
                </a:moveTo>
                <a:lnTo>
                  <a:pt x="7938" y="24"/>
                </a:lnTo>
                <a:lnTo>
                  <a:pt x="7792" y="98"/>
                </a:lnTo>
                <a:lnTo>
                  <a:pt x="7328" y="366"/>
                </a:lnTo>
                <a:lnTo>
                  <a:pt x="7059" y="537"/>
                </a:lnTo>
                <a:lnTo>
                  <a:pt x="6766" y="757"/>
                </a:lnTo>
                <a:lnTo>
                  <a:pt x="6448" y="977"/>
                </a:lnTo>
                <a:lnTo>
                  <a:pt x="6155" y="1246"/>
                </a:lnTo>
                <a:lnTo>
                  <a:pt x="5887" y="1514"/>
                </a:lnTo>
                <a:lnTo>
                  <a:pt x="5643" y="1807"/>
                </a:lnTo>
                <a:lnTo>
                  <a:pt x="5447" y="2100"/>
                </a:lnTo>
                <a:lnTo>
                  <a:pt x="5374" y="2247"/>
                </a:lnTo>
                <a:lnTo>
                  <a:pt x="5325" y="2418"/>
                </a:lnTo>
                <a:lnTo>
                  <a:pt x="5276" y="2564"/>
                </a:lnTo>
                <a:lnTo>
                  <a:pt x="5252" y="2711"/>
                </a:lnTo>
                <a:lnTo>
                  <a:pt x="5252" y="2858"/>
                </a:lnTo>
                <a:lnTo>
                  <a:pt x="5276" y="3029"/>
                </a:lnTo>
                <a:lnTo>
                  <a:pt x="5325" y="3175"/>
                </a:lnTo>
                <a:lnTo>
                  <a:pt x="5398" y="3322"/>
                </a:lnTo>
                <a:lnTo>
                  <a:pt x="5496" y="3468"/>
                </a:lnTo>
                <a:lnTo>
                  <a:pt x="5618" y="3615"/>
                </a:lnTo>
                <a:lnTo>
                  <a:pt x="5814" y="3761"/>
                </a:lnTo>
                <a:lnTo>
                  <a:pt x="6009" y="3859"/>
                </a:lnTo>
                <a:lnTo>
                  <a:pt x="6204" y="3957"/>
                </a:lnTo>
                <a:lnTo>
                  <a:pt x="6424" y="4005"/>
                </a:lnTo>
                <a:lnTo>
                  <a:pt x="6644" y="4054"/>
                </a:lnTo>
                <a:lnTo>
                  <a:pt x="6864" y="4152"/>
                </a:lnTo>
                <a:lnTo>
                  <a:pt x="7059" y="4250"/>
                </a:lnTo>
                <a:lnTo>
                  <a:pt x="7254" y="4421"/>
                </a:lnTo>
                <a:lnTo>
                  <a:pt x="7425" y="4616"/>
                </a:lnTo>
                <a:lnTo>
                  <a:pt x="7523" y="4836"/>
                </a:lnTo>
                <a:lnTo>
                  <a:pt x="7596" y="5080"/>
                </a:lnTo>
                <a:lnTo>
                  <a:pt x="7621" y="5373"/>
                </a:lnTo>
                <a:lnTo>
                  <a:pt x="7596" y="5569"/>
                </a:lnTo>
                <a:lnTo>
                  <a:pt x="7572" y="5788"/>
                </a:lnTo>
                <a:lnTo>
                  <a:pt x="7499" y="5984"/>
                </a:lnTo>
                <a:lnTo>
                  <a:pt x="7425" y="6179"/>
                </a:lnTo>
                <a:lnTo>
                  <a:pt x="7328" y="6374"/>
                </a:lnTo>
                <a:lnTo>
                  <a:pt x="7206" y="6570"/>
                </a:lnTo>
                <a:lnTo>
                  <a:pt x="7059" y="6741"/>
                </a:lnTo>
                <a:lnTo>
                  <a:pt x="6913" y="6912"/>
                </a:lnTo>
                <a:lnTo>
                  <a:pt x="6742" y="7058"/>
                </a:lnTo>
                <a:lnTo>
                  <a:pt x="6571" y="7205"/>
                </a:lnTo>
                <a:lnTo>
                  <a:pt x="6400" y="7303"/>
                </a:lnTo>
                <a:lnTo>
                  <a:pt x="6204" y="7425"/>
                </a:lnTo>
                <a:lnTo>
                  <a:pt x="6009" y="7498"/>
                </a:lnTo>
                <a:lnTo>
                  <a:pt x="5789" y="7571"/>
                </a:lnTo>
                <a:lnTo>
                  <a:pt x="5569" y="7596"/>
                </a:lnTo>
                <a:lnTo>
                  <a:pt x="5374" y="7620"/>
                </a:lnTo>
                <a:lnTo>
                  <a:pt x="5105" y="7596"/>
                </a:lnTo>
                <a:lnTo>
                  <a:pt x="4861" y="7522"/>
                </a:lnTo>
                <a:lnTo>
                  <a:pt x="4617" y="7425"/>
                </a:lnTo>
                <a:lnTo>
                  <a:pt x="4421" y="7254"/>
                </a:lnTo>
                <a:lnTo>
                  <a:pt x="4250" y="7058"/>
                </a:lnTo>
                <a:lnTo>
                  <a:pt x="4128" y="6839"/>
                </a:lnTo>
                <a:lnTo>
                  <a:pt x="4055" y="6619"/>
                </a:lnTo>
                <a:lnTo>
                  <a:pt x="3982" y="6399"/>
                </a:lnTo>
                <a:lnTo>
                  <a:pt x="3933" y="6204"/>
                </a:lnTo>
                <a:lnTo>
                  <a:pt x="3860" y="6008"/>
                </a:lnTo>
                <a:lnTo>
                  <a:pt x="3762" y="5813"/>
                </a:lnTo>
                <a:lnTo>
                  <a:pt x="3615" y="5617"/>
                </a:lnTo>
                <a:lnTo>
                  <a:pt x="3469" y="5495"/>
                </a:lnTo>
                <a:lnTo>
                  <a:pt x="3322" y="5398"/>
                </a:lnTo>
                <a:lnTo>
                  <a:pt x="3176" y="5324"/>
                </a:lnTo>
                <a:lnTo>
                  <a:pt x="3029" y="5275"/>
                </a:lnTo>
                <a:lnTo>
                  <a:pt x="2858" y="5251"/>
                </a:lnTo>
                <a:lnTo>
                  <a:pt x="2712" y="5251"/>
                </a:lnTo>
                <a:lnTo>
                  <a:pt x="2565" y="5275"/>
                </a:lnTo>
                <a:lnTo>
                  <a:pt x="2419" y="5324"/>
                </a:lnTo>
                <a:lnTo>
                  <a:pt x="2248" y="5373"/>
                </a:lnTo>
                <a:lnTo>
                  <a:pt x="2101" y="5446"/>
                </a:lnTo>
                <a:lnTo>
                  <a:pt x="1808" y="5642"/>
                </a:lnTo>
                <a:lnTo>
                  <a:pt x="1515" y="5886"/>
                </a:lnTo>
                <a:lnTo>
                  <a:pt x="1246" y="6155"/>
                </a:lnTo>
                <a:lnTo>
                  <a:pt x="978" y="6448"/>
                </a:lnTo>
                <a:lnTo>
                  <a:pt x="758" y="6765"/>
                </a:lnTo>
                <a:lnTo>
                  <a:pt x="538" y="7058"/>
                </a:lnTo>
                <a:lnTo>
                  <a:pt x="367" y="7327"/>
                </a:lnTo>
                <a:lnTo>
                  <a:pt x="99" y="7791"/>
                </a:lnTo>
                <a:lnTo>
                  <a:pt x="25" y="7938"/>
                </a:lnTo>
                <a:lnTo>
                  <a:pt x="1" y="8035"/>
                </a:lnTo>
                <a:lnTo>
                  <a:pt x="25" y="8231"/>
                </a:lnTo>
                <a:lnTo>
                  <a:pt x="74" y="8402"/>
                </a:lnTo>
                <a:lnTo>
                  <a:pt x="172" y="8597"/>
                </a:lnTo>
                <a:lnTo>
                  <a:pt x="294" y="8744"/>
                </a:lnTo>
                <a:lnTo>
                  <a:pt x="587" y="9012"/>
                </a:lnTo>
                <a:lnTo>
                  <a:pt x="880" y="9256"/>
                </a:lnTo>
                <a:lnTo>
                  <a:pt x="1417" y="9696"/>
                </a:lnTo>
                <a:lnTo>
                  <a:pt x="1906" y="10062"/>
                </a:lnTo>
                <a:lnTo>
                  <a:pt x="2101" y="10233"/>
                </a:lnTo>
                <a:lnTo>
                  <a:pt x="2297" y="10404"/>
                </a:lnTo>
                <a:lnTo>
                  <a:pt x="2419" y="10575"/>
                </a:lnTo>
                <a:lnTo>
                  <a:pt x="2541" y="10746"/>
                </a:lnTo>
                <a:lnTo>
                  <a:pt x="2590" y="10917"/>
                </a:lnTo>
                <a:lnTo>
                  <a:pt x="2590" y="11113"/>
                </a:lnTo>
                <a:lnTo>
                  <a:pt x="2541" y="11308"/>
                </a:lnTo>
                <a:lnTo>
                  <a:pt x="2443" y="11528"/>
                </a:lnTo>
                <a:lnTo>
                  <a:pt x="2272" y="11772"/>
                </a:lnTo>
                <a:lnTo>
                  <a:pt x="2004" y="12041"/>
                </a:lnTo>
                <a:lnTo>
                  <a:pt x="1833" y="12212"/>
                </a:lnTo>
                <a:lnTo>
                  <a:pt x="1637" y="12309"/>
                </a:lnTo>
                <a:lnTo>
                  <a:pt x="1417" y="12383"/>
                </a:lnTo>
                <a:lnTo>
                  <a:pt x="1222" y="12431"/>
                </a:lnTo>
                <a:lnTo>
                  <a:pt x="1002" y="12480"/>
                </a:lnTo>
                <a:lnTo>
                  <a:pt x="782" y="12578"/>
                </a:lnTo>
                <a:lnTo>
                  <a:pt x="587" y="12700"/>
                </a:lnTo>
                <a:lnTo>
                  <a:pt x="367" y="12871"/>
                </a:lnTo>
                <a:lnTo>
                  <a:pt x="196" y="13066"/>
                </a:lnTo>
                <a:lnTo>
                  <a:pt x="99" y="13286"/>
                </a:lnTo>
                <a:lnTo>
                  <a:pt x="25" y="13530"/>
                </a:lnTo>
                <a:lnTo>
                  <a:pt x="1" y="13799"/>
                </a:lnTo>
                <a:lnTo>
                  <a:pt x="25" y="14019"/>
                </a:lnTo>
                <a:lnTo>
                  <a:pt x="50" y="14239"/>
                </a:lnTo>
                <a:lnTo>
                  <a:pt x="123" y="14434"/>
                </a:lnTo>
                <a:lnTo>
                  <a:pt x="221" y="14654"/>
                </a:lnTo>
                <a:lnTo>
                  <a:pt x="318" y="14825"/>
                </a:lnTo>
                <a:lnTo>
                  <a:pt x="440" y="15020"/>
                </a:lnTo>
                <a:lnTo>
                  <a:pt x="563" y="15191"/>
                </a:lnTo>
                <a:lnTo>
                  <a:pt x="709" y="15362"/>
                </a:lnTo>
                <a:lnTo>
                  <a:pt x="880" y="15509"/>
                </a:lnTo>
                <a:lnTo>
                  <a:pt x="1051" y="15631"/>
                </a:lnTo>
                <a:lnTo>
                  <a:pt x="1246" y="15753"/>
                </a:lnTo>
                <a:lnTo>
                  <a:pt x="1442" y="15875"/>
                </a:lnTo>
                <a:lnTo>
                  <a:pt x="1637" y="15948"/>
                </a:lnTo>
                <a:lnTo>
                  <a:pt x="1857" y="16022"/>
                </a:lnTo>
                <a:lnTo>
                  <a:pt x="2052" y="16046"/>
                </a:lnTo>
                <a:lnTo>
                  <a:pt x="2272" y="16070"/>
                </a:lnTo>
                <a:lnTo>
                  <a:pt x="2541" y="16046"/>
                </a:lnTo>
                <a:lnTo>
                  <a:pt x="2785" y="15973"/>
                </a:lnTo>
                <a:lnTo>
                  <a:pt x="3005" y="15875"/>
                </a:lnTo>
                <a:lnTo>
                  <a:pt x="3200" y="15704"/>
                </a:lnTo>
                <a:lnTo>
                  <a:pt x="3371" y="15509"/>
                </a:lnTo>
                <a:lnTo>
                  <a:pt x="3493" y="15289"/>
                </a:lnTo>
                <a:lnTo>
                  <a:pt x="3567" y="15094"/>
                </a:lnTo>
                <a:lnTo>
                  <a:pt x="3615" y="14874"/>
                </a:lnTo>
                <a:lnTo>
                  <a:pt x="3689" y="14654"/>
                </a:lnTo>
                <a:lnTo>
                  <a:pt x="3762" y="14459"/>
                </a:lnTo>
                <a:lnTo>
                  <a:pt x="3860" y="14239"/>
                </a:lnTo>
                <a:lnTo>
                  <a:pt x="4031" y="14068"/>
                </a:lnTo>
                <a:lnTo>
                  <a:pt x="4299" y="13824"/>
                </a:lnTo>
                <a:lnTo>
                  <a:pt x="4544" y="13628"/>
                </a:lnTo>
                <a:lnTo>
                  <a:pt x="4763" y="13530"/>
                </a:lnTo>
                <a:lnTo>
                  <a:pt x="4959" y="13482"/>
                </a:lnTo>
                <a:lnTo>
                  <a:pt x="5154" y="13482"/>
                </a:lnTo>
                <a:lnTo>
                  <a:pt x="5325" y="13530"/>
                </a:lnTo>
                <a:lnTo>
                  <a:pt x="5496" y="13653"/>
                </a:lnTo>
                <a:lnTo>
                  <a:pt x="5667" y="13775"/>
                </a:lnTo>
                <a:lnTo>
                  <a:pt x="5838" y="13970"/>
                </a:lnTo>
                <a:lnTo>
                  <a:pt x="6009" y="14165"/>
                </a:lnTo>
                <a:lnTo>
                  <a:pt x="6375" y="14654"/>
                </a:lnTo>
                <a:lnTo>
                  <a:pt x="6815" y="15191"/>
                </a:lnTo>
                <a:lnTo>
                  <a:pt x="7059" y="15484"/>
                </a:lnTo>
                <a:lnTo>
                  <a:pt x="7328" y="15777"/>
                </a:lnTo>
                <a:lnTo>
                  <a:pt x="7474" y="15899"/>
                </a:lnTo>
                <a:lnTo>
                  <a:pt x="7670" y="15997"/>
                </a:lnTo>
                <a:lnTo>
                  <a:pt x="7841" y="16046"/>
                </a:lnTo>
                <a:lnTo>
                  <a:pt x="8036" y="16070"/>
                </a:lnTo>
                <a:lnTo>
                  <a:pt x="8134" y="16046"/>
                </a:lnTo>
                <a:lnTo>
                  <a:pt x="8280" y="15973"/>
                </a:lnTo>
                <a:lnTo>
                  <a:pt x="8744" y="15704"/>
                </a:lnTo>
                <a:lnTo>
                  <a:pt x="9013" y="15533"/>
                </a:lnTo>
                <a:lnTo>
                  <a:pt x="9306" y="15313"/>
                </a:lnTo>
                <a:lnTo>
                  <a:pt x="9623" y="15094"/>
                </a:lnTo>
                <a:lnTo>
                  <a:pt x="9917" y="14825"/>
                </a:lnTo>
                <a:lnTo>
                  <a:pt x="10185" y="14556"/>
                </a:lnTo>
                <a:lnTo>
                  <a:pt x="10429" y="14263"/>
                </a:lnTo>
                <a:lnTo>
                  <a:pt x="10625" y="13970"/>
                </a:lnTo>
                <a:lnTo>
                  <a:pt x="10698" y="13824"/>
                </a:lnTo>
                <a:lnTo>
                  <a:pt x="10747" y="13653"/>
                </a:lnTo>
                <a:lnTo>
                  <a:pt x="10796" y="13506"/>
                </a:lnTo>
                <a:lnTo>
                  <a:pt x="10820" y="13359"/>
                </a:lnTo>
                <a:lnTo>
                  <a:pt x="10820" y="13213"/>
                </a:lnTo>
                <a:lnTo>
                  <a:pt x="10796" y="13042"/>
                </a:lnTo>
                <a:lnTo>
                  <a:pt x="10747" y="12895"/>
                </a:lnTo>
                <a:lnTo>
                  <a:pt x="10674" y="12749"/>
                </a:lnTo>
                <a:lnTo>
                  <a:pt x="10576" y="12602"/>
                </a:lnTo>
                <a:lnTo>
                  <a:pt x="10454" y="12456"/>
                </a:lnTo>
                <a:lnTo>
                  <a:pt x="10258" y="12309"/>
                </a:lnTo>
                <a:lnTo>
                  <a:pt x="10063" y="12212"/>
                </a:lnTo>
                <a:lnTo>
                  <a:pt x="9868" y="12138"/>
                </a:lnTo>
                <a:lnTo>
                  <a:pt x="9648" y="12065"/>
                </a:lnTo>
                <a:lnTo>
                  <a:pt x="9428" y="12016"/>
                </a:lnTo>
                <a:lnTo>
                  <a:pt x="9208" y="11919"/>
                </a:lnTo>
                <a:lnTo>
                  <a:pt x="9013" y="11821"/>
                </a:lnTo>
                <a:lnTo>
                  <a:pt x="8818" y="11650"/>
                </a:lnTo>
                <a:lnTo>
                  <a:pt x="8647" y="11454"/>
                </a:lnTo>
                <a:lnTo>
                  <a:pt x="8549" y="11235"/>
                </a:lnTo>
                <a:lnTo>
                  <a:pt x="8476" y="10990"/>
                </a:lnTo>
                <a:lnTo>
                  <a:pt x="8451" y="10697"/>
                </a:lnTo>
                <a:lnTo>
                  <a:pt x="8476" y="10502"/>
                </a:lnTo>
                <a:lnTo>
                  <a:pt x="8500" y="10282"/>
                </a:lnTo>
                <a:lnTo>
                  <a:pt x="8573" y="10087"/>
                </a:lnTo>
                <a:lnTo>
                  <a:pt x="8647" y="9891"/>
                </a:lnTo>
                <a:lnTo>
                  <a:pt x="8744" y="9696"/>
                </a:lnTo>
                <a:lnTo>
                  <a:pt x="8866" y="9501"/>
                </a:lnTo>
                <a:lnTo>
                  <a:pt x="9013" y="9330"/>
                </a:lnTo>
                <a:lnTo>
                  <a:pt x="9159" y="9159"/>
                </a:lnTo>
                <a:lnTo>
                  <a:pt x="9330" y="9012"/>
                </a:lnTo>
                <a:lnTo>
                  <a:pt x="9501" y="8890"/>
                </a:lnTo>
                <a:lnTo>
                  <a:pt x="9672" y="8768"/>
                </a:lnTo>
                <a:lnTo>
                  <a:pt x="9868" y="8646"/>
                </a:lnTo>
                <a:lnTo>
                  <a:pt x="10063" y="8573"/>
                </a:lnTo>
                <a:lnTo>
                  <a:pt x="10283" y="8499"/>
                </a:lnTo>
                <a:lnTo>
                  <a:pt x="10503" y="8475"/>
                </a:lnTo>
                <a:lnTo>
                  <a:pt x="10698" y="8450"/>
                </a:lnTo>
                <a:lnTo>
                  <a:pt x="10967" y="8475"/>
                </a:lnTo>
                <a:lnTo>
                  <a:pt x="11211" y="8548"/>
                </a:lnTo>
                <a:lnTo>
                  <a:pt x="11455" y="8646"/>
                </a:lnTo>
                <a:lnTo>
                  <a:pt x="11651" y="8817"/>
                </a:lnTo>
                <a:lnTo>
                  <a:pt x="11822" y="9012"/>
                </a:lnTo>
                <a:lnTo>
                  <a:pt x="11944" y="9232"/>
                </a:lnTo>
                <a:lnTo>
                  <a:pt x="12017" y="9452"/>
                </a:lnTo>
                <a:lnTo>
                  <a:pt x="12090" y="9672"/>
                </a:lnTo>
                <a:lnTo>
                  <a:pt x="12139" y="9867"/>
                </a:lnTo>
                <a:lnTo>
                  <a:pt x="12212" y="10062"/>
                </a:lnTo>
                <a:lnTo>
                  <a:pt x="12310" y="10258"/>
                </a:lnTo>
                <a:lnTo>
                  <a:pt x="12457" y="10453"/>
                </a:lnTo>
                <a:lnTo>
                  <a:pt x="12603" y="10575"/>
                </a:lnTo>
                <a:lnTo>
                  <a:pt x="12750" y="10673"/>
                </a:lnTo>
                <a:lnTo>
                  <a:pt x="12896" y="10746"/>
                </a:lnTo>
                <a:lnTo>
                  <a:pt x="13043" y="10795"/>
                </a:lnTo>
                <a:lnTo>
                  <a:pt x="13214" y="10819"/>
                </a:lnTo>
                <a:lnTo>
                  <a:pt x="13360" y="10819"/>
                </a:lnTo>
                <a:lnTo>
                  <a:pt x="13507" y="10795"/>
                </a:lnTo>
                <a:lnTo>
                  <a:pt x="13653" y="10746"/>
                </a:lnTo>
                <a:lnTo>
                  <a:pt x="13824" y="10697"/>
                </a:lnTo>
                <a:lnTo>
                  <a:pt x="13971" y="10624"/>
                </a:lnTo>
                <a:lnTo>
                  <a:pt x="14264" y="10429"/>
                </a:lnTo>
                <a:lnTo>
                  <a:pt x="14557" y="10184"/>
                </a:lnTo>
                <a:lnTo>
                  <a:pt x="14826" y="9916"/>
                </a:lnTo>
                <a:lnTo>
                  <a:pt x="15094" y="9623"/>
                </a:lnTo>
                <a:lnTo>
                  <a:pt x="15314" y="9305"/>
                </a:lnTo>
                <a:lnTo>
                  <a:pt x="15534" y="9012"/>
                </a:lnTo>
                <a:lnTo>
                  <a:pt x="15705" y="8744"/>
                </a:lnTo>
                <a:lnTo>
                  <a:pt x="15973" y="8279"/>
                </a:lnTo>
                <a:lnTo>
                  <a:pt x="16047" y="8133"/>
                </a:lnTo>
                <a:lnTo>
                  <a:pt x="16071" y="8035"/>
                </a:lnTo>
                <a:lnTo>
                  <a:pt x="16047" y="7840"/>
                </a:lnTo>
                <a:lnTo>
                  <a:pt x="15998" y="7669"/>
                </a:lnTo>
                <a:lnTo>
                  <a:pt x="15900" y="7474"/>
                </a:lnTo>
                <a:lnTo>
                  <a:pt x="15778" y="7327"/>
                </a:lnTo>
                <a:lnTo>
                  <a:pt x="15485" y="7058"/>
                </a:lnTo>
                <a:lnTo>
                  <a:pt x="15192" y="6814"/>
                </a:lnTo>
                <a:lnTo>
                  <a:pt x="14655" y="6374"/>
                </a:lnTo>
                <a:lnTo>
                  <a:pt x="14166" y="6008"/>
                </a:lnTo>
                <a:lnTo>
                  <a:pt x="13971" y="5837"/>
                </a:lnTo>
                <a:lnTo>
                  <a:pt x="13775" y="5666"/>
                </a:lnTo>
                <a:lnTo>
                  <a:pt x="13653" y="5495"/>
                </a:lnTo>
                <a:lnTo>
                  <a:pt x="13531" y="5324"/>
                </a:lnTo>
                <a:lnTo>
                  <a:pt x="13482" y="5153"/>
                </a:lnTo>
                <a:lnTo>
                  <a:pt x="13482" y="4958"/>
                </a:lnTo>
                <a:lnTo>
                  <a:pt x="13531" y="4763"/>
                </a:lnTo>
                <a:lnTo>
                  <a:pt x="13629" y="4543"/>
                </a:lnTo>
                <a:lnTo>
                  <a:pt x="13800" y="4299"/>
                </a:lnTo>
                <a:lnTo>
                  <a:pt x="14068" y="4030"/>
                </a:lnTo>
                <a:lnTo>
                  <a:pt x="14239" y="3859"/>
                </a:lnTo>
                <a:lnTo>
                  <a:pt x="14435" y="3761"/>
                </a:lnTo>
                <a:lnTo>
                  <a:pt x="14655" y="3688"/>
                </a:lnTo>
                <a:lnTo>
                  <a:pt x="14850" y="3639"/>
                </a:lnTo>
                <a:lnTo>
                  <a:pt x="15070" y="3590"/>
                </a:lnTo>
                <a:lnTo>
                  <a:pt x="15290" y="3493"/>
                </a:lnTo>
                <a:lnTo>
                  <a:pt x="15485" y="3370"/>
                </a:lnTo>
                <a:lnTo>
                  <a:pt x="15705" y="3199"/>
                </a:lnTo>
                <a:lnTo>
                  <a:pt x="15876" y="3004"/>
                </a:lnTo>
                <a:lnTo>
                  <a:pt x="15973" y="2784"/>
                </a:lnTo>
                <a:lnTo>
                  <a:pt x="16047" y="2540"/>
                </a:lnTo>
                <a:lnTo>
                  <a:pt x="16071" y="2271"/>
                </a:lnTo>
                <a:lnTo>
                  <a:pt x="16047" y="2052"/>
                </a:lnTo>
                <a:lnTo>
                  <a:pt x="16022" y="1832"/>
                </a:lnTo>
                <a:lnTo>
                  <a:pt x="15949" y="1636"/>
                </a:lnTo>
                <a:lnTo>
                  <a:pt x="15851" y="1417"/>
                </a:lnTo>
                <a:lnTo>
                  <a:pt x="15754" y="1246"/>
                </a:lnTo>
                <a:lnTo>
                  <a:pt x="15632" y="1050"/>
                </a:lnTo>
                <a:lnTo>
                  <a:pt x="15509" y="879"/>
                </a:lnTo>
                <a:lnTo>
                  <a:pt x="15363" y="708"/>
                </a:lnTo>
                <a:lnTo>
                  <a:pt x="15192" y="562"/>
                </a:lnTo>
                <a:lnTo>
                  <a:pt x="15021" y="440"/>
                </a:lnTo>
                <a:lnTo>
                  <a:pt x="14826" y="318"/>
                </a:lnTo>
                <a:lnTo>
                  <a:pt x="14630" y="195"/>
                </a:lnTo>
                <a:lnTo>
                  <a:pt x="14435" y="122"/>
                </a:lnTo>
                <a:lnTo>
                  <a:pt x="14215" y="49"/>
                </a:lnTo>
                <a:lnTo>
                  <a:pt x="14020" y="24"/>
                </a:lnTo>
                <a:lnTo>
                  <a:pt x="13800" y="0"/>
                </a:lnTo>
                <a:lnTo>
                  <a:pt x="13531" y="24"/>
                </a:lnTo>
                <a:lnTo>
                  <a:pt x="13287" y="98"/>
                </a:lnTo>
                <a:lnTo>
                  <a:pt x="13067" y="195"/>
                </a:lnTo>
                <a:lnTo>
                  <a:pt x="12872" y="366"/>
                </a:lnTo>
                <a:lnTo>
                  <a:pt x="12701" y="562"/>
                </a:lnTo>
                <a:lnTo>
                  <a:pt x="12579" y="782"/>
                </a:lnTo>
                <a:lnTo>
                  <a:pt x="12505" y="977"/>
                </a:lnTo>
                <a:lnTo>
                  <a:pt x="12457" y="1197"/>
                </a:lnTo>
                <a:lnTo>
                  <a:pt x="12383" y="1417"/>
                </a:lnTo>
                <a:lnTo>
                  <a:pt x="12310" y="1612"/>
                </a:lnTo>
                <a:lnTo>
                  <a:pt x="12212" y="1832"/>
                </a:lnTo>
                <a:lnTo>
                  <a:pt x="12041" y="2003"/>
                </a:lnTo>
                <a:lnTo>
                  <a:pt x="11773" y="2271"/>
                </a:lnTo>
                <a:lnTo>
                  <a:pt x="11528" y="2442"/>
                </a:lnTo>
                <a:lnTo>
                  <a:pt x="11309" y="2540"/>
                </a:lnTo>
                <a:lnTo>
                  <a:pt x="11113" y="2589"/>
                </a:lnTo>
                <a:lnTo>
                  <a:pt x="10918" y="2589"/>
                </a:lnTo>
                <a:lnTo>
                  <a:pt x="10747" y="2540"/>
                </a:lnTo>
                <a:lnTo>
                  <a:pt x="10576" y="2418"/>
                </a:lnTo>
                <a:lnTo>
                  <a:pt x="10405" y="2296"/>
                </a:lnTo>
                <a:lnTo>
                  <a:pt x="10234" y="2100"/>
                </a:lnTo>
                <a:lnTo>
                  <a:pt x="10063" y="1905"/>
                </a:lnTo>
                <a:lnTo>
                  <a:pt x="9697" y="1417"/>
                </a:lnTo>
                <a:lnTo>
                  <a:pt x="9257" y="879"/>
                </a:lnTo>
                <a:lnTo>
                  <a:pt x="9013" y="586"/>
                </a:lnTo>
                <a:lnTo>
                  <a:pt x="8744" y="293"/>
                </a:lnTo>
                <a:lnTo>
                  <a:pt x="8598" y="171"/>
                </a:lnTo>
                <a:lnTo>
                  <a:pt x="8402" y="73"/>
                </a:lnTo>
                <a:lnTo>
                  <a:pt x="8231" y="24"/>
                </a:lnTo>
                <a:lnTo>
                  <a:pt x="803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pic>
        <p:nvPicPr>
          <p:cNvPr id="192" name="Google Shape;192;p21"/>
          <p:cNvPicPr preferRelativeResize="0"/>
          <p:nvPr/>
        </p:nvPicPr>
        <p:blipFill rotWithShape="1">
          <a:blip r:embed="rId1"/>
          <a:srcRect/>
          <a:stretch>
            <a:fillRect/>
          </a:stretch>
        </p:blipFill>
        <p:spPr>
          <a:xfrm>
            <a:off x="5257800" y="3639622"/>
            <a:ext cx="1409700" cy="1055914"/>
          </a:xfrm>
          <a:prstGeom prst="rect">
            <a:avLst/>
          </a:prstGeom>
          <a:noFill/>
          <a:ln>
            <a:noFill/>
          </a:ln>
        </p:spPr>
      </p:pic>
      <p:pic>
        <p:nvPicPr>
          <p:cNvPr id="193" name="Google Shape;193;p21"/>
          <p:cNvPicPr preferRelativeResize="0"/>
          <p:nvPr/>
        </p:nvPicPr>
        <p:blipFill rotWithShape="1">
          <a:blip r:embed="rId2"/>
          <a:srcRect/>
          <a:stretch>
            <a:fillRect/>
          </a:stretch>
        </p:blipFill>
        <p:spPr>
          <a:xfrm>
            <a:off x="6726196" y="3714750"/>
            <a:ext cx="2036804" cy="944336"/>
          </a:xfrm>
          <a:prstGeom prst="rect">
            <a:avLst/>
          </a:prstGeom>
          <a:noFill/>
          <a:ln>
            <a:noFill/>
          </a:ln>
        </p:spPr>
      </p:pic>
      <p:pic>
        <p:nvPicPr>
          <p:cNvPr id="194" name="Google Shape;194;p21"/>
          <p:cNvPicPr preferRelativeResize="0"/>
          <p:nvPr/>
        </p:nvPicPr>
        <p:blipFill rotWithShape="1">
          <a:blip r:embed="rId3"/>
          <a:srcRect/>
          <a:stretch>
            <a:fillRect/>
          </a:stretch>
        </p:blipFill>
        <p:spPr>
          <a:xfrm>
            <a:off x="5257800" y="1806061"/>
            <a:ext cx="3276600" cy="1737360"/>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8">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2"/>
          <p:cNvSpPr txBox="1">
            <a:spLocks noGrp="1"/>
          </p:cNvSpPr>
          <p:nvPr>
            <p:ph type="title"/>
          </p:nvPr>
        </p:nvSpPr>
        <p:spPr>
          <a:xfrm>
            <a:off x="533400" y="514350"/>
            <a:ext cx="7696200" cy="85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800"/>
              <a:buNone/>
            </a:pPr>
            <a:r>
              <a:rPr lang="en-US"/>
              <a:t>4. Sóng vô tuyến</a:t>
            </a:r>
            <a:endParaRPr lang="en-US"/>
          </a:p>
        </p:txBody>
      </p:sp>
      <p:sp>
        <p:nvSpPr>
          <p:cNvPr id="200" name="Google Shape;200;p22"/>
          <p:cNvSpPr txBox="1">
            <a:spLocks noGrp="1"/>
          </p:cNvSpPr>
          <p:nvPr>
            <p:ph type="body" idx="2"/>
          </p:nvPr>
        </p:nvSpPr>
        <p:spPr>
          <a:xfrm>
            <a:off x="685800" y="1504950"/>
            <a:ext cx="3543300" cy="15846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600"/>
              </a:spcBef>
              <a:spcAft>
                <a:spcPts val="0"/>
              </a:spcAft>
              <a:buSzPts val="1800"/>
              <a:buChar char="●"/>
            </a:pPr>
            <a:r>
              <a:rPr lang="en-US" sz="1600"/>
              <a:t>Ứng dụng: Sử dụng cho các đài phát thanh và truyền hình địa phương </a:t>
            </a:r>
            <a:endParaRPr sz="1600"/>
          </a:p>
          <a:p>
            <a:pPr marL="457200" lvl="0" indent="-342900" algn="l" rtl="0">
              <a:lnSpc>
                <a:spcPct val="100000"/>
              </a:lnSpc>
              <a:spcBef>
                <a:spcPts val="600"/>
              </a:spcBef>
              <a:spcAft>
                <a:spcPts val="0"/>
              </a:spcAft>
              <a:buSzPts val="1800"/>
              <a:buChar char="●"/>
            </a:pPr>
            <a:r>
              <a:rPr lang="en-US" sz="1600"/>
              <a:t>Sóng viba (bước sóng khoảng vài cm) được sử dụng cho viễn thông quốc tế và chuyển tiếp truyền hình qua vê tinh thông tin và cho mạng điện thoại di động qua tháp vi ba.</a:t>
            </a:r>
            <a:endParaRPr sz="1600"/>
          </a:p>
        </p:txBody>
      </p:sp>
      <p:sp>
        <p:nvSpPr>
          <p:cNvPr id="201" name="Google Shape;201;p22"/>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
              <a:buNone/>
            </a:pPr>
            <a:fld id="{00000000-1234-1234-1234-123412341234}" type="slidenum">
              <a:rPr lang="en-US"/>
            </a:fld>
            <a:endParaRPr lang="en-US"/>
          </a:p>
        </p:txBody>
      </p:sp>
      <p:sp>
        <p:nvSpPr>
          <p:cNvPr id="202" name="Google Shape;202;p22"/>
          <p:cNvSpPr/>
          <p:nvPr/>
        </p:nvSpPr>
        <p:spPr>
          <a:xfrm>
            <a:off x="8055177" y="292676"/>
            <a:ext cx="796167" cy="796157"/>
          </a:xfrm>
          <a:custGeom>
            <a:avLst/>
            <a:gdLst/>
            <a:ahLst/>
            <a:cxnLst/>
            <a:rect l="l" t="t" r="r" b="b"/>
            <a:pathLst>
              <a:path w="16072" h="16071" extrusionOk="0">
                <a:moveTo>
                  <a:pt x="8036" y="0"/>
                </a:moveTo>
                <a:lnTo>
                  <a:pt x="7938" y="24"/>
                </a:lnTo>
                <a:lnTo>
                  <a:pt x="7792" y="98"/>
                </a:lnTo>
                <a:lnTo>
                  <a:pt x="7328" y="366"/>
                </a:lnTo>
                <a:lnTo>
                  <a:pt x="7059" y="537"/>
                </a:lnTo>
                <a:lnTo>
                  <a:pt x="6766" y="757"/>
                </a:lnTo>
                <a:lnTo>
                  <a:pt x="6448" y="977"/>
                </a:lnTo>
                <a:lnTo>
                  <a:pt x="6155" y="1246"/>
                </a:lnTo>
                <a:lnTo>
                  <a:pt x="5887" y="1514"/>
                </a:lnTo>
                <a:lnTo>
                  <a:pt x="5643" y="1807"/>
                </a:lnTo>
                <a:lnTo>
                  <a:pt x="5447" y="2100"/>
                </a:lnTo>
                <a:lnTo>
                  <a:pt x="5374" y="2247"/>
                </a:lnTo>
                <a:lnTo>
                  <a:pt x="5325" y="2418"/>
                </a:lnTo>
                <a:lnTo>
                  <a:pt x="5276" y="2564"/>
                </a:lnTo>
                <a:lnTo>
                  <a:pt x="5252" y="2711"/>
                </a:lnTo>
                <a:lnTo>
                  <a:pt x="5252" y="2858"/>
                </a:lnTo>
                <a:lnTo>
                  <a:pt x="5276" y="3029"/>
                </a:lnTo>
                <a:lnTo>
                  <a:pt x="5325" y="3175"/>
                </a:lnTo>
                <a:lnTo>
                  <a:pt x="5398" y="3322"/>
                </a:lnTo>
                <a:lnTo>
                  <a:pt x="5496" y="3468"/>
                </a:lnTo>
                <a:lnTo>
                  <a:pt x="5618" y="3615"/>
                </a:lnTo>
                <a:lnTo>
                  <a:pt x="5814" y="3761"/>
                </a:lnTo>
                <a:lnTo>
                  <a:pt x="6009" y="3859"/>
                </a:lnTo>
                <a:lnTo>
                  <a:pt x="6204" y="3957"/>
                </a:lnTo>
                <a:lnTo>
                  <a:pt x="6424" y="4005"/>
                </a:lnTo>
                <a:lnTo>
                  <a:pt x="6644" y="4054"/>
                </a:lnTo>
                <a:lnTo>
                  <a:pt x="6864" y="4152"/>
                </a:lnTo>
                <a:lnTo>
                  <a:pt x="7059" y="4250"/>
                </a:lnTo>
                <a:lnTo>
                  <a:pt x="7254" y="4421"/>
                </a:lnTo>
                <a:lnTo>
                  <a:pt x="7425" y="4616"/>
                </a:lnTo>
                <a:lnTo>
                  <a:pt x="7523" y="4836"/>
                </a:lnTo>
                <a:lnTo>
                  <a:pt x="7596" y="5080"/>
                </a:lnTo>
                <a:lnTo>
                  <a:pt x="7621" y="5373"/>
                </a:lnTo>
                <a:lnTo>
                  <a:pt x="7596" y="5569"/>
                </a:lnTo>
                <a:lnTo>
                  <a:pt x="7572" y="5788"/>
                </a:lnTo>
                <a:lnTo>
                  <a:pt x="7499" y="5984"/>
                </a:lnTo>
                <a:lnTo>
                  <a:pt x="7425" y="6179"/>
                </a:lnTo>
                <a:lnTo>
                  <a:pt x="7328" y="6374"/>
                </a:lnTo>
                <a:lnTo>
                  <a:pt x="7206" y="6570"/>
                </a:lnTo>
                <a:lnTo>
                  <a:pt x="7059" y="6741"/>
                </a:lnTo>
                <a:lnTo>
                  <a:pt x="6913" y="6912"/>
                </a:lnTo>
                <a:lnTo>
                  <a:pt x="6742" y="7058"/>
                </a:lnTo>
                <a:lnTo>
                  <a:pt x="6571" y="7205"/>
                </a:lnTo>
                <a:lnTo>
                  <a:pt x="6400" y="7303"/>
                </a:lnTo>
                <a:lnTo>
                  <a:pt x="6204" y="7425"/>
                </a:lnTo>
                <a:lnTo>
                  <a:pt x="6009" y="7498"/>
                </a:lnTo>
                <a:lnTo>
                  <a:pt x="5789" y="7571"/>
                </a:lnTo>
                <a:lnTo>
                  <a:pt x="5569" y="7596"/>
                </a:lnTo>
                <a:lnTo>
                  <a:pt x="5374" y="7620"/>
                </a:lnTo>
                <a:lnTo>
                  <a:pt x="5105" y="7596"/>
                </a:lnTo>
                <a:lnTo>
                  <a:pt x="4861" y="7522"/>
                </a:lnTo>
                <a:lnTo>
                  <a:pt x="4617" y="7425"/>
                </a:lnTo>
                <a:lnTo>
                  <a:pt x="4421" y="7254"/>
                </a:lnTo>
                <a:lnTo>
                  <a:pt x="4250" y="7058"/>
                </a:lnTo>
                <a:lnTo>
                  <a:pt x="4128" y="6839"/>
                </a:lnTo>
                <a:lnTo>
                  <a:pt x="4055" y="6619"/>
                </a:lnTo>
                <a:lnTo>
                  <a:pt x="3982" y="6399"/>
                </a:lnTo>
                <a:lnTo>
                  <a:pt x="3933" y="6204"/>
                </a:lnTo>
                <a:lnTo>
                  <a:pt x="3860" y="6008"/>
                </a:lnTo>
                <a:lnTo>
                  <a:pt x="3762" y="5813"/>
                </a:lnTo>
                <a:lnTo>
                  <a:pt x="3615" y="5617"/>
                </a:lnTo>
                <a:lnTo>
                  <a:pt x="3469" y="5495"/>
                </a:lnTo>
                <a:lnTo>
                  <a:pt x="3322" y="5398"/>
                </a:lnTo>
                <a:lnTo>
                  <a:pt x="3176" y="5324"/>
                </a:lnTo>
                <a:lnTo>
                  <a:pt x="3029" y="5275"/>
                </a:lnTo>
                <a:lnTo>
                  <a:pt x="2858" y="5251"/>
                </a:lnTo>
                <a:lnTo>
                  <a:pt x="2712" y="5251"/>
                </a:lnTo>
                <a:lnTo>
                  <a:pt x="2565" y="5275"/>
                </a:lnTo>
                <a:lnTo>
                  <a:pt x="2419" y="5324"/>
                </a:lnTo>
                <a:lnTo>
                  <a:pt x="2248" y="5373"/>
                </a:lnTo>
                <a:lnTo>
                  <a:pt x="2101" y="5446"/>
                </a:lnTo>
                <a:lnTo>
                  <a:pt x="1808" y="5642"/>
                </a:lnTo>
                <a:lnTo>
                  <a:pt x="1515" y="5886"/>
                </a:lnTo>
                <a:lnTo>
                  <a:pt x="1246" y="6155"/>
                </a:lnTo>
                <a:lnTo>
                  <a:pt x="978" y="6448"/>
                </a:lnTo>
                <a:lnTo>
                  <a:pt x="758" y="6765"/>
                </a:lnTo>
                <a:lnTo>
                  <a:pt x="538" y="7058"/>
                </a:lnTo>
                <a:lnTo>
                  <a:pt x="367" y="7327"/>
                </a:lnTo>
                <a:lnTo>
                  <a:pt x="99" y="7791"/>
                </a:lnTo>
                <a:lnTo>
                  <a:pt x="25" y="7938"/>
                </a:lnTo>
                <a:lnTo>
                  <a:pt x="1" y="8035"/>
                </a:lnTo>
                <a:lnTo>
                  <a:pt x="25" y="8231"/>
                </a:lnTo>
                <a:lnTo>
                  <a:pt x="74" y="8402"/>
                </a:lnTo>
                <a:lnTo>
                  <a:pt x="172" y="8597"/>
                </a:lnTo>
                <a:lnTo>
                  <a:pt x="294" y="8744"/>
                </a:lnTo>
                <a:lnTo>
                  <a:pt x="587" y="9012"/>
                </a:lnTo>
                <a:lnTo>
                  <a:pt x="880" y="9256"/>
                </a:lnTo>
                <a:lnTo>
                  <a:pt x="1417" y="9696"/>
                </a:lnTo>
                <a:lnTo>
                  <a:pt x="1906" y="10062"/>
                </a:lnTo>
                <a:lnTo>
                  <a:pt x="2101" y="10233"/>
                </a:lnTo>
                <a:lnTo>
                  <a:pt x="2297" y="10404"/>
                </a:lnTo>
                <a:lnTo>
                  <a:pt x="2419" y="10575"/>
                </a:lnTo>
                <a:lnTo>
                  <a:pt x="2541" y="10746"/>
                </a:lnTo>
                <a:lnTo>
                  <a:pt x="2590" y="10917"/>
                </a:lnTo>
                <a:lnTo>
                  <a:pt x="2590" y="11113"/>
                </a:lnTo>
                <a:lnTo>
                  <a:pt x="2541" y="11308"/>
                </a:lnTo>
                <a:lnTo>
                  <a:pt x="2443" y="11528"/>
                </a:lnTo>
                <a:lnTo>
                  <a:pt x="2272" y="11772"/>
                </a:lnTo>
                <a:lnTo>
                  <a:pt x="2004" y="12041"/>
                </a:lnTo>
                <a:lnTo>
                  <a:pt x="1833" y="12212"/>
                </a:lnTo>
                <a:lnTo>
                  <a:pt x="1637" y="12309"/>
                </a:lnTo>
                <a:lnTo>
                  <a:pt x="1417" y="12383"/>
                </a:lnTo>
                <a:lnTo>
                  <a:pt x="1222" y="12431"/>
                </a:lnTo>
                <a:lnTo>
                  <a:pt x="1002" y="12480"/>
                </a:lnTo>
                <a:lnTo>
                  <a:pt x="782" y="12578"/>
                </a:lnTo>
                <a:lnTo>
                  <a:pt x="587" y="12700"/>
                </a:lnTo>
                <a:lnTo>
                  <a:pt x="367" y="12871"/>
                </a:lnTo>
                <a:lnTo>
                  <a:pt x="196" y="13066"/>
                </a:lnTo>
                <a:lnTo>
                  <a:pt x="99" y="13286"/>
                </a:lnTo>
                <a:lnTo>
                  <a:pt x="25" y="13530"/>
                </a:lnTo>
                <a:lnTo>
                  <a:pt x="1" y="13799"/>
                </a:lnTo>
                <a:lnTo>
                  <a:pt x="25" y="14019"/>
                </a:lnTo>
                <a:lnTo>
                  <a:pt x="50" y="14239"/>
                </a:lnTo>
                <a:lnTo>
                  <a:pt x="123" y="14434"/>
                </a:lnTo>
                <a:lnTo>
                  <a:pt x="221" y="14654"/>
                </a:lnTo>
                <a:lnTo>
                  <a:pt x="318" y="14825"/>
                </a:lnTo>
                <a:lnTo>
                  <a:pt x="440" y="15020"/>
                </a:lnTo>
                <a:lnTo>
                  <a:pt x="563" y="15191"/>
                </a:lnTo>
                <a:lnTo>
                  <a:pt x="709" y="15362"/>
                </a:lnTo>
                <a:lnTo>
                  <a:pt x="880" y="15509"/>
                </a:lnTo>
                <a:lnTo>
                  <a:pt x="1051" y="15631"/>
                </a:lnTo>
                <a:lnTo>
                  <a:pt x="1246" y="15753"/>
                </a:lnTo>
                <a:lnTo>
                  <a:pt x="1442" y="15875"/>
                </a:lnTo>
                <a:lnTo>
                  <a:pt x="1637" y="15948"/>
                </a:lnTo>
                <a:lnTo>
                  <a:pt x="1857" y="16022"/>
                </a:lnTo>
                <a:lnTo>
                  <a:pt x="2052" y="16046"/>
                </a:lnTo>
                <a:lnTo>
                  <a:pt x="2272" y="16070"/>
                </a:lnTo>
                <a:lnTo>
                  <a:pt x="2541" y="16046"/>
                </a:lnTo>
                <a:lnTo>
                  <a:pt x="2785" y="15973"/>
                </a:lnTo>
                <a:lnTo>
                  <a:pt x="3005" y="15875"/>
                </a:lnTo>
                <a:lnTo>
                  <a:pt x="3200" y="15704"/>
                </a:lnTo>
                <a:lnTo>
                  <a:pt x="3371" y="15509"/>
                </a:lnTo>
                <a:lnTo>
                  <a:pt x="3493" y="15289"/>
                </a:lnTo>
                <a:lnTo>
                  <a:pt x="3567" y="15094"/>
                </a:lnTo>
                <a:lnTo>
                  <a:pt x="3615" y="14874"/>
                </a:lnTo>
                <a:lnTo>
                  <a:pt x="3689" y="14654"/>
                </a:lnTo>
                <a:lnTo>
                  <a:pt x="3762" y="14459"/>
                </a:lnTo>
                <a:lnTo>
                  <a:pt x="3860" y="14239"/>
                </a:lnTo>
                <a:lnTo>
                  <a:pt x="4031" y="14068"/>
                </a:lnTo>
                <a:lnTo>
                  <a:pt x="4299" y="13824"/>
                </a:lnTo>
                <a:lnTo>
                  <a:pt x="4544" y="13628"/>
                </a:lnTo>
                <a:lnTo>
                  <a:pt x="4763" y="13530"/>
                </a:lnTo>
                <a:lnTo>
                  <a:pt x="4959" y="13482"/>
                </a:lnTo>
                <a:lnTo>
                  <a:pt x="5154" y="13482"/>
                </a:lnTo>
                <a:lnTo>
                  <a:pt x="5325" y="13530"/>
                </a:lnTo>
                <a:lnTo>
                  <a:pt x="5496" y="13653"/>
                </a:lnTo>
                <a:lnTo>
                  <a:pt x="5667" y="13775"/>
                </a:lnTo>
                <a:lnTo>
                  <a:pt x="5838" y="13970"/>
                </a:lnTo>
                <a:lnTo>
                  <a:pt x="6009" y="14165"/>
                </a:lnTo>
                <a:lnTo>
                  <a:pt x="6375" y="14654"/>
                </a:lnTo>
                <a:lnTo>
                  <a:pt x="6815" y="15191"/>
                </a:lnTo>
                <a:lnTo>
                  <a:pt x="7059" y="15484"/>
                </a:lnTo>
                <a:lnTo>
                  <a:pt x="7328" y="15777"/>
                </a:lnTo>
                <a:lnTo>
                  <a:pt x="7474" y="15899"/>
                </a:lnTo>
                <a:lnTo>
                  <a:pt x="7670" y="15997"/>
                </a:lnTo>
                <a:lnTo>
                  <a:pt x="7841" y="16046"/>
                </a:lnTo>
                <a:lnTo>
                  <a:pt x="8036" y="16070"/>
                </a:lnTo>
                <a:lnTo>
                  <a:pt x="8134" y="16046"/>
                </a:lnTo>
                <a:lnTo>
                  <a:pt x="8280" y="15973"/>
                </a:lnTo>
                <a:lnTo>
                  <a:pt x="8744" y="15704"/>
                </a:lnTo>
                <a:lnTo>
                  <a:pt x="9013" y="15533"/>
                </a:lnTo>
                <a:lnTo>
                  <a:pt x="9306" y="15313"/>
                </a:lnTo>
                <a:lnTo>
                  <a:pt x="9623" y="15094"/>
                </a:lnTo>
                <a:lnTo>
                  <a:pt x="9917" y="14825"/>
                </a:lnTo>
                <a:lnTo>
                  <a:pt x="10185" y="14556"/>
                </a:lnTo>
                <a:lnTo>
                  <a:pt x="10429" y="14263"/>
                </a:lnTo>
                <a:lnTo>
                  <a:pt x="10625" y="13970"/>
                </a:lnTo>
                <a:lnTo>
                  <a:pt x="10698" y="13824"/>
                </a:lnTo>
                <a:lnTo>
                  <a:pt x="10747" y="13653"/>
                </a:lnTo>
                <a:lnTo>
                  <a:pt x="10796" y="13506"/>
                </a:lnTo>
                <a:lnTo>
                  <a:pt x="10820" y="13359"/>
                </a:lnTo>
                <a:lnTo>
                  <a:pt x="10820" y="13213"/>
                </a:lnTo>
                <a:lnTo>
                  <a:pt x="10796" y="13042"/>
                </a:lnTo>
                <a:lnTo>
                  <a:pt x="10747" y="12895"/>
                </a:lnTo>
                <a:lnTo>
                  <a:pt x="10674" y="12749"/>
                </a:lnTo>
                <a:lnTo>
                  <a:pt x="10576" y="12602"/>
                </a:lnTo>
                <a:lnTo>
                  <a:pt x="10454" y="12456"/>
                </a:lnTo>
                <a:lnTo>
                  <a:pt x="10258" y="12309"/>
                </a:lnTo>
                <a:lnTo>
                  <a:pt x="10063" y="12212"/>
                </a:lnTo>
                <a:lnTo>
                  <a:pt x="9868" y="12138"/>
                </a:lnTo>
                <a:lnTo>
                  <a:pt x="9648" y="12065"/>
                </a:lnTo>
                <a:lnTo>
                  <a:pt x="9428" y="12016"/>
                </a:lnTo>
                <a:lnTo>
                  <a:pt x="9208" y="11919"/>
                </a:lnTo>
                <a:lnTo>
                  <a:pt x="9013" y="11821"/>
                </a:lnTo>
                <a:lnTo>
                  <a:pt x="8818" y="11650"/>
                </a:lnTo>
                <a:lnTo>
                  <a:pt x="8647" y="11454"/>
                </a:lnTo>
                <a:lnTo>
                  <a:pt x="8549" y="11235"/>
                </a:lnTo>
                <a:lnTo>
                  <a:pt x="8476" y="10990"/>
                </a:lnTo>
                <a:lnTo>
                  <a:pt x="8451" y="10697"/>
                </a:lnTo>
                <a:lnTo>
                  <a:pt x="8476" y="10502"/>
                </a:lnTo>
                <a:lnTo>
                  <a:pt x="8500" y="10282"/>
                </a:lnTo>
                <a:lnTo>
                  <a:pt x="8573" y="10087"/>
                </a:lnTo>
                <a:lnTo>
                  <a:pt x="8647" y="9891"/>
                </a:lnTo>
                <a:lnTo>
                  <a:pt x="8744" y="9696"/>
                </a:lnTo>
                <a:lnTo>
                  <a:pt x="8866" y="9501"/>
                </a:lnTo>
                <a:lnTo>
                  <a:pt x="9013" y="9330"/>
                </a:lnTo>
                <a:lnTo>
                  <a:pt x="9159" y="9159"/>
                </a:lnTo>
                <a:lnTo>
                  <a:pt x="9330" y="9012"/>
                </a:lnTo>
                <a:lnTo>
                  <a:pt x="9501" y="8890"/>
                </a:lnTo>
                <a:lnTo>
                  <a:pt x="9672" y="8768"/>
                </a:lnTo>
                <a:lnTo>
                  <a:pt x="9868" y="8646"/>
                </a:lnTo>
                <a:lnTo>
                  <a:pt x="10063" y="8573"/>
                </a:lnTo>
                <a:lnTo>
                  <a:pt x="10283" y="8499"/>
                </a:lnTo>
                <a:lnTo>
                  <a:pt x="10503" y="8475"/>
                </a:lnTo>
                <a:lnTo>
                  <a:pt x="10698" y="8450"/>
                </a:lnTo>
                <a:lnTo>
                  <a:pt x="10967" y="8475"/>
                </a:lnTo>
                <a:lnTo>
                  <a:pt x="11211" y="8548"/>
                </a:lnTo>
                <a:lnTo>
                  <a:pt x="11455" y="8646"/>
                </a:lnTo>
                <a:lnTo>
                  <a:pt x="11651" y="8817"/>
                </a:lnTo>
                <a:lnTo>
                  <a:pt x="11822" y="9012"/>
                </a:lnTo>
                <a:lnTo>
                  <a:pt x="11944" y="9232"/>
                </a:lnTo>
                <a:lnTo>
                  <a:pt x="12017" y="9452"/>
                </a:lnTo>
                <a:lnTo>
                  <a:pt x="12090" y="9672"/>
                </a:lnTo>
                <a:lnTo>
                  <a:pt x="12139" y="9867"/>
                </a:lnTo>
                <a:lnTo>
                  <a:pt x="12212" y="10062"/>
                </a:lnTo>
                <a:lnTo>
                  <a:pt x="12310" y="10258"/>
                </a:lnTo>
                <a:lnTo>
                  <a:pt x="12457" y="10453"/>
                </a:lnTo>
                <a:lnTo>
                  <a:pt x="12603" y="10575"/>
                </a:lnTo>
                <a:lnTo>
                  <a:pt x="12750" y="10673"/>
                </a:lnTo>
                <a:lnTo>
                  <a:pt x="12896" y="10746"/>
                </a:lnTo>
                <a:lnTo>
                  <a:pt x="13043" y="10795"/>
                </a:lnTo>
                <a:lnTo>
                  <a:pt x="13214" y="10819"/>
                </a:lnTo>
                <a:lnTo>
                  <a:pt x="13360" y="10819"/>
                </a:lnTo>
                <a:lnTo>
                  <a:pt x="13507" y="10795"/>
                </a:lnTo>
                <a:lnTo>
                  <a:pt x="13653" y="10746"/>
                </a:lnTo>
                <a:lnTo>
                  <a:pt x="13824" y="10697"/>
                </a:lnTo>
                <a:lnTo>
                  <a:pt x="13971" y="10624"/>
                </a:lnTo>
                <a:lnTo>
                  <a:pt x="14264" y="10429"/>
                </a:lnTo>
                <a:lnTo>
                  <a:pt x="14557" y="10184"/>
                </a:lnTo>
                <a:lnTo>
                  <a:pt x="14826" y="9916"/>
                </a:lnTo>
                <a:lnTo>
                  <a:pt x="15094" y="9623"/>
                </a:lnTo>
                <a:lnTo>
                  <a:pt x="15314" y="9305"/>
                </a:lnTo>
                <a:lnTo>
                  <a:pt x="15534" y="9012"/>
                </a:lnTo>
                <a:lnTo>
                  <a:pt x="15705" y="8744"/>
                </a:lnTo>
                <a:lnTo>
                  <a:pt x="15973" y="8279"/>
                </a:lnTo>
                <a:lnTo>
                  <a:pt x="16047" y="8133"/>
                </a:lnTo>
                <a:lnTo>
                  <a:pt x="16071" y="8035"/>
                </a:lnTo>
                <a:lnTo>
                  <a:pt x="16047" y="7840"/>
                </a:lnTo>
                <a:lnTo>
                  <a:pt x="15998" y="7669"/>
                </a:lnTo>
                <a:lnTo>
                  <a:pt x="15900" y="7474"/>
                </a:lnTo>
                <a:lnTo>
                  <a:pt x="15778" y="7327"/>
                </a:lnTo>
                <a:lnTo>
                  <a:pt x="15485" y="7058"/>
                </a:lnTo>
                <a:lnTo>
                  <a:pt x="15192" y="6814"/>
                </a:lnTo>
                <a:lnTo>
                  <a:pt x="14655" y="6374"/>
                </a:lnTo>
                <a:lnTo>
                  <a:pt x="14166" y="6008"/>
                </a:lnTo>
                <a:lnTo>
                  <a:pt x="13971" y="5837"/>
                </a:lnTo>
                <a:lnTo>
                  <a:pt x="13775" y="5666"/>
                </a:lnTo>
                <a:lnTo>
                  <a:pt x="13653" y="5495"/>
                </a:lnTo>
                <a:lnTo>
                  <a:pt x="13531" y="5324"/>
                </a:lnTo>
                <a:lnTo>
                  <a:pt x="13482" y="5153"/>
                </a:lnTo>
                <a:lnTo>
                  <a:pt x="13482" y="4958"/>
                </a:lnTo>
                <a:lnTo>
                  <a:pt x="13531" y="4763"/>
                </a:lnTo>
                <a:lnTo>
                  <a:pt x="13629" y="4543"/>
                </a:lnTo>
                <a:lnTo>
                  <a:pt x="13800" y="4299"/>
                </a:lnTo>
                <a:lnTo>
                  <a:pt x="14068" y="4030"/>
                </a:lnTo>
                <a:lnTo>
                  <a:pt x="14239" y="3859"/>
                </a:lnTo>
                <a:lnTo>
                  <a:pt x="14435" y="3761"/>
                </a:lnTo>
                <a:lnTo>
                  <a:pt x="14655" y="3688"/>
                </a:lnTo>
                <a:lnTo>
                  <a:pt x="14850" y="3639"/>
                </a:lnTo>
                <a:lnTo>
                  <a:pt x="15070" y="3590"/>
                </a:lnTo>
                <a:lnTo>
                  <a:pt x="15290" y="3493"/>
                </a:lnTo>
                <a:lnTo>
                  <a:pt x="15485" y="3370"/>
                </a:lnTo>
                <a:lnTo>
                  <a:pt x="15705" y="3199"/>
                </a:lnTo>
                <a:lnTo>
                  <a:pt x="15876" y="3004"/>
                </a:lnTo>
                <a:lnTo>
                  <a:pt x="15973" y="2784"/>
                </a:lnTo>
                <a:lnTo>
                  <a:pt x="16047" y="2540"/>
                </a:lnTo>
                <a:lnTo>
                  <a:pt x="16071" y="2271"/>
                </a:lnTo>
                <a:lnTo>
                  <a:pt x="16047" y="2052"/>
                </a:lnTo>
                <a:lnTo>
                  <a:pt x="16022" y="1832"/>
                </a:lnTo>
                <a:lnTo>
                  <a:pt x="15949" y="1636"/>
                </a:lnTo>
                <a:lnTo>
                  <a:pt x="15851" y="1417"/>
                </a:lnTo>
                <a:lnTo>
                  <a:pt x="15754" y="1246"/>
                </a:lnTo>
                <a:lnTo>
                  <a:pt x="15632" y="1050"/>
                </a:lnTo>
                <a:lnTo>
                  <a:pt x="15509" y="879"/>
                </a:lnTo>
                <a:lnTo>
                  <a:pt x="15363" y="708"/>
                </a:lnTo>
                <a:lnTo>
                  <a:pt x="15192" y="562"/>
                </a:lnTo>
                <a:lnTo>
                  <a:pt x="15021" y="440"/>
                </a:lnTo>
                <a:lnTo>
                  <a:pt x="14826" y="318"/>
                </a:lnTo>
                <a:lnTo>
                  <a:pt x="14630" y="195"/>
                </a:lnTo>
                <a:lnTo>
                  <a:pt x="14435" y="122"/>
                </a:lnTo>
                <a:lnTo>
                  <a:pt x="14215" y="49"/>
                </a:lnTo>
                <a:lnTo>
                  <a:pt x="14020" y="24"/>
                </a:lnTo>
                <a:lnTo>
                  <a:pt x="13800" y="0"/>
                </a:lnTo>
                <a:lnTo>
                  <a:pt x="13531" y="24"/>
                </a:lnTo>
                <a:lnTo>
                  <a:pt x="13287" y="98"/>
                </a:lnTo>
                <a:lnTo>
                  <a:pt x="13067" y="195"/>
                </a:lnTo>
                <a:lnTo>
                  <a:pt x="12872" y="366"/>
                </a:lnTo>
                <a:lnTo>
                  <a:pt x="12701" y="562"/>
                </a:lnTo>
                <a:lnTo>
                  <a:pt x="12579" y="782"/>
                </a:lnTo>
                <a:lnTo>
                  <a:pt x="12505" y="977"/>
                </a:lnTo>
                <a:lnTo>
                  <a:pt x="12457" y="1197"/>
                </a:lnTo>
                <a:lnTo>
                  <a:pt x="12383" y="1417"/>
                </a:lnTo>
                <a:lnTo>
                  <a:pt x="12310" y="1612"/>
                </a:lnTo>
                <a:lnTo>
                  <a:pt x="12212" y="1832"/>
                </a:lnTo>
                <a:lnTo>
                  <a:pt x="12041" y="2003"/>
                </a:lnTo>
                <a:lnTo>
                  <a:pt x="11773" y="2271"/>
                </a:lnTo>
                <a:lnTo>
                  <a:pt x="11528" y="2442"/>
                </a:lnTo>
                <a:lnTo>
                  <a:pt x="11309" y="2540"/>
                </a:lnTo>
                <a:lnTo>
                  <a:pt x="11113" y="2589"/>
                </a:lnTo>
                <a:lnTo>
                  <a:pt x="10918" y="2589"/>
                </a:lnTo>
                <a:lnTo>
                  <a:pt x="10747" y="2540"/>
                </a:lnTo>
                <a:lnTo>
                  <a:pt x="10576" y="2418"/>
                </a:lnTo>
                <a:lnTo>
                  <a:pt x="10405" y="2296"/>
                </a:lnTo>
                <a:lnTo>
                  <a:pt x="10234" y="2100"/>
                </a:lnTo>
                <a:lnTo>
                  <a:pt x="10063" y="1905"/>
                </a:lnTo>
                <a:lnTo>
                  <a:pt x="9697" y="1417"/>
                </a:lnTo>
                <a:lnTo>
                  <a:pt x="9257" y="879"/>
                </a:lnTo>
                <a:lnTo>
                  <a:pt x="9013" y="586"/>
                </a:lnTo>
                <a:lnTo>
                  <a:pt x="8744" y="293"/>
                </a:lnTo>
                <a:lnTo>
                  <a:pt x="8598" y="171"/>
                </a:lnTo>
                <a:lnTo>
                  <a:pt x="8402" y="73"/>
                </a:lnTo>
                <a:lnTo>
                  <a:pt x="8231" y="24"/>
                </a:lnTo>
                <a:lnTo>
                  <a:pt x="803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pic>
        <p:nvPicPr>
          <p:cNvPr id="203" name="Google Shape;203;p22"/>
          <p:cNvPicPr preferRelativeResize="0"/>
          <p:nvPr/>
        </p:nvPicPr>
        <p:blipFill rotWithShape="1">
          <a:blip r:embed="rId1"/>
          <a:srcRect/>
          <a:stretch>
            <a:fillRect/>
          </a:stretch>
        </p:blipFill>
        <p:spPr>
          <a:xfrm>
            <a:off x="4565440" y="1581150"/>
            <a:ext cx="2208507" cy="1371600"/>
          </a:xfrm>
          <a:prstGeom prst="rect">
            <a:avLst/>
          </a:prstGeom>
          <a:noFill/>
          <a:ln>
            <a:noFill/>
          </a:ln>
        </p:spPr>
      </p:pic>
      <p:pic>
        <p:nvPicPr>
          <p:cNvPr id="204" name="Google Shape;204;p22"/>
          <p:cNvPicPr preferRelativeResize="0"/>
          <p:nvPr/>
        </p:nvPicPr>
        <p:blipFill rotWithShape="1">
          <a:blip r:embed="rId2"/>
          <a:srcRect/>
          <a:stretch>
            <a:fillRect/>
          </a:stretch>
        </p:blipFill>
        <p:spPr>
          <a:xfrm>
            <a:off x="4572000" y="3028949"/>
            <a:ext cx="2231497" cy="1673623"/>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3"/>
          <p:cNvSpPr txBox="1">
            <a:spLocks noGrp="1"/>
          </p:cNvSpPr>
          <p:nvPr>
            <p:ph type="body" idx="1"/>
          </p:nvPr>
        </p:nvSpPr>
        <p:spPr>
          <a:xfrm>
            <a:off x="457200" y="1504950"/>
            <a:ext cx="4038600" cy="15846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600"/>
              </a:spcBef>
              <a:spcAft>
                <a:spcPts val="0"/>
              </a:spcAft>
              <a:buSzPts val="1800"/>
              <a:buChar char="●"/>
            </a:pPr>
            <a:r>
              <a:rPr lang="en-US" sz="1600"/>
              <a:t>- Tia X có bước sóng nhỏ hơn tia tử ngoại (khoảng từ 30pm đến 3nm)</a:t>
            </a:r>
            <a:endParaRPr lang="en-US" sz="1600"/>
          </a:p>
          <a:p>
            <a:pPr marL="457200" lvl="0" indent="-342900" algn="l" rtl="0">
              <a:lnSpc>
                <a:spcPct val="100000"/>
              </a:lnSpc>
              <a:spcBef>
                <a:spcPts val="600"/>
              </a:spcBef>
              <a:spcAft>
                <a:spcPts val="0"/>
              </a:spcAft>
              <a:buSzPts val="1800"/>
              <a:buChar char="●"/>
            </a:pPr>
            <a:r>
              <a:rPr lang="en-US" sz="1600"/>
              <a:t>- Nguồn phát tia X: Các electron chuyển động với tốc độ cao tới đập vào tấm kim loại có nguyên tử lượng lớn trong ống tia X.</a:t>
            </a:r>
            <a:endParaRPr lang="en-US" sz="1600"/>
          </a:p>
          <a:p>
            <a:pPr marL="114300" lvl="0" indent="0" algn="l" rtl="0">
              <a:lnSpc>
                <a:spcPct val="100000"/>
              </a:lnSpc>
              <a:spcBef>
                <a:spcPts val="600"/>
              </a:spcBef>
              <a:spcAft>
                <a:spcPts val="0"/>
              </a:spcAft>
              <a:buSzPts val="1800"/>
              <a:buNone/>
            </a:pPr>
            <a:endParaRPr sz="1600"/>
          </a:p>
        </p:txBody>
      </p:sp>
      <p:sp>
        <p:nvSpPr>
          <p:cNvPr id="210" name="Google Shape;210;p23"/>
          <p:cNvSpPr txBox="1">
            <a:spLocks noGrp="1"/>
          </p:cNvSpPr>
          <p:nvPr>
            <p:ph type="title"/>
          </p:nvPr>
        </p:nvSpPr>
        <p:spPr>
          <a:xfrm>
            <a:off x="533400" y="438150"/>
            <a:ext cx="7848600" cy="85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800"/>
              <a:buNone/>
            </a:pPr>
            <a:r>
              <a:rPr lang="en-US"/>
              <a:t>5. Tia Rơn ghen (tia X)</a:t>
            </a:r>
            <a:endParaRPr lang="en-US"/>
          </a:p>
        </p:txBody>
      </p:sp>
      <p:sp>
        <p:nvSpPr>
          <p:cNvPr id="211" name="Google Shape;211;p23"/>
          <p:cNvSpPr txBox="1">
            <a:spLocks noGrp="1"/>
          </p:cNvSpPr>
          <p:nvPr>
            <p:ph type="body" idx="2"/>
          </p:nvPr>
        </p:nvSpPr>
        <p:spPr>
          <a:xfrm>
            <a:off x="457200" y="3181350"/>
            <a:ext cx="4267200" cy="15846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600"/>
              </a:spcBef>
              <a:spcAft>
                <a:spcPts val="0"/>
              </a:spcAft>
              <a:buSzPts val="1800"/>
              <a:buChar char="●"/>
            </a:pPr>
            <a:r>
              <a:rPr lang="en-US" sz="1600"/>
              <a:t>Ứng dụng: Chuẩn đoán và chữa trị một số bệnh trong y học, tìm khuyết tật trong các vật đúc bằng kim loại, kiểm tra hành lí hành khách.</a:t>
            </a:r>
            <a:endParaRPr lang="en-US" sz="1600"/>
          </a:p>
        </p:txBody>
      </p:sp>
      <p:sp>
        <p:nvSpPr>
          <p:cNvPr id="212" name="Google Shape;212;p23"/>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
              <a:buNone/>
            </a:pPr>
            <a:fld id="{00000000-1234-1234-1234-123412341234}" type="slidenum">
              <a:rPr lang="en-US"/>
            </a:fld>
            <a:endParaRPr lang="en-US"/>
          </a:p>
        </p:txBody>
      </p:sp>
      <p:sp>
        <p:nvSpPr>
          <p:cNvPr id="213" name="Google Shape;213;p23"/>
          <p:cNvSpPr/>
          <p:nvPr/>
        </p:nvSpPr>
        <p:spPr>
          <a:xfrm>
            <a:off x="8055177" y="292676"/>
            <a:ext cx="796167" cy="796157"/>
          </a:xfrm>
          <a:custGeom>
            <a:avLst/>
            <a:gdLst/>
            <a:ahLst/>
            <a:cxnLst/>
            <a:rect l="l" t="t" r="r" b="b"/>
            <a:pathLst>
              <a:path w="16072" h="16071" extrusionOk="0">
                <a:moveTo>
                  <a:pt x="8036" y="0"/>
                </a:moveTo>
                <a:lnTo>
                  <a:pt x="7938" y="24"/>
                </a:lnTo>
                <a:lnTo>
                  <a:pt x="7792" y="98"/>
                </a:lnTo>
                <a:lnTo>
                  <a:pt x="7328" y="366"/>
                </a:lnTo>
                <a:lnTo>
                  <a:pt x="7059" y="537"/>
                </a:lnTo>
                <a:lnTo>
                  <a:pt x="6766" y="757"/>
                </a:lnTo>
                <a:lnTo>
                  <a:pt x="6448" y="977"/>
                </a:lnTo>
                <a:lnTo>
                  <a:pt x="6155" y="1246"/>
                </a:lnTo>
                <a:lnTo>
                  <a:pt x="5887" y="1514"/>
                </a:lnTo>
                <a:lnTo>
                  <a:pt x="5643" y="1807"/>
                </a:lnTo>
                <a:lnTo>
                  <a:pt x="5447" y="2100"/>
                </a:lnTo>
                <a:lnTo>
                  <a:pt x="5374" y="2247"/>
                </a:lnTo>
                <a:lnTo>
                  <a:pt x="5325" y="2418"/>
                </a:lnTo>
                <a:lnTo>
                  <a:pt x="5276" y="2564"/>
                </a:lnTo>
                <a:lnTo>
                  <a:pt x="5252" y="2711"/>
                </a:lnTo>
                <a:lnTo>
                  <a:pt x="5252" y="2858"/>
                </a:lnTo>
                <a:lnTo>
                  <a:pt x="5276" y="3029"/>
                </a:lnTo>
                <a:lnTo>
                  <a:pt x="5325" y="3175"/>
                </a:lnTo>
                <a:lnTo>
                  <a:pt x="5398" y="3322"/>
                </a:lnTo>
                <a:lnTo>
                  <a:pt x="5496" y="3468"/>
                </a:lnTo>
                <a:lnTo>
                  <a:pt x="5618" y="3615"/>
                </a:lnTo>
                <a:lnTo>
                  <a:pt x="5814" y="3761"/>
                </a:lnTo>
                <a:lnTo>
                  <a:pt x="6009" y="3859"/>
                </a:lnTo>
                <a:lnTo>
                  <a:pt x="6204" y="3957"/>
                </a:lnTo>
                <a:lnTo>
                  <a:pt x="6424" y="4005"/>
                </a:lnTo>
                <a:lnTo>
                  <a:pt x="6644" y="4054"/>
                </a:lnTo>
                <a:lnTo>
                  <a:pt x="6864" y="4152"/>
                </a:lnTo>
                <a:lnTo>
                  <a:pt x="7059" y="4250"/>
                </a:lnTo>
                <a:lnTo>
                  <a:pt x="7254" y="4421"/>
                </a:lnTo>
                <a:lnTo>
                  <a:pt x="7425" y="4616"/>
                </a:lnTo>
                <a:lnTo>
                  <a:pt x="7523" y="4836"/>
                </a:lnTo>
                <a:lnTo>
                  <a:pt x="7596" y="5080"/>
                </a:lnTo>
                <a:lnTo>
                  <a:pt x="7621" y="5373"/>
                </a:lnTo>
                <a:lnTo>
                  <a:pt x="7596" y="5569"/>
                </a:lnTo>
                <a:lnTo>
                  <a:pt x="7572" y="5788"/>
                </a:lnTo>
                <a:lnTo>
                  <a:pt x="7499" y="5984"/>
                </a:lnTo>
                <a:lnTo>
                  <a:pt x="7425" y="6179"/>
                </a:lnTo>
                <a:lnTo>
                  <a:pt x="7328" y="6374"/>
                </a:lnTo>
                <a:lnTo>
                  <a:pt x="7206" y="6570"/>
                </a:lnTo>
                <a:lnTo>
                  <a:pt x="7059" y="6741"/>
                </a:lnTo>
                <a:lnTo>
                  <a:pt x="6913" y="6912"/>
                </a:lnTo>
                <a:lnTo>
                  <a:pt x="6742" y="7058"/>
                </a:lnTo>
                <a:lnTo>
                  <a:pt x="6571" y="7205"/>
                </a:lnTo>
                <a:lnTo>
                  <a:pt x="6400" y="7303"/>
                </a:lnTo>
                <a:lnTo>
                  <a:pt x="6204" y="7425"/>
                </a:lnTo>
                <a:lnTo>
                  <a:pt x="6009" y="7498"/>
                </a:lnTo>
                <a:lnTo>
                  <a:pt x="5789" y="7571"/>
                </a:lnTo>
                <a:lnTo>
                  <a:pt x="5569" y="7596"/>
                </a:lnTo>
                <a:lnTo>
                  <a:pt x="5374" y="7620"/>
                </a:lnTo>
                <a:lnTo>
                  <a:pt x="5105" y="7596"/>
                </a:lnTo>
                <a:lnTo>
                  <a:pt x="4861" y="7522"/>
                </a:lnTo>
                <a:lnTo>
                  <a:pt x="4617" y="7425"/>
                </a:lnTo>
                <a:lnTo>
                  <a:pt x="4421" y="7254"/>
                </a:lnTo>
                <a:lnTo>
                  <a:pt x="4250" y="7058"/>
                </a:lnTo>
                <a:lnTo>
                  <a:pt x="4128" y="6839"/>
                </a:lnTo>
                <a:lnTo>
                  <a:pt x="4055" y="6619"/>
                </a:lnTo>
                <a:lnTo>
                  <a:pt x="3982" y="6399"/>
                </a:lnTo>
                <a:lnTo>
                  <a:pt x="3933" y="6204"/>
                </a:lnTo>
                <a:lnTo>
                  <a:pt x="3860" y="6008"/>
                </a:lnTo>
                <a:lnTo>
                  <a:pt x="3762" y="5813"/>
                </a:lnTo>
                <a:lnTo>
                  <a:pt x="3615" y="5617"/>
                </a:lnTo>
                <a:lnTo>
                  <a:pt x="3469" y="5495"/>
                </a:lnTo>
                <a:lnTo>
                  <a:pt x="3322" y="5398"/>
                </a:lnTo>
                <a:lnTo>
                  <a:pt x="3176" y="5324"/>
                </a:lnTo>
                <a:lnTo>
                  <a:pt x="3029" y="5275"/>
                </a:lnTo>
                <a:lnTo>
                  <a:pt x="2858" y="5251"/>
                </a:lnTo>
                <a:lnTo>
                  <a:pt x="2712" y="5251"/>
                </a:lnTo>
                <a:lnTo>
                  <a:pt x="2565" y="5275"/>
                </a:lnTo>
                <a:lnTo>
                  <a:pt x="2419" y="5324"/>
                </a:lnTo>
                <a:lnTo>
                  <a:pt x="2248" y="5373"/>
                </a:lnTo>
                <a:lnTo>
                  <a:pt x="2101" y="5446"/>
                </a:lnTo>
                <a:lnTo>
                  <a:pt x="1808" y="5642"/>
                </a:lnTo>
                <a:lnTo>
                  <a:pt x="1515" y="5886"/>
                </a:lnTo>
                <a:lnTo>
                  <a:pt x="1246" y="6155"/>
                </a:lnTo>
                <a:lnTo>
                  <a:pt x="978" y="6448"/>
                </a:lnTo>
                <a:lnTo>
                  <a:pt x="758" y="6765"/>
                </a:lnTo>
                <a:lnTo>
                  <a:pt x="538" y="7058"/>
                </a:lnTo>
                <a:lnTo>
                  <a:pt x="367" y="7327"/>
                </a:lnTo>
                <a:lnTo>
                  <a:pt x="99" y="7791"/>
                </a:lnTo>
                <a:lnTo>
                  <a:pt x="25" y="7938"/>
                </a:lnTo>
                <a:lnTo>
                  <a:pt x="1" y="8035"/>
                </a:lnTo>
                <a:lnTo>
                  <a:pt x="25" y="8231"/>
                </a:lnTo>
                <a:lnTo>
                  <a:pt x="74" y="8402"/>
                </a:lnTo>
                <a:lnTo>
                  <a:pt x="172" y="8597"/>
                </a:lnTo>
                <a:lnTo>
                  <a:pt x="294" y="8744"/>
                </a:lnTo>
                <a:lnTo>
                  <a:pt x="587" y="9012"/>
                </a:lnTo>
                <a:lnTo>
                  <a:pt x="880" y="9256"/>
                </a:lnTo>
                <a:lnTo>
                  <a:pt x="1417" y="9696"/>
                </a:lnTo>
                <a:lnTo>
                  <a:pt x="1906" y="10062"/>
                </a:lnTo>
                <a:lnTo>
                  <a:pt x="2101" y="10233"/>
                </a:lnTo>
                <a:lnTo>
                  <a:pt x="2297" y="10404"/>
                </a:lnTo>
                <a:lnTo>
                  <a:pt x="2419" y="10575"/>
                </a:lnTo>
                <a:lnTo>
                  <a:pt x="2541" y="10746"/>
                </a:lnTo>
                <a:lnTo>
                  <a:pt x="2590" y="10917"/>
                </a:lnTo>
                <a:lnTo>
                  <a:pt x="2590" y="11113"/>
                </a:lnTo>
                <a:lnTo>
                  <a:pt x="2541" y="11308"/>
                </a:lnTo>
                <a:lnTo>
                  <a:pt x="2443" y="11528"/>
                </a:lnTo>
                <a:lnTo>
                  <a:pt x="2272" y="11772"/>
                </a:lnTo>
                <a:lnTo>
                  <a:pt x="2004" y="12041"/>
                </a:lnTo>
                <a:lnTo>
                  <a:pt x="1833" y="12212"/>
                </a:lnTo>
                <a:lnTo>
                  <a:pt x="1637" y="12309"/>
                </a:lnTo>
                <a:lnTo>
                  <a:pt x="1417" y="12383"/>
                </a:lnTo>
                <a:lnTo>
                  <a:pt x="1222" y="12431"/>
                </a:lnTo>
                <a:lnTo>
                  <a:pt x="1002" y="12480"/>
                </a:lnTo>
                <a:lnTo>
                  <a:pt x="782" y="12578"/>
                </a:lnTo>
                <a:lnTo>
                  <a:pt x="587" y="12700"/>
                </a:lnTo>
                <a:lnTo>
                  <a:pt x="367" y="12871"/>
                </a:lnTo>
                <a:lnTo>
                  <a:pt x="196" y="13066"/>
                </a:lnTo>
                <a:lnTo>
                  <a:pt x="99" y="13286"/>
                </a:lnTo>
                <a:lnTo>
                  <a:pt x="25" y="13530"/>
                </a:lnTo>
                <a:lnTo>
                  <a:pt x="1" y="13799"/>
                </a:lnTo>
                <a:lnTo>
                  <a:pt x="25" y="14019"/>
                </a:lnTo>
                <a:lnTo>
                  <a:pt x="50" y="14239"/>
                </a:lnTo>
                <a:lnTo>
                  <a:pt x="123" y="14434"/>
                </a:lnTo>
                <a:lnTo>
                  <a:pt x="221" y="14654"/>
                </a:lnTo>
                <a:lnTo>
                  <a:pt x="318" y="14825"/>
                </a:lnTo>
                <a:lnTo>
                  <a:pt x="440" y="15020"/>
                </a:lnTo>
                <a:lnTo>
                  <a:pt x="563" y="15191"/>
                </a:lnTo>
                <a:lnTo>
                  <a:pt x="709" y="15362"/>
                </a:lnTo>
                <a:lnTo>
                  <a:pt x="880" y="15509"/>
                </a:lnTo>
                <a:lnTo>
                  <a:pt x="1051" y="15631"/>
                </a:lnTo>
                <a:lnTo>
                  <a:pt x="1246" y="15753"/>
                </a:lnTo>
                <a:lnTo>
                  <a:pt x="1442" y="15875"/>
                </a:lnTo>
                <a:lnTo>
                  <a:pt x="1637" y="15948"/>
                </a:lnTo>
                <a:lnTo>
                  <a:pt x="1857" y="16022"/>
                </a:lnTo>
                <a:lnTo>
                  <a:pt x="2052" y="16046"/>
                </a:lnTo>
                <a:lnTo>
                  <a:pt x="2272" y="16070"/>
                </a:lnTo>
                <a:lnTo>
                  <a:pt x="2541" y="16046"/>
                </a:lnTo>
                <a:lnTo>
                  <a:pt x="2785" y="15973"/>
                </a:lnTo>
                <a:lnTo>
                  <a:pt x="3005" y="15875"/>
                </a:lnTo>
                <a:lnTo>
                  <a:pt x="3200" y="15704"/>
                </a:lnTo>
                <a:lnTo>
                  <a:pt x="3371" y="15509"/>
                </a:lnTo>
                <a:lnTo>
                  <a:pt x="3493" y="15289"/>
                </a:lnTo>
                <a:lnTo>
                  <a:pt x="3567" y="15094"/>
                </a:lnTo>
                <a:lnTo>
                  <a:pt x="3615" y="14874"/>
                </a:lnTo>
                <a:lnTo>
                  <a:pt x="3689" y="14654"/>
                </a:lnTo>
                <a:lnTo>
                  <a:pt x="3762" y="14459"/>
                </a:lnTo>
                <a:lnTo>
                  <a:pt x="3860" y="14239"/>
                </a:lnTo>
                <a:lnTo>
                  <a:pt x="4031" y="14068"/>
                </a:lnTo>
                <a:lnTo>
                  <a:pt x="4299" y="13824"/>
                </a:lnTo>
                <a:lnTo>
                  <a:pt x="4544" y="13628"/>
                </a:lnTo>
                <a:lnTo>
                  <a:pt x="4763" y="13530"/>
                </a:lnTo>
                <a:lnTo>
                  <a:pt x="4959" y="13482"/>
                </a:lnTo>
                <a:lnTo>
                  <a:pt x="5154" y="13482"/>
                </a:lnTo>
                <a:lnTo>
                  <a:pt x="5325" y="13530"/>
                </a:lnTo>
                <a:lnTo>
                  <a:pt x="5496" y="13653"/>
                </a:lnTo>
                <a:lnTo>
                  <a:pt x="5667" y="13775"/>
                </a:lnTo>
                <a:lnTo>
                  <a:pt x="5838" y="13970"/>
                </a:lnTo>
                <a:lnTo>
                  <a:pt x="6009" y="14165"/>
                </a:lnTo>
                <a:lnTo>
                  <a:pt x="6375" y="14654"/>
                </a:lnTo>
                <a:lnTo>
                  <a:pt x="6815" y="15191"/>
                </a:lnTo>
                <a:lnTo>
                  <a:pt x="7059" y="15484"/>
                </a:lnTo>
                <a:lnTo>
                  <a:pt x="7328" y="15777"/>
                </a:lnTo>
                <a:lnTo>
                  <a:pt x="7474" y="15899"/>
                </a:lnTo>
                <a:lnTo>
                  <a:pt x="7670" y="15997"/>
                </a:lnTo>
                <a:lnTo>
                  <a:pt x="7841" y="16046"/>
                </a:lnTo>
                <a:lnTo>
                  <a:pt x="8036" y="16070"/>
                </a:lnTo>
                <a:lnTo>
                  <a:pt x="8134" y="16046"/>
                </a:lnTo>
                <a:lnTo>
                  <a:pt x="8280" y="15973"/>
                </a:lnTo>
                <a:lnTo>
                  <a:pt x="8744" y="15704"/>
                </a:lnTo>
                <a:lnTo>
                  <a:pt x="9013" y="15533"/>
                </a:lnTo>
                <a:lnTo>
                  <a:pt x="9306" y="15313"/>
                </a:lnTo>
                <a:lnTo>
                  <a:pt x="9623" y="15094"/>
                </a:lnTo>
                <a:lnTo>
                  <a:pt x="9917" y="14825"/>
                </a:lnTo>
                <a:lnTo>
                  <a:pt x="10185" y="14556"/>
                </a:lnTo>
                <a:lnTo>
                  <a:pt x="10429" y="14263"/>
                </a:lnTo>
                <a:lnTo>
                  <a:pt x="10625" y="13970"/>
                </a:lnTo>
                <a:lnTo>
                  <a:pt x="10698" y="13824"/>
                </a:lnTo>
                <a:lnTo>
                  <a:pt x="10747" y="13653"/>
                </a:lnTo>
                <a:lnTo>
                  <a:pt x="10796" y="13506"/>
                </a:lnTo>
                <a:lnTo>
                  <a:pt x="10820" y="13359"/>
                </a:lnTo>
                <a:lnTo>
                  <a:pt x="10820" y="13213"/>
                </a:lnTo>
                <a:lnTo>
                  <a:pt x="10796" y="13042"/>
                </a:lnTo>
                <a:lnTo>
                  <a:pt x="10747" y="12895"/>
                </a:lnTo>
                <a:lnTo>
                  <a:pt x="10674" y="12749"/>
                </a:lnTo>
                <a:lnTo>
                  <a:pt x="10576" y="12602"/>
                </a:lnTo>
                <a:lnTo>
                  <a:pt x="10454" y="12456"/>
                </a:lnTo>
                <a:lnTo>
                  <a:pt x="10258" y="12309"/>
                </a:lnTo>
                <a:lnTo>
                  <a:pt x="10063" y="12212"/>
                </a:lnTo>
                <a:lnTo>
                  <a:pt x="9868" y="12138"/>
                </a:lnTo>
                <a:lnTo>
                  <a:pt x="9648" y="12065"/>
                </a:lnTo>
                <a:lnTo>
                  <a:pt x="9428" y="12016"/>
                </a:lnTo>
                <a:lnTo>
                  <a:pt x="9208" y="11919"/>
                </a:lnTo>
                <a:lnTo>
                  <a:pt x="9013" y="11821"/>
                </a:lnTo>
                <a:lnTo>
                  <a:pt x="8818" y="11650"/>
                </a:lnTo>
                <a:lnTo>
                  <a:pt x="8647" y="11454"/>
                </a:lnTo>
                <a:lnTo>
                  <a:pt x="8549" y="11235"/>
                </a:lnTo>
                <a:lnTo>
                  <a:pt x="8476" y="10990"/>
                </a:lnTo>
                <a:lnTo>
                  <a:pt x="8451" y="10697"/>
                </a:lnTo>
                <a:lnTo>
                  <a:pt x="8476" y="10502"/>
                </a:lnTo>
                <a:lnTo>
                  <a:pt x="8500" y="10282"/>
                </a:lnTo>
                <a:lnTo>
                  <a:pt x="8573" y="10087"/>
                </a:lnTo>
                <a:lnTo>
                  <a:pt x="8647" y="9891"/>
                </a:lnTo>
                <a:lnTo>
                  <a:pt x="8744" y="9696"/>
                </a:lnTo>
                <a:lnTo>
                  <a:pt x="8866" y="9501"/>
                </a:lnTo>
                <a:lnTo>
                  <a:pt x="9013" y="9330"/>
                </a:lnTo>
                <a:lnTo>
                  <a:pt x="9159" y="9159"/>
                </a:lnTo>
                <a:lnTo>
                  <a:pt x="9330" y="9012"/>
                </a:lnTo>
                <a:lnTo>
                  <a:pt x="9501" y="8890"/>
                </a:lnTo>
                <a:lnTo>
                  <a:pt x="9672" y="8768"/>
                </a:lnTo>
                <a:lnTo>
                  <a:pt x="9868" y="8646"/>
                </a:lnTo>
                <a:lnTo>
                  <a:pt x="10063" y="8573"/>
                </a:lnTo>
                <a:lnTo>
                  <a:pt x="10283" y="8499"/>
                </a:lnTo>
                <a:lnTo>
                  <a:pt x="10503" y="8475"/>
                </a:lnTo>
                <a:lnTo>
                  <a:pt x="10698" y="8450"/>
                </a:lnTo>
                <a:lnTo>
                  <a:pt x="10967" y="8475"/>
                </a:lnTo>
                <a:lnTo>
                  <a:pt x="11211" y="8548"/>
                </a:lnTo>
                <a:lnTo>
                  <a:pt x="11455" y="8646"/>
                </a:lnTo>
                <a:lnTo>
                  <a:pt x="11651" y="8817"/>
                </a:lnTo>
                <a:lnTo>
                  <a:pt x="11822" y="9012"/>
                </a:lnTo>
                <a:lnTo>
                  <a:pt x="11944" y="9232"/>
                </a:lnTo>
                <a:lnTo>
                  <a:pt x="12017" y="9452"/>
                </a:lnTo>
                <a:lnTo>
                  <a:pt x="12090" y="9672"/>
                </a:lnTo>
                <a:lnTo>
                  <a:pt x="12139" y="9867"/>
                </a:lnTo>
                <a:lnTo>
                  <a:pt x="12212" y="10062"/>
                </a:lnTo>
                <a:lnTo>
                  <a:pt x="12310" y="10258"/>
                </a:lnTo>
                <a:lnTo>
                  <a:pt x="12457" y="10453"/>
                </a:lnTo>
                <a:lnTo>
                  <a:pt x="12603" y="10575"/>
                </a:lnTo>
                <a:lnTo>
                  <a:pt x="12750" y="10673"/>
                </a:lnTo>
                <a:lnTo>
                  <a:pt x="12896" y="10746"/>
                </a:lnTo>
                <a:lnTo>
                  <a:pt x="13043" y="10795"/>
                </a:lnTo>
                <a:lnTo>
                  <a:pt x="13214" y="10819"/>
                </a:lnTo>
                <a:lnTo>
                  <a:pt x="13360" y="10819"/>
                </a:lnTo>
                <a:lnTo>
                  <a:pt x="13507" y="10795"/>
                </a:lnTo>
                <a:lnTo>
                  <a:pt x="13653" y="10746"/>
                </a:lnTo>
                <a:lnTo>
                  <a:pt x="13824" y="10697"/>
                </a:lnTo>
                <a:lnTo>
                  <a:pt x="13971" y="10624"/>
                </a:lnTo>
                <a:lnTo>
                  <a:pt x="14264" y="10429"/>
                </a:lnTo>
                <a:lnTo>
                  <a:pt x="14557" y="10184"/>
                </a:lnTo>
                <a:lnTo>
                  <a:pt x="14826" y="9916"/>
                </a:lnTo>
                <a:lnTo>
                  <a:pt x="15094" y="9623"/>
                </a:lnTo>
                <a:lnTo>
                  <a:pt x="15314" y="9305"/>
                </a:lnTo>
                <a:lnTo>
                  <a:pt x="15534" y="9012"/>
                </a:lnTo>
                <a:lnTo>
                  <a:pt x="15705" y="8744"/>
                </a:lnTo>
                <a:lnTo>
                  <a:pt x="15973" y="8279"/>
                </a:lnTo>
                <a:lnTo>
                  <a:pt x="16047" y="8133"/>
                </a:lnTo>
                <a:lnTo>
                  <a:pt x="16071" y="8035"/>
                </a:lnTo>
                <a:lnTo>
                  <a:pt x="16047" y="7840"/>
                </a:lnTo>
                <a:lnTo>
                  <a:pt x="15998" y="7669"/>
                </a:lnTo>
                <a:lnTo>
                  <a:pt x="15900" y="7474"/>
                </a:lnTo>
                <a:lnTo>
                  <a:pt x="15778" y="7327"/>
                </a:lnTo>
                <a:lnTo>
                  <a:pt x="15485" y="7058"/>
                </a:lnTo>
                <a:lnTo>
                  <a:pt x="15192" y="6814"/>
                </a:lnTo>
                <a:lnTo>
                  <a:pt x="14655" y="6374"/>
                </a:lnTo>
                <a:lnTo>
                  <a:pt x="14166" y="6008"/>
                </a:lnTo>
                <a:lnTo>
                  <a:pt x="13971" y="5837"/>
                </a:lnTo>
                <a:lnTo>
                  <a:pt x="13775" y="5666"/>
                </a:lnTo>
                <a:lnTo>
                  <a:pt x="13653" y="5495"/>
                </a:lnTo>
                <a:lnTo>
                  <a:pt x="13531" y="5324"/>
                </a:lnTo>
                <a:lnTo>
                  <a:pt x="13482" y="5153"/>
                </a:lnTo>
                <a:lnTo>
                  <a:pt x="13482" y="4958"/>
                </a:lnTo>
                <a:lnTo>
                  <a:pt x="13531" y="4763"/>
                </a:lnTo>
                <a:lnTo>
                  <a:pt x="13629" y="4543"/>
                </a:lnTo>
                <a:lnTo>
                  <a:pt x="13800" y="4299"/>
                </a:lnTo>
                <a:lnTo>
                  <a:pt x="14068" y="4030"/>
                </a:lnTo>
                <a:lnTo>
                  <a:pt x="14239" y="3859"/>
                </a:lnTo>
                <a:lnTo>
                  <a:pt x="14435" y="3761"/>
                </a:lnTo>
                <a:lnTo>
                  <a:pt x="14655" y="3688"/>
                </a:lnTo>
                <a:lnTo>
                  <a:pt x="14850" y="3639"/>
                </a:lnTo>
                <a:lnTo>
                  <a:pt x="15070" y="3590"/>
                </a:lnTo>
                <a:lnTo>
                  <a:pt x="15290" y="3493"/>
                </a:lnTo>
                <a:lnTo>
                  <a:pt x="15485" y="3370"/>
                </a:lnTo>
                <a:lnTo>
                  <a:pt x="15705" y="3199"/>
                </a:lnTo>
                <a:lnTo>
                  <a:pt x="15876" y="3004"/>
                </a:lnTo>
                <a:lnTo>
                  <a:pt x="15973" y="2784"/>
                </a:lnTo>
                <a:lnTo>
                  <a:pt x="16047" y="2540"/>
                </a:lnTo>
                <a:lnTo>
                  <a:pt x="16071" y="2271"/>
                </a:lnTo>
                <a:lnTo>
                  <a:pt x="16047" y="2052"/>
                </a:lnTo>
                <a:lnTo>
                  <a:pt x="16022" y="1832"/>
                </a:lnTo>
                <a:lnTo>
                  <a:pt x="15949" y="1636"/>
                </a:lnTo>
                <a:lnTo>
                  <a:pt x="15851" y="1417"/>
                </a:lnTo>
                <a:lnTo>
                  <a:pt x="15754" y="1246"/>
                </a:lnTo>
                <a:lnTo>
                  <a:pt x="15632" y="1050"/>
                </a:lnTo>
                <a:lnTo>
                  <a:pt x="15509" y="879"/>
                </a:lnTo>
                <a:lnTo>
                  <a:pt x="15363" y="708"/>
                </a:lnTo>
                <a:lnTo>
                  <a:pt x="15192" y="562"/>
                </a:lnTo>
                <a:lnTo>
                  <a:pt x="15021" y="440"/>
                </a:lnTo>
                <a:lnTo>
                  <a:pt x="14826" y="318"/>
                </a:lnTo>
                <a:lnTo>
                  <a:pt x="14630" y="195"/>
                </a:lnTo>
                <a:lnTo>
                  <a:pt x="14435" y="122"/>
                </a:lnTo>
                <a:lnTo>
                  <a:pt x="14215" y="49"/>
                </a:lnTo>
                <a:lnTo>
                  <a:pt x="14020" y="24"/>
                </a:lnTo>
                <a:lnTo>
                  <a:pt x="13800" y="0"/>
                </a:lnTo>
                <a:lnTo>
                  <a:pt x="13531" y="24"/>
                </a:lnTo>
                <a:lnTo>
                  <a:pt x="13287" y="98"/>
                </a:lnTo>
                <a:lnTo>
                  <a:pt x="13067" y="195"/>
                </a:lnTo>
                <a:lnTo>
                  <a:pt x="12872" y="366"/>
                </a:lnTo>
                <a:lnTo>
                  <a:pt x="12701" y="562"/>
                </a:lnTo>
                <a:lnTo>
                  <a:pt x="12579" y="782"/>
                </a:lnTo>
                <a:lnTo>
                  <a:pt x="12505" y="977"/>
                </a:lnTo>
                <a:lnTo>
                  <a:pt x="12457" y="1197"/>
                </a:lnTo>
                <a:lnTo>
                  <a:pt x="12383" y="1417"/>
                </a:lnTo>
                <a:lnTo>
                  <a:pt x="12310" y="1612"/>
                </a:lnTo>
                <a:lnTo>
                  <a:pt x="12212" y="1832"/>
                </a:lnTo>
                <a:lnTo>
                  <a:pt x="12041" y="2003"/>
                </a:lnTo>
                <a:lnTo>
                  <a:pt x="11773" y="2271"/>
                </a:lnTo>
                <a:lnTo>
                  <a:pt x="11528" y="2442"/>
                </a:lnTo>
                <a:lnTo>
                  <a:pt x="11309" y="2540"/>
                </a:lnTo>
                <a:lnTo>
                  <a:pt x="11113" y="2589"/>
                </a:lnTo>
                <a:lnTo>
                  <a:pt x="10918" y="2589"/>
                </a:lnTo>
                <a:lnTo>
                  <a:pt x="10747" y="2540"/>
                </a:lnTo>
                <a:lnTo>
                  <a:pt x="10576" y="2418"/>
                </a:lnTo>
                <a:lnTo>
                  <a:pt x="10405" y="2296"/>
                </a:lnTo>
                <a:lnTo>
                  <a:pt x="10234" y="2100"/>
                </a:lnTo>
                <a:lnTo>
                  <a:pt x="10063" y="1905"/>
                </a:lnTo>
                <a:lnTo>
                  <a:pt x="9697" y="1417"/>
                </a:lnTo>
                <a:lnTo>
                  <a:pt x="9257" y="879"/>
                </a:lnTo>
                <a:lnTo>
                  <a:pt x="9013" y="586"/>
                </a:lnTo>
                <a:lnTo>
                  <a:pt x="8744" y="293"/>
                </a:lnTo>
                <a:lnTo>
                  <a:pt x="8598" y="171"/>
                </a:lnTo>
                <a:lnTo>
                  <a:pt x="8402" y="73"/>
                </a:lnTo>
                <a:lnTo>
                  <a:pt x="8231" y="24"/>
                </a:lnTo>
                <a:lnTo>
                  <a:pt x="803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pic>
        <p:nvPicPr>
          <p:cNvPr id="214" name="Google Shape;214;p23" descr="20902049_images1944378_tiaX_04.jpg"/>
          <p:cNvPicPr preferRelativeResize="0"/>
          <p:nvPr/>
        </p:nvPicPr>
        <p:blipFill rotWithShape="1">
          <a:blip r:embed="rId1"/>
          <a:srcRect/>
          <a:stretch>
            <a:fillRect/>
          </a:stretch>
        </p:blipFill>
        <p:spPr>
          <a:xfrm>
            <a:off x="5181601" y="3333750"/>
            <a:ext cx="1069848" cy="1371600"/>
          </a:xfrm>
          <a:prstGeom prst="rect">
            <a:avLst/>
          </a:prstGeom>
          <a:noFill/>
          <a:ln>
            <a:noFill/>
          </a:ln>
        </p:spPr>
      </p:pic>
      <p:pic>
        <p:nvPicPr>
          <p:cNvPr id="215" name="Google Shape;215;p23" descr="hop-qua.jpg"/>
          <p:cNvPicPr preferRelativeResize="0"/>
          <p:nvPr/>
        </p:nvPicPr>
        <p:blipFill rotWithShape="1">
          <a:blip r:embed="rId2"/>
          <a:srcRect/>
          <a:stretch>
            <a:fillRect/>
          </a:stretch>
        </p:blipFill>
        <p:spPr>
          <a:xfrm>
            <a:off x="6296388" y="3333750"/>
            <a:ext cx="1933212" cy="1365967"/>
          </a:xfrm>
          <a:prstGeom prst="rect">
            <a:avLst/>
          </a:prstGeom>
          <a:noFill/>
          <a:ln>
            <a:noFill/>
          </a:ln>
        </p:spPr>
      </p:pic>
      <p:pic>
        <p:nvPicPr>
          <p:cNvPr id="216" name="Google Shape;216;p23"/>
          <p:cNvPicPr preferRelativeResize="0"/>
          <p:nvPr/>
        </p:nvPicPr>
        <p:blipFill rotWithShape="1">
          <a:blip r:embed="rId3"/>
          <a:srcRect/>
          <a:stretch>
            <a:fillRect/>
          </a:stretch>
        </p:blipFill>
        <p:spPr>
          <a:xfrm>
            <a:off x="5181601" y="1652698"/>
            <a:ext cx="3047999" cy="1617044"/>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1">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14"/>
                                        </p:tgtEl>
                                        <p:attrNameLst>
                                          <p:attrName>style.visibility</p:attrName>
                                        </p:attrNameLst>
                                      </p:cBhvr>
                                      <p:to>
                                        <p:strVal val="visible"/>
                                      </p:to>
                                    </p:set>
                                    <p:animEffect transition="in" filter="fade">
                                      <p:cBhvr>
                                        <p:cTn id="31" dur="500"/>
                                        <p:tgtEl>
                                          <p:spTgt spid="2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15"/>
                                        </p:tgtEl>
                                        <p:attrNameLst>
                                          <p:attrName>style.visibility</p:attrName>
                                        </p:attrNameLst>
                                      </p:cBhvr>
                                      <p:to>
                                        <p:strVal val="visible"/>
                                      </p:to>
                                    </p:set>
                                    <p:animEffect transition="in" filter="fade">
                                      <p:cBhvr>
                                        <p:cTn id="36" dur="5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4"/>
          <p:cNvSpPr txBox="1">
            <a:spLocks noGrp="1"/>
          </p:cNvSpPr>
          <p:nvPr>
            <p:ph type="body" idx="1"/>
          </p:nvPr>
        </p:nvSpPr>
        <p:spPr>
          <a:xfrm>
            <a:off x="381000" y="1504950"/>
            <a:ext cx="3276600" cy="15846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600"/>
              </a:spcBef>
              <a:spcAft>
                <a:spcPts val="0"/>
              </a:spcAft>
              <a:buSzPts val="1800"/>
              <a:buChar char="●"/>
            </a:pPr>
            <a:r>
              <a:rPr lang="en-US" sz="1600"/>
              <a:t>Có bước sóng nhỏ nhất trong thang sóng điện từ, khoảng từ 10</a:t>
            </a:r>
            <a:r>
              <a:rPr lang="en-US" sz="1600" baseline="30000"/>
              <a:t>-5</a:t>
            </a:r>
            <a:r>
              <a:rPr lang="en-US" sz="1600"/>
              <a:t>nm đến 0,1nm</a:t>
            </a:r>
            <a:endParaRPr lang="en-US" sz="1600"/>
          </a:p>
          <a:p>
            <a:pPr marL="457200" lvl="0" indent="-342900" algn="l" rtl="0">
              <a:lnSpc>
                <a:spcPct val="100000"/>
              </a:lnSpc>
              <a:spcBef>
                <a:spcPts val="600"/>
              </a:spcBef>
              <a:spcAft>
                <a:spcPts val="0"/>
              </a:spcAft>
              <a:buSzPts val="1800"/>
              <a:buChar char="●"/>
            </a:pPr>
            <a:r>
              <a:rPr lang="en-US" sz="1600"/>
              <a:t>Ứng dụng: dùng trong phẫu thuật, điều trị các căn bệnh liên quan đến khối u, dị dạng mạch máu; ứng dụng trong lĩnh vực công nghiệp, phát hiện các khuyết tật bằng hình ảnh rõ rang với độ chính xác cao.</a:t>
            </a:r>
            <a:endParaRPr lang="en-US" sz="1600"/>
          </a:p>
        </p:txBody>
      </p:sp>
      <p:sp>
        <p:nvSpPr>
          <p:cNvPr id="222" name="Google Shape;222;p24"/>
          <p:cNvSpPr txBox="1">
            <a:spLocks noGrp="1"/>
          </p:cNvSpPr>
          <p:nvPr>
            <p:ph type="title"/>
          </p:nvPr>
        </p:nvSpPr>
        <p:spPr>
          <a:xfrm>
            <a:off x="457200" y="438150"/>
            <a:ext cx="7848600" cy="85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800"/>
              <a:buNone/>
            </a:pPr>
            <a:r>
              <a:rPr lang="en-US"/>
              <a:t>6. Tia Gamma (γ)</a:t>
            </a:r>
            <a:endParaRPr lang="en-US"/>
          </a:p>
        </p:txBody>
      </p:sp>
      <p:sp>
        <p:nvSpPr>
          <p:cNvPr id="223" name="Google Shape;223;p24"/>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
              <a:buNone/>
            </a:pPr>
            <a:fld id="{00000000-1234-1234-1234-123412341234}" type="slidenum">
              <a:rPr lang="en-US"/>
            </a:fld>
            <a:endParaRPr lang="en-US"/>
          </a:p>
        </p:txBody>
      </p:sp>
      <p:sp>
        <p:nvSpPr>
          <p:cNvPr id="224" name="Google Shape;224;p24"/>
          <p:cNvSpPr/>
          <p:nvPr/>
        </p:nvSpPr>
        <p:spPr>
          <a:xfrm>
            <a:off x="8055177" y="292676"/>
            <a:ext cx="796167" cy="796157"/>
          </a:xfrm>
          <a:custGeom>
            <a:avLst/>
            <a:gdLst/>
            <a:ahLst/>
            <a:cxnLst/>
            <a:rect l="l" t="t" r="r" b="b"/>
            <a:pathLst>
              <a:path w="16072" h="16071" extrusionOk="0">
                <a:moveTo>
                  <a:pt x="8036" y="0"/>
                </a:moveTo>
                <a:lnTo>
                  <a:pt x="7938" y="24"/>
                </a:lnTo>
                <a:lnTo>
                  <a:pt x="7792" y="98"/>
                </a:lnTo>
                <a:lnTo>
                  <a:pt x="7328" y="366"/>
                </a:lnTo>
                <a:lnTo>
                  <a:pt x="7059" y="537"/>
                </a:lnTo>
                <a:lnTo>
                  <a:pt x="6766" y="757"/>
                </a:lnTo>
                <a:lnTo>
                  <a:pt x="6448" y="977"/>
                </a:lnTo>
                <a:lnTo>
                  <a:pt x="6155" y="1246"/>
                </a:lnTo>
                <a:lnTo>
                  <a:pt x="5887" y="1514"/>
                </a:lnTo>
                <a:lnTo>
                  <a:pt x="5643" y="1807"/>
                </a:lnTo>
                <a:lnTo>
                  <a:pt x="5447" y="2100"/>
                </a:lnTo>
                <a:lnTo>
                  <a:pt x="5374" y="2247"/>
                </a:lnTo>
                <a:lnTo>
                  <a:pt x="5325" y="2418"/>
                </a:lnTo>
                <a:lnTo>
                  <a:pt x="5276" y="2564"/>
                </a:lnTo>
                <a:lnTo>
                  <a:pt x="5252" y="2711"/>
                </a:lnTo>
                <a:lnTo>
                  <a:pt x="5252" y="2858"/>
                </a:lnTo>
                <a:lnTo>
                  <a:pt x="5276" y="3029"/>
                </a:lnTo>
                <a:lnTo>
                  <a:pt x="5325" y="3175"/>
                </a:lnTo>
                <a:lnTo>
                  <a:pt x="5398" y="3322"/>
                </a:lnTo>
                <a:lnTo>
                  <a:pt x="5496" y="3468"/>
                </a:lnTo>
                <a:lnTo>
                  <a:pt x="5618" y="3615"/>
                </a:lnTo>
                <a:lnTo>
                  <a:pt x="5814" y="3761"/>
                </a:lnTo>
                <a:lnTo>
                  <a:pt x="6009" y="3859"/>
                </a:lnTo>
                <a:lnTo>
                  <a:pt x="6204" y="3957"/>
                </a:lnTo>
                <a:lnTo>
                  <a:pt x="6424" y="4005"/>
                </a:lnTo>
                <a:lnTo>
                  <a:pt x="6644" y="4054"/>
                </a:lnTo>
                <a:lnTo>
                  <a:pt x="6864" y="4152"/>
                </a:lnTo>
                <a:lnTo>
                  <a:pt x="7059" y="4250"/>
                </a:lnTo>
                <a:lnTo>
                  <a:pt x="7254" y="4421"/>
                </a:lnTo>
                <a:lnTo>
                  <a:pt x="7425" y="4616"/>
                </a:lnTo>
                <a:lnTo>
                  <a:pt x="7523" y="4836"/>
                </a:lnTo>
                <a:lnTo>
                  <a:pt x="7596" y="5080"/>
                </a:lnTo>
                <a:lnTo>
                  <a:pt x="7621" y="5373"/>
                </a:lnTo>
                <a:lnTo>
                  <a:pt x="7596" y="5569"/>
                </a:lnTo>
                <a:lnTo>
                  <a:pt x="7572" y="5788"/>
                </a:lnTo>
                <a:lnTo>
                  <a:pt x="7499" y="5984"/>
                </a:lnTo>
                <a:lnTo>
                  <a:pt x="7425" y="6179"/>
                </a:lnTo>
                <a:lnTo>
                  <a:pt x="7328" y="6374"/>
                </a:lnTo>
                <a:lnTo>
                  <a:pt x="7206" y="6570"/>
                </a:lnTo>
                <a:lnTo>
                  <a:pt x="7059" y="6741"/>
                </a:lnTo>
                <a:lnTo>
                  <a:pt x="6913" y="6912"/>
                </a:lnTo>
                <a:lnTo>
                  <a:pt x="6742" y="7058"/>
                </a:lnTo>
                <a:lnTo>
                  <a:pt x="6571" y="7205"/>
                </a:lnTo>
                <a:lnTo>
                  <a:pt x="6400" y="7303"/>
                </a:lnTo>
                <a:lnTo>
                  <a:pt x="6204" y="7425"/>
                </a:lnTo>
                <a:lnTo>
                  <a:pt x="6009" y="7498"/>
                </a:lnTo>
                <a:lnTo>
                  <a:pt x="5789" y="7571"/>
                </a:lnTo>
                <a:lnTo>
                  <a:pt x="5569" y="7596"/>
                </a:lnTo>
                <a:lnTo>
                  <a:pt x="5374" y="7620"/>
                </a:lnTo>
                <a:lnTo>
                  <a:pt x="5105" y="7596"/>
                </a:lnTo>
                <a:lnTo>
                  <a:pt x="4861" y="7522"/>
                </a:lnTo>
                <a:lnTo>
                  <a:pt x="4617" y="7425"/>
                </a:lnTo>
                <a:lnTo>
                  <a:pt x="4421" y="7254"/>
                </a:lnTo>
                <a:lnTo>
                  <a:pt x="4250" y="7058"/>
                </a:lnTo>
                <a:lnTo>
                  <a:pt x="4128" y="6839"/>
                </a:lnTo>
                <a:lnTo>
                  <a:pt x="4055" y="6619"/>
                </a:lnTo>
                <a:lnTo>
                  <a:pt x="3982" y="6399"/>
                </a:lnTo>
                <a:lnTo>
                  <a:pt x="3933" y="6204"/>
                </a:lnTo>
                <a:lnTo>
                  <a:pt x="3860" y="6008"/>
                </a:lnTo>
                <a:lnTo>
                  <a:pt x="3762" y="5813"/>
                </a:lnTo>
                <a:lnTo>
                  <a:pt x="3615" y="5617"/>
                </a:lnTo>
                <a:lnTo>
                  <a:pt x="3469" y="5495"/>
                </a:lnTo>
                <a:lnTo>
                  <a:pt x="3322" y="5398"/>
                </a:lnTo>
                <a:lnTo>
                  <a:pt x="3176" y="5324"/>
                </a:lnTo>
                <a:lnTo>
                  <a:pt x="3029" y="5275"/>
                </a:lnTo>
                <a:lnTo>
                  <a:pt x="2858" y="5251"/>
                </a:lnTo>
                <a:lnTo>
                  <a:pt x="2712" y="5251"/>
                </a:lnTo>
                <a:lnTo>
                  <a:pt x="2565" y="5275"/>
                </a:lnTo>
                <a:lnTo>
                  <a:pt x="2419" y="5324"/>
                </a:lnTo>
                <a:lnTo>
                  <a:pt x="2248" y="5373"/>
                </a:lnTo>
                <a:lnTo>
                  <a:pt x="2101" y="5446"/>
                </a:lnTo>
                <a:lnTo>
                  <a:pt x="1808" y="5642"/>
                </a:lnTo>
                <a:lnTo>
                  <a:pt x="1515" y="5886"/>
                </a:lnTo>
                <a:lnTo>
                  <a:pt x="1246" y="6155"/>
                </a:lnTo>
                <a:lnTo>
                  <a:pt x="978" y="6448"/>
                </a:lnTo>
                <a:lnTo>
                  <a:pt x="758" y="6765"/>
                </a:lnTo>
                <a:lnTo>
                  <a:pt x="538" y="7058"/>
                </a:lnTo>
                <a:lnTo>
                  <a:pt x="367" y="7327"/>
                </a:lnTo>
                <a:lnTo>
                  <a:pt x="99" y="7791"/>
                </a:lnTo>
                <a:lnTo>
                  <a:pt x="25" y="7938"/>
                </a:lnTo>
                <a:lnTo>
                  <a:pt x="1" y="8035"/>
                </a:lnTo>
                <a:lnTo>
                  <a:pt x="25" y="8231"/>
                </a:lnTo>
                <a:lnTo>
                  <a:pt x="74" y="8402"/>
                </a:lnTo>
                <a:lnTo>
                  <a:pt x="172" y="8597"/>
                </a:lnTo>
                <a:lnTo>
                  <a:pt x="294" y="8744"/>
                </a:lnTo>
                <a:lnTo>
                  <a:pt x="587" y="9012"/>
                </a:lnTo>
                <a:lnTo>
                  <a:pt x="880" y="9256"/>
                </a:lnTo>
                <a:lnTo>
                  <a:pt x="1417" y="9696"/>
                </a:lnTo>
                <a:lnTo>
                  <a:pt x="1906" y="10062"/>
                </a:lnTo>
                <a:lnTo>
                  <a:pt x="2101" y="10233"/>
                </a:lnTo>
                <a:lnTo>
                  <a:pt x="2297" y="10404"/>
                </a:lnTo>
                <a:lnTo>
                  <a:pt x="2419" y="10575"/>
                </a:lnTo>
                <a:lnTo>
                  <a:pt x="2541" y="10746"/>
                </a:lnTo>
                <a:lnTo>
                  <a:pt x="2590" y="10917"/>
                </a:lnTo>
                <a:lnTo>
                  <a:pt x="2590" y="11113"/>
                </a:lnTo>
                <a:lnTo>
                  <a:pt x="2541" y="11308"/>
                </a:lnTo>
                <a:lnTo>
                  <a:pt x="2443" y="11528"/>
                </a:lnTo>
                <a:lnTo>
                  <a:pt x="2272" y="11772"/>
                </a:lnTo>
                <a:lnTo>
                  <a:pt x="2004" y="12041"/>
                </a:lnTo>
                <a:lnTo>
                  <a:pt x="1833" y="12212"/>
                </a:lnTo>
                <a:lnTo>
                  <a:pt x="1637" y="12309"/>
                </a:lnTo>
                <a:lnTo>
                  <a:pt x="1417" y="12383"/>
                </a:lnTo>
                <a:lnTo>
                  <a:pt x="1222" y="12431"/>
                </a:lnTo>
                <a:lnTo>
                  <a:pt x="1002" y="12480"/>
                </a:lnTo>
                <a:lnTo>
                  <a:pt x="782" y="12578"/>
                </a:lnTo>
                <a:lnTo>
                  <a:pt x="587" y="12700"/>
                </a:lnTo>
                <a:lnTo>
                  <a:pt x="367" y="12871"/>
                </a:lnTo>
                <a:lnTo>
                  <a:pt x="196" y="13066"/>
                </a:lnTo>
                <a:lnTo>
                  <a:pt x="99" y="13286"/>
                </a:lnTo>
                <a:lnTo>
                  <a:pt x="25" y="13530"/>
                </a:lnTo>
                <a:lnTo>
                  <a:pt x="1" y="13799"/>
                </a:lnTo>
                <a:lnTo>
                  <a:pt x="25" y="14019"/>
                </a:lnTo>
                <a:lnTo>
                  <a:pt x="50" y="14239"/>
                </a:lnTo>
                <a:lnTo>
                  <a:pt x="123" y="14434"/>
                </a:lnTo>
                <a:lnTo>
                  <a:pt x="221" y="14654"/>
                </a:lnTo>
                <a:lnTo>
                  <a:pt x="318" y="14825"/>
                </a:lnTo>
                <a:lnTo>
                  <a:pt x="440" y="15020"/>
                </a:lnTo>
                <a:lnTo>
                  <a:pt x="563" y="15191"/>
                </a:lnTo>
                <a:lnTo>
                  <a:pt x="709" y="15362"/>
                </a:lnTo>
                <a:lnTo>
                  <a:pt x="880" y="15509"/>
                </a:lnTo>
                <a:lnTo>
                  <a:pt x="1051" y="15631"/>
                </a:lnTo>
                <a:lnTo>
                  <a:pt x="1246" y="15753"/>
                </a:lnTo>
                <a:lnTo>
                  <a:pt x="1442" y="15875"/>
                </a:lnTo>
                <a:lnTo>
                  <a:pt x="1637" y="15948"/>
                </a:lnTo>
                <a:lnTo>
                  <a:pt x="1857" y="16022"/>
                </a:lnTo>
                <a:lnTo>
                  <a:pt x="2052" y="16046"/>
                </a:lnTo>
                <a:lnTo>
                  <a:pt x="2272" y="16070"/>
                </a:lnTo>
                <a:lnTo>
                  <a:pt x="2541" y="16046"/>
                </a:lnTo>
                <a:lnTo>
                  <a:pt x="2785" y="15973"/>
                </a:lnTo>
                <a:lnTo>
                  <a:pt x="3005" y="15875"/>
                </a:lnTo>
                <a:lnTo>
                  <a:pt x="3200" y="15704"/>
                </a:lnTo>
                <a:lnTo>
                  <a:pt x="3371" y="15509"/>
                </a:lnTo>
                <a:lnTo>
                  <a:pt x="3493" y="15289"/>
                </a:lnTo>
                <a:lnTo>
                  <a:pt x="3567" y="15094"/>
                </a:lnTo>
                <a:lnTo>
                  <a:pt x="3615" y="14874"/>
                </a:lnTo>
                <a:lnTo>
                  <a:pt x="3689" y="14654"/>
                </a:lnTo>
                <a:lnTo>
                  <a:pt x="3762" y="14459"/>
                </a:lnTo>
                <a:lnTo>
                  <a:pt x="3860" y="14239"/>
                </a:lnTo>
                <a:lnTo>
                  <a:pt x="4031" y="14068"/>
                </a:lnTo>
                <a:lnTo>
                  <a:pt x="4299" y="13824"/>
                </a:lnTo>
                <a:lnTo>
                  <a:pt x="4544" y="13628"/>
                </a:lnTo>
                <a:lnTo>
                  <a:pt x="4763" y="13530"/>
                </a:lnTo>
                <a:lnTo>
                  <a:pt x="4959" y="13482"/>
                </a:lnTo>
                <a:lnTo>
                  <a:pt x="5154" y="13482"/>
                </a:lnTo>
                <a:lnTo>
                  <a:pt x="5325" y="13530"/>
                </a:lnTo>
                <a:lnTo>
                  <a:pt x="5496" y="13653"/>
                </a:lnTo>
                <a:lnTo>
                  <a:pt x="5667" y="13775"/>
                </a:lnTo>
                <a:lnTo>
                  <a:pt x="5838" y="13970"/>
                </a:lnTo>
                <a:lnTo>
                  <a:pt x="6009" y="14165"/>
                </a:lnTo>
                <a:lnTo>
                  <a:pt x="6375" y="14654"/>
                </a:lnTo>
                <a:lnTo>
                  <a:pt x="6815" y="15191"/>
                </a:lnTo>
                <a:lnTo>
                  <a:pt x="7059" y="15484"/>
                </a:lnTo>
                <a:lnTo>
                  <a:pt x="7328" y="15777"/>
                </a:lnTo>
                <a:lnTo>
                  <a:pt x="7474" y="15899"/>
                </a:lnTo>
                <a:lnTo>
                  <a:pt x="7670" y="15997"/>
                </a:lnTo>
                <a:lnTo>
                  <a:pt x="7841" y="16046"/>
                </a:lnTo>
                <a:lnTo>
                  <a:pt x="8036" y="16070"/>
                </a:lnTo>
                <a:lnTo>
                  <a:pt x="8134" y="16046"/>
                </a:lnTo>
                <a:lnTo>
                  <a:pt x="8280" y="15973"/>
                </a:lnTo>
                <a:lnTo>
                  <a:pt x="8744" y="15704"/>
                </a:lnTo>
                <a:lnTo>
                  <a:pt x="9013" y="15533"/>
                </a:lnTo>
                <a:lnTo>
                  <a:pt x="9306" y="15313"/>
                </a:lnTo>
                <a:lnTo>
                  <a:pt x="9623" y="15094"/>
                </a:lnTo>
                <a:lnTo>
                  <a:pt x="9917" y="14825"/>
                </a:lnTo>
                <a:lnTo>
                  <a:pt x="10185" y="14556"/>
                </a:lnTo>
                <a:lnTo>
                  <a:pt x="10429" y="14263"/>
                </a:lnTo>
                <a:lnTo>
                  <a:pt x="10625" y="13970"/>
                </a:lnTo>
                <a:lnTo>
                  <a:pt x="10698" y="13824"/>
                </a:lnTo>
                <a:lnTo>
                  <a:pt x="10747" y="13653"/>
                </a:lnTo>
                <a:lnTo>
                  <a:pt x="10796" y="13506"/>
                </a:lnTo>
                <a:lnTo>
                  <a:pt x="10820" y="13359"/>
                </a:lnTo>
                <a:lnTo>
                  <a:pt x="10820" y="13213"/>
                </a:lnTo>
                <a:lnTo>
                  <a:pt x="10796" y="13042"/>
                </a:lnTo>
                <a:lnTo>
                  <a:pt x="10747" y="12895"/>
                </a:lnTo>
                <a:lnTo>
                  <a:pt x="10674" y="12749"/>
                </a:lnTo>
                <a:lnTo>
                  <a:pt x="10576" y="12602"/>
                </a:lnTo>
                <a:lnTo>
                  <a:pt x="10454" y="12456"/>
                </a:lnTo>
                <a:lnTo>
                  <a:pt x="10258" y="12309"/>
                </a:lnTo>
                <a:lnTo>
                  <a:pt x="10063" y="12212"/>
                </a:lnTo>
                <a:lnTo>
                  <a:pt x="9868" y="12138"/>
                </a:lnTo>
                <a:lnTo>
                  <a:pt x="9648" y="12065"/>
                </a:lnTo>
                <a:lnTo>
                  <a:pt x="9428" y="12016"/>
                </a:lnTo>
                <a:lnTo>
                  <a:pt x="9208" y="11919"/>
                </a:lnTo>
                <a:lnTo>
                  <a:pt x="9013" y="11821"/>
                </a:lnTo>
                <a:lnTo>
                  <a:pt x="8818" y="11650"/>
                </a:lnTo>
                <a:lnTo>
                  <a:pt x="8647" y="11454"/>
                </a:lnTo>
                <a:lnTo>
                  <a:pt x="8549" y="11235"/>
                </a:lnTo>
                <a:lnTo>
                  <a:pt x="8476" y="10990"/>
                </a:lnTo>
                <a:lnTo>
                  <a:pt x="8451" y="10697"/>
                </a:lnTo>
                <a:lnTo>
                  <a:pt x="8476" y="10502"/>
                </a:lnTo>
                <a:lnTo>
                  <a:pt x="8500" y="10282"/>
                </a:lnTo>
                <a:lnTo>
                  <a:pt x="8573" y="10087"/>
                </a:lnTo>
                <a:lnTo>
                  <a:pt x="8647" y="9891"/>
                </a:lnTo>
                <a:lnTo>
                  <a:pt x="8744" y="9696"/>
                </a:lnTo>
                <a:lnTo>
                  <a:pt x="8866" y="9501"/>
                </a:lnTo>
                <a:lnTo>
                  <a:pt x="9013" y="9330"/>
                </a:lnTo>
                <a:lnTo>
                  <a:pt x="9159" y="9159"/>
                </a:lnTo>
                <a:lnTo>
                  <a:pt x="9330" y="9012"/>
                </a:lnTo>
                <a:lnTo>
                  <a:pt x="9501" y="8890"/>
                </a:lnTo>
                <a:lnTo>
                  <a:pt x="9672" y="8768"/>
                </a:lnTo>
                <a:lnTo>
                  <a:pt x="9868" y="8646"/>
                </a:lnTo>
                <a:lnTo>
                  <a:pt x="10063" y="8573"/>
                </a:lnTo>
                <a:lnTo>
                  <a:pt x="10283" y="8499"/>
                </a:lnTo>
                <a:lnTo>
                  <a:pt x="10503" y="8475"/>
                </a:lnTo>
                <a:lnTo>
                  <a:pt x="10698" y="8450"/>
                </a:lnTo>
                <a:lnTo>
                  <a:pt x="10967" y="8475"/>
                </a:lnTo>
                <a:lnTo>
                  <a:pt x="11211" y="8548"/>
                </a:lnTo>
                <a:lnTo>
                  <a:pt x="11455" y="8646"/>
                </a:lnTo>
                <a:lnTo>
                  <a:pt x="11651" y="8817"/>
                </a:lnTo>
                <a:lnTo>
                  <a:pt x="11822" y="9012"/>
                </a:lnTo>
                <a:lnTo>
                  <a:pt x="11944" y="9232"/>
                </a:lnTo>
                <a:lnTo>
                  <a:pt x="12017" y="9452"/>
                </a:lnTo>
                <a:lnTo>
                  <a:pt x="12090" y="9672"/>
                </a:lnTo>
                <a:lnTo>
                  <a:pt x="12139" y="9867"/>
                </a:lnTo>
                <a:lnTo>
                  <a:pt x="12212" y="10062"/>
                </a:lnTo>
                <a:lnTo>
                  <a:pt x="12310" y="10258"/>
                </a:lnTo>
                <a:lnTo>
                  <a:pt x="12457" y="10453"/>
                </a:lnTo>
                <a:lnTo>
                  <a:pt x="12603" y="10575"/>
                </a:lnTo>
                <a:lnTo>
                  <a:pt x="12750" y="10673"/>
                </a:lnTo>
                <a:lnTo>
                  <a:pt x="12896" y="10746"/>
                </a:lnTo>
                <a:lnTo>
                  <a:pt x="13043" y="10795"/>
                </a:lnTo>
                <a:lnTo>
                  <a:pt x="13214" y="10819"/>
                </a:lnTo>
                <a:lnTo>
                  <a:pt x="13360" y="10819"/>
                </a:lnTo>
                <a:lnTo>
                  <a:pt x="13507" y="10795"/>
                </a:lnTo>
                <a:lnTo>
                  <a:pt x="13653" y="10746"/>
                </a:lnTo>
                <a:lnTo>
                  <a:pt x="13824" y="10697"/>
                </a:lnTo>
                <a:lnTo>
                  <a:pt x="13971" y="10624"/>
                </a:lnTo>
                <a:lnTo>
                  <a:pt x="14264" y="10429"/>
                </a:lnTo>
                <a:lnTo>
                  <a:pt x="14557" y="10184"/>
                </a:lnTo>
                <a:lnTo>
                  <a:pt x="14826" y="9916"/>
                </a:lnTo>
                <a:lnTo>
                  <a:pt x="15094" y="9623"/>
                </a:lnTo>
                <a:lnTo>
                  <a:pt x="15314" y="9305"/>
                </a:lnTo>
                <a:lnTo>
                  <a:pt x="15534" y="9012"/>
                </a:lnTo>
                <a:lnTo>
                  <a:pt x="15705" y="8744"/>
                </a:lnTo>
                <a:lnTo>
                  <a:pt x="15973" y="8279"/>
                </a:lnTo>
                <a:lnTo>
                  <a:pt x="16047" y="8133"/>
                </a:lnTo>
                <a:lnTo>
                  <a:pt x="16071" y="8035"/>
                </a:lnTo>
                <a:lnTo>
                  <a:pt x="16047" y="7840"/>
                </a:lnTo>
                <a:lnTo>
                  <a:pt x="15998" y="7669"/>
                </a:lnTo>
                <a:lnTo>
                  <a:pt x="15900" y="7474"/>
                </a:lnTo>
                <a:lnTo>
                  <a:pt x="15778" y="7327"/>
                </a:lnTo>
                <a:lnTo>
                  <a:pt x="15485" y="7058"/>
                </a:lnTo>
                <a:lnTo>
                  <a:pt x="15192" y="6814"/>
                </a:lnTo>
                <a:lnTo>
                  <a:pt x="14655" y="6374"/>
                </a:lnTo>
                <a:lnTo>
                  <a:pt x="14166" y="6008"/>
                </a:lnTo>
                <a:lnTo>
                  <a:pt x="13971" y="5837"/>
                </a:lnTo>
                <a:lnTo>
                  <a:pt x="13775" y="5666"/>
                </a:lnTo>
                <a:lnTo>
                  <a:pt x="13653" y="5495"/>
                </a:lnTo>
                <a:lnTo>
                  <a:pt x="13531" y="5324"/>
                </a:lnTo>
                <a:lnTo>
                  <a:pt x="13482" y="5153"/>
                </a:lnTo>
                <a:lnTo>
                  <a:pt x="13482" y="4958"/>
                </a:lnTo>
                <a:lnTo>
                  <a:pt x="13531" y="4763"/>
                </a:lnTo>
                <a:lnTo>
                  <a:pt x="13629" y="4543"/>
                </a:lnTo>
                <a:lnTo>
                  <a:pt x="13800" y="4299"/>
                </a:lnTo>
                <a:lnTo>
                  <a:pt x="14068" y="4030"/>
                </a:lnTo>
                <a:lnTo>
                  <a:pt x="14239" y="3859"/>
                </a:lnTo>
                <a:lnTo>
                  <a:pt x="14435" y="3761"/>
                </a:lnTo>
                <a:lnTo>
                  <a:pt x="14655" y="3688"/>
                </a:lnTo>
                <a:lnTo>
                  <a:pt x="14850" y="3639"/>
                </a:lnTo>
                <a:lnTo>
                  <a:pt x="15070" y="3590"/>
                </a:lnTo>
                <a:lnTo>
                  <a:pt x="15290" y="3493"/>
                </a:lnTo>
                <a:lnTo>
                  <a:pt x="15485" y="3370"/>
                </a:lnTo>
                <a:lnTo>
                  <a:pt x="15705" y="3199"/>
                </a:lnTo>
                <a:lnTo>
                  <a:pt x="15876" y="3004"/>
                </a:lnTo>
                <a:lnTo>
                  <a:pt x="15973" y="2784"/>
                </a:lnTo>
                <a:lnTo>
                  <a:pt x="16047" y="2540"/>
                </a:lnTo>
                <a:lnTo>
                  <a:pt x="16071" y="2271"/>
                </a:lnTo>
                <a:lnTo>
                  <a:pt x="16047" y="2052"/>
                </a:lnTo>
                <a:lnTo>
                  <a:pt x="16022" y="1832"/>
                </a:lnTo>
                <a:lnTo>
                  <a:pt x="15949" y="1636"/>
                </a:lnTo>
                <a:lnTo>
                  <a:pt x="15851" y="1417"/>
                </a:lnTo>
                <a:lnTo>
                  <a:pt x="15754" y="1246"/>
                </a:lnTo>
                <a:lnTo>
                  <a:pt x="15632" y="1050"/>
                </a:lnTo>
                <a:lnTo>
                  <a:pt x="15509" y="879"/>
                </a:lnTo>
                <a:lnTo>
                  <a:pt x="15363" y="708"/>
                </a:lnTo>
                <a:lnTo>
                  <a:pt x="15192" y="562"/>
                </a:lnTo>
                <a:lnTo>
                  <a:pt x="15021" y="440"/>
                </a:lnTo>
                <a:lnTo>
                  <a:pt x="14826" y="318"/>
                </a:lnTo>
                <a:lnTo>
                  <a:pt x="14630" y="195"/>
                </a:lnTo>
                <a:lnTo>
                  <a:pt x="14435" y="122"/>
                </a:lnTo>
                <a:lnTo>
                  <a:pt x="14215" y="49"/>
                </a:lnTo>
                <a:lnTo>
                  <a:pt x="14020" y="24"/>
                </a:lnTo>
                <a:lnTo>
                  <a:pt x="13800" y="0"/>
                </a:lnTo>
                <a:lnTo>
                  <a:pt x="13531" y="24"/>
                </a:lnTo>
                <a:lnTo>
                  <a:pt x="13287" y="98"/>
                </a:lnTo>
                <a:lnTo>
                  <a:pt x="13067" y="195"/>
                </a:lnTo>
                <a:lnTo>
                  <a:pt x="12872" y="366"/>
                </a:lnTo>
                <a:lnTo>
                  <a:pt x="12701" y="562"/>
                </a:lnTo>
                <a:lnTo>
                  <a:pt x="12579" y="782"/>
                </a:lnTo>
                <a:lnTo>
                  <a:pt x="12505" y="977"/>
                </a:lnTo>
                <a:lnTo>
                  <a:pt x="12457" y="1197"/>
                </a:lnTo>
                <a:lnTo>
                  <a:pt x="12383" y="1417"/>
                </a:lnTo>
                <a:lnTo>
                  <a:pt x="12310" y="1612"/>
                </a:lnTo>
                <a:lnTo>
                  <a:pt x="12212" y="1832"/>
                </a:lnTo>
                <a:lnTo>
                  <a:pt x="12041" y="2003"/>
                </a:lnTo>
                <a:lnTo>
                  <a:pt x="11773" y="2271"/>
                </a:lnTo>
                <a:lnTo>
                  <a:pt x="11528" y="2442"/>
                </a:lnTo>
                <a:lnTo>
                  <a:pt x="11309" y="2540"/>
                </a:lnTo>
                <a:lnTo>
                  <a:pt x="11113" y="2589"/>
                </a:lnTo>
                <a:lnTo>
                  <a:pt x="10918" y="2589"/>
                </a:lnTo>
                <a:lnTo>
                  <a:pt x="10747" y="2540"/>
                </a:lnTo>
                <a:lnTo>
                  <a:pt x="10576" y="2418"/>
                </a:lnTo>
                <a:lnTo>
                  <a:pt x="10405" y="2296"/>
                </a:lnTo>
                <a:lnTo>
                  <a:pt x="10234" y="2100"/>
                </a:lnTo>
                <a:lnTo>
                  <a:pt x="10063" y="1905"/>
                </a:lnTo>
                <a:lnTo>
                  <a:pt x="9697" y="1417"/>
                </a:lnTo>
                <a:lnTo>
                  <a:pt x="9257" y="879"/>
                </a:lnTo>
                <a:lnTo>
                  <a:pt x="9013" y="586"/>
                </a:lnTo>
                <a:lnTo>
                  <a:pt x="8744" y="293"/>
                </a:lnTo>
                <a:lnTo>
                  <a:pt x="8598" y="171"/>
                </a:lnTo>
                <a:lnTo>
                  <a:pt x="8402" y="73"/>
                </a:lnTo>
                <a:lnTo>
                  <a:pt x="8231" y="24"/>
                </a:lnTo>
                <a:lnTo>
                  <a:pt x="803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pic>
        <p:nvPicPr>
          <p:cNvPr id="225" name="Google Shape;225;p24"/>
          <p:cNvPicPr preferRelativeResize="0"/>
          <p:nvPr/>
        </p:nvPicPr>
        <p:blipFill rotWithShape="1">
          <a:blip r:embed="rId1"/>
          <a:srcRect/>
          <a:stretch>
            <a:fillRect/>
          </a:stretch>
        </p:blipFill>
        <p:spPr>
          <a:xfrm>
            <a:off x="3962400" y="2952750"/>
            <a:ext cx="2819400" cy="1578864"/>
          </a:xfrm>
          <a:prstGeom prst="rect">
            <a:avLst/>
          </a:prstGeom>
          <a:noFill/>
          <a:ln>
            <a:noFill/>
          </a:ln>
        </p:spPr>
      </p:pic>
      <p:pic>
        <p:nvPicPr>
          <p:cNvPr id="226" name="Google Shape;226;p24"/>
          <p:cNvPicPr preferRelativeResize="0"/>
          <p:nvPr/>
        </p:nvPicPr>
        <p:blipFill rotWithShape="1">
          <a:blip r:embed="rId2"/>
          <a:srcRect/>
          <a:stretch>
            <a:fillRect/>
          </a:stretch>
        </p:blipFill>
        <p:spPr>
          <a:xfrm>
            <a:off x="5943600" y="1581150"/>
            <a:ext cx="2337200" cy="1354784"/>
          </a:xfrm>
          <a:prstGeom prst="rect">
            <a:avLst/>
          </a:prstGeom>
          <a:noFill/>
          <a:ln>
            <a:noFill/>
          </a:ln>
        </p:spPr>
      </p:pic>
      <p:pic>
        <p:nvPicPr>
          <p:cNvPr id="227" name="Google Shape;227;p24"/>
          <p:cNvPicPr preferRelativeResize="0"/>
          <p:nvPr/>
        </p:nvPicPr>
        <p:blipFill rotWithShape="1">
          <a:blip r:embed="rId3"/>
          <a:srcRect/>
          <a:stretch>
            <a:fillRect/>
          </a:stretch>
        </p:blipFill>
        <p:spPr>
          <a:xfrm>
            <a:off x="3962400" y="1684077"/>
            <a:ext cx="1752600" cy="1251857"/>
          </a:xfrm>
          <a:prstGeom prst="rect">
            <a:avLst/>
          </a:prstGeom>
          <a:noFill/>
          <a:ln>
            <a:noFill/>
          </a:ln>
        </p:spPr>
      </p:pic>
      <p:sp>
        <p:nvSpPr>
          <p:cNvPr id="228" name="Google Shape;228;p24"/>
          <p:cNvSpPr txBox="1"/>
          <p:nvPr/>
        </p:nvSpPr>
        <p:spPr>
          <a:xfrm>
            <a:off x="6858000" y="3409950"/>
            <a:ext cx="1771650"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Raleway"/>
                <a:ea typeface="Raleway"/>
                <a:cs typeface="Raleway"/>
                <a:sym typeface="Raleway"/>
              </a:rPr>
              <a:t>Sử dụng phương pháp chiếu xạ nâng cao chất lượng thực phẩm</a:t>
            </a:r>
            <a:endParaRPr sz="1400" b="0" i="0" u="none" strike="noStrike" cap="none">
              <a:solidFill>
                <a:srgbClr val="000000"/>
              </a:solidFill>
              <a:latin typeface="Raleway"/>
              <a:ea typeface="Raleway"/>
              <a:cs typeface="Raleway"/>
              <a:sym typeface="Raleway"/>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5"/>
          <p:cNvSpPr txBox="1">
            <a:spLocks noGrp="1"/>
          </p:cNvSpPr>
          <p:nvPr>
            <p:ph type="ctrTitle" idx="4294967295"/>
          </p:nvPr>
        </p:nvSpPr>
        <p:spPr>
          <a:xfrm>
            <a:off x="972175" y="648000"/>
            <a:ext cx="7199700" cy="894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5800"/>
              <a:buFont typeface="Raleway ExtraBold"/>
              <a:buNone/>
            </a:pPr>
            <a:r>
              <a:rPr lang="en-US" sz="4800" b="0" i="0" u="none" strike="noStrike" cap="none">
                <a:solidFill>
                  <a:srgbClr val="FFFFFF"/>
                </a:solidFill>
                <a:latin typeface="Raleway ExtraBold"/>
                <a:ea typeface="Raleway ExtraBold"/>
                <a:cs typeface="Raleway ExtraBold"/>
                <a:sym typeface="Raleway ExtraBold"/>
              </a:rPr>
              <a:t>Củng cố kiến thức</a:t>
            </a:r>
            <a:endParaRPr sz="4800" b="0" i="0" u="none" strike="noStrike" cap="none">
              <a:solidFill>
                <a:srgbClr val="FFFFFF"/>
              </a:solidFill>
              <a:latin typeface="Raleway ExtraBold"/>
              <a:ea typeface="Raleway ExtraBold"/>
              <a:cs typeface="Raleway ExtraBold"/>
              <a:sym typeface="Raleway ExtraBold"/>
            </a:endParaRPr>
          </a:p>
        </p:txBody>
      </p:sp>
      <p:sp>
        <p:nvSpPr>
          <p:cNvPr id="234" name="Google Shape;234;p25"/>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
              <a:buNone/>
            </a:pPr>
            <a:fld id="{00000000-1234-1234-1234-123412341234}" type="slidenum">
              <a:rPr lang="en-US"/>
            </a:fld>
            <a:endParaRPr lang="en-US"/>
          </a:p>
        </p:txBody>
      </p:sp>
      <p:grpSp>
        <p:nvGrpSpPr>
          <p:cNvPr id="235" name="Google Shape;235;p25"/>
          <p:cNvGrpSpPr/>
          <p:nvPr/>
        </p:nvGrpSpPr>
        <p:grpSpPr>
          <a:xfrm>
            <a:off x="8056529" y="173652"/>
            <a:ext cx="793438" cy="1034192"/>
            <a:chOff x="2624850" y="4296000"/>
            <a:chExt cx="380400" cy="495825"/>
          </a:xfrm>
        </p:grpSpPr>
        <p:sp>
          <p:nvSpPr>
            <p:cNvPr id="236" name="Google Shape;236;p25"/>
            <p:cNvSpPr/>
            <p:nvPr/>
          </p:nvSpPr>
          <p:spPr>
            <a:xfrm>
              <a:off x="2845875" y="4296000"/>
              <a:ext cx="126425" cy="125800"/>
            </a:xfrm>
            <a:custGeom>
              <a:avLst/>
              <a:gdLst/>
              <a:ahLst/>
              <a:cxnLst/>
              <a:rect l="l" t="t" r="r" b="b"/>
              <a:pathLst>
                <a:path w="5057" h="5032" extrusionOk="0">
                  <a:moveTo>
                    <a:pt x="4812" y="1"/>
                  </a:moveTo>
                  <a:lnTo>
                    <a:pt x="4372" y="74"/>
                  </a:lnTo>
                  <a:lnTo>
                    <a:pt x="3762" y="196"/>
                  </a:lnTo>
                  <a:lnTo>
                    <a:pt x="3053" y="392"/>
                  </a:lnTo>
                  <a:lnTo>
                    <a:pt x="2321" y="636"/>
                  </a:lnTo>
                  <a:lnTo>
                    <a:pt x="1612" y="929"/>
                  </a:lnTo>
                  <a:lnTo>
                    <a:pt x="1295" y="1075"/>
                  </a:lnTo>
                  <a:lnTo>
                    <a:pt x="1026" y="1222"/>
                  </a:lnTo>
                  <a:lnTo>
                    <a:pt x="782" y="1368"/>
                  </a:lnTo>
                  <a:lnTo>
                    <a:pt x="611" y="1515"/>
                  </a:lnTo>
                  <a:lnTo>
                    <a:pt x="489" y="1662"/>
                  </a:lnTo>
                  <a:lnTo>
                    <a:pt x="367" y="1808"/>
                  </a:lnTo>
                  <a:lnTo>
                    <a:pt x="269" y="1979"/>
                  </a:lnTo>
                  <a:lnTo>
                    <a:pt x="172" y="2150"/>
                  </a:lnTo>
                  <a:lnTo>
                    <a:pt x="123" y="2321"/>
                  </a:lnTo>
                  <a:lnTo>
                    <a:pt x="74" y="2492"/>
                  </a:lnTo>
                  <a:lnTo>
                    <a:pt x="25" y="2687"/>
                  </a:lnTo>
                  <a:lnTo>
                    <a:pt x="1" y="2858"/>
                  </a:lnTo>
                  <a:lnTo>
                    <a:pt x="1" y="3054"/>
                  </a:lnTo>
                  <a:lnTo>
                    <a:pt x="25" y="3225"/>
                  </a:lnTo>
                  <a:lnTo>
                    <a:pt x="49" y="3420"/>
                  </a:lnTo>
                  <a:lnTo>
                    <a:pt x="98" y="3591"/>
                  </a:lnTo>
                  <a:lnTo>
                    <a:pt x="172" y="3762"/>
                  </a:lnTo>
                  <a:lnTo>
                    <a:pt x="245" y="3933"/>
                  </a:lnTo>
                  <a:lnTo>
                    <a:pt x="342" y="4104"/>
                  </a:lnTo>
                  <a:lnTo>
                    <a:pt x="440" y="4250"/>
                  </a:lnTo>
                  <a:lnTo>
                    <a:pt x="2638" y="2052"/>
                  </a:lnTo>
                  <a:lnTo>
                    <a:pt x="2736" y="2003"/>
                  </a:lnTo>
                  <a:lnTo>
                    <a:pt x="2809" y="1979"/>
                  </a:lnTo>
                  <a:lnTo>
                    <a:pt x="2907" y="2003"/>
                  </a:lnTo>
                  <a:lnTo>
                    <a:pt x="2980" y="2052"/>
                  </a:lnTo>
                  <a:lnTo>
                    <a:pt x="3029" y="2126"/>
                  </a:lnTo>
                  <a:lnTo>
                    <a:pt x="3053" y="2223"/>
                  </a:lnTo>
                  <a:lnTo>
                    <a:pt x="3029" y="2321"/>
                  </a:lnTo>
                  <a:lnTo>
                    <a:pt x="2980" y="2394"/>
                  </a:lnTo>
                  <a:lnTo>
                    <a:pt x="782" y="4592"/>
                  </a:lnTo>
                  <a:lnTo>
                    <a:pt x="953" y="4690"/>
                  </a:lnTo>
                  <a:lnTo>
                    <a:pt x="1100" y="4788"/>
                  </a:lnTo>
                  <a:lnTo>
                    <a:pt x="1271" y="4885"/>
                  </a:lnTo>
                  <a:lnTo>
                    <a:pt x="1466" y="4934"/>
                  </a:lnTo>
                  <a:lnTo>
                    <a:pt x="1637" y="4983"/>
                  </a:lnTo>
                  <a:lnTo>
                    <a:pt x="1808" y="5008"/>
                  </a:lnTo>
                  <a:lnTo>
                    <a:pt x="2003" y="5032"/>
                  </a:lnTo>
                  <a:lnTo>
                    <a:pt x="2174" y="5032"/>
                  </a:lnTo>
                  <a:lnTo>
                    <a:pt x="2370" y="5008"/>
                  </a:lnTo>
                  <a:lnTo>
                    <a:pt x="2541" y="4983"/>
                  </a:lnTo>
                  <a:lnTo>
                    <a:pt x="2712" y="4934"/>
                  </a:lnTo>
                  <a:lnTo>
                    <a:pt x="2907" y="4861"/>
                  </a:lnTo>
                  <a:lnTo>
                    <a:pt x="3053" y="4788"/>
                  </a:lnTo>
                  <a:lnTo>
                    <a:pt x="3224" y="4690"/>
                  </a:lnTo>
                  <a:lnTo>
                    <a:pt x="3371" y="4568"/>
                  </a:lnTo>
                  <a:lnTo>
                    <a:pt x="3517" y="4421"/>
                  </a:lnTo>
                  <a:lnTo>
                    <a:pt x="3664" y="4250"/>
                  </a:lnTo>
                  <a:lnTo>
                    <a:pt x="3835" y="4006"/>
                  </a:lnTo>
                  <a:lnTo>
                    <a:pt x="3981" y="3738"/>
                  </a:lnTo>
                  <a:lnTo>
                    <a:pt x="4128" y="3420"/>
                  </a:lnTo>
                  <a:lnTo>
                    <a:pt x="4397" y="2736"/>
                  </a:lnTo>
                  <a:lnTo>
                    <a:pt x="4641" y="1979"/>
                  </a:lnTo>
                  <a:lnTo>
                    <a:pt x="4836" y="1271"/>
                  </a:lnTo>
                  <a:lnTo>
                    <a:pt x="4983" y="660"/>
                  </a:lnTo>
                  <a:lnTo>
                    <a:pt x="5032" y="221"/>
                  </a:lnTo>
                  <a:lnTo>
                    <a:pt x="5056" y="98"/>
                  </a:lnTo>
                  <a:lnTo>
                    <a:pt x="5032" y="25"/>
                  </a:lnTo>
                  <a:lnTo>
                    <a:pt x="4958"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237" name="Google Shape;237;p25"/>
            <p:cNvSpPr/>
            <p:nvPr/>
          </p:nvSpPr>
          <p:spPr>
            <a:xfrm>
              <a:off x="2635850" y="4316150"/>
              <a:ext cx="369400" cy="475675"/>
            </a:xfrm>
            <a:custGeom>
              <a:avLst/>
              <a:gdLst/>
              <a:ahLst/>
              <a:cxnLst/>
              <a:rect l="l" t="t" r="r" b="b"/>
              <a:pathLst>
                <a:path w="14776" h="19027" extrusionOk="0">
                  <a:moveTo>
                    <a:pt x="7400" y="1"/>
                  </a:moveTo>
                  <a:lnTo>
                    <a:pt x="7254" y="25"/>
                  </a:lnTo>
                  <a:lnTo>
                    <a:pt x="7132" y="50"/>
                  </a:lnTo>
                  <a:lnTo>
                    <a:pt x="7034" y="123"/>
                  </a:lnTo>
                  <a:lnTo>
                    <a:pt x="6936" y="196"/>
                  </a:lnTo>
                  <a:lnTo>
                    <a:pt x="6863" y="294"/>
                  </a:lnTo>
                  <a:lnTo>
                    <a:pt x="6790" y="392"/>
                  </a:lnTo>
                  <a:lnTo>
                    <a:pt x="6765" y="514"/>
                  </a:lnTo>
                  <a:lnTo>
                    <a:pt x="6741" y="636"/>
                  </a:lnTo>
                  <a:lnTo>
                    <a:pt x="6741" y="4226"/>
                  </a:lnTo>
                  <a:lnTo>
                    <a:pt x="6887" y="4592"/>
                  </a:lnTo>
                  <a:lnTo>
                    <a:pt x="7009" y="4959"/>
                  </a:lnTo>
                  <a:lnTo>
                    <a:pt x="7058" y="5325"/>
                  </a:lnTo>
                  <a:lnTo>
                    <a:pt x="7083" y="5716"/>
                  </a:lnTo>
                  <a:lnTo>
                    <a:pt x="7058" y="6107"/>
                  </a:lnTo>
                  <a:lnTo>
                    <a:pt x="7009" y="6473"/>
                  </a:lnTo>
                  <a:lnTo>
                    <a:pt x="6887" y="6864"/>
                  </a:lnTo>
                  <a:lnTo>
                    <a:pt x="6741" y="7230"/>
                  </a:lnTo>
                  <a:lnTo>
                    <a:pt x="6741" y="13629"/>
                  </a:lnTo>
                  <a:lnTo>
                    <a:pt x="6203" y="13678"/>
                  </a:lnTo>
                  <a:lnTo>
                    <a:pt x="5666" y="13775"/>
                  </a:lnTo>
                  <a:lnTo>
                    <a:pt x="5153" y="13897"/>
                  </a:lnTo>
                  <a:lnTo>
                    <a:pt x="4640" y="14044"/>
                  </a:lnTo>
                  <a:lnTo>
                    <a:pt x="4152" y="14239"/>
                  </a:lnTo>
                  <a:lnTo>
                    <a:pt x="3688" y="14459"/>
                  </a:lnTo>
                  <a:lnTo>
                    <a:pt x="3224" y="14703"/>
                  </a:lnTo>
                  <a:lnTo>
                    <a:pt x="2784" y="14972"/>
                  </a:lnTo>
                  <a:lnTo>
                    <a:pt x="2369" y="15265"/>
                  </a:lnTo>
                  <a:lnTo>
                    <a:pt x="1954" y="15583"/>
                  </a:lnTo>
                  <a:lnTo>
                    <a:pt x="1588" y="15925"/>
                  </a:lnTo>
                  <a:lnTo>
                    <a:pt x="1221" y="16291"/>
                  </a:lnTo>
                  <a:lnTo>
                    <a:pt x="879" y="16682"/>
                  </a:lnTo>
                  <a:lnTo>
                    <a:pt x="562" y="17097"/>
                  </a:lnTo>
                  <a:lnTo>
                    <a:pt x="269" y="17512"/>
                  </a:lnTo>
                  <a:lnTo>
                    <a:pt x="0" y="17952"/>
                  </a:lnTo>
                  <a:lnTo>
                    <a:pt x="293" y="18074"/>
                  </a:lnTo>
                  <a:lnTo>
                    <a:pt x="611" y="18196"/>
                  </a:lnTo>
                  <a:lnTo>
                    <a:pt x="1319" y="18391"/>
                  </a:lnTo>
                  <a:lnTo>
                    <a:pt x="2125" y="18587"/>
                  </a:lnTo>
                  <a:lnTo>
                    <a:pt x="3053" y="18733"/>
                  </a:lnTo>
                  <a:lnTo>
                    <a:pt x="4030" y="18855"/>
                  </a:lnTo>
                  <a:lnTo>
                    <a:pt x="5104" y="18953"/>
                  </a:lnTo>
                  <a:lnTo>
                    <a:pt x="6228" y="19002"/>
                  </a:lnTo>
                  <a:lnTo>
                    <a:pt x="7376" y="19026"/>
                  </a:lnTo>
                  <a:lnTo>
                    <a:pt x="8548" y="19002"/>
                  </a:lnTo>
                  <a:lnTo>
                    <a:pt x="9672" y="18953"/>
                  </a:lnTo>
                  <a:lnTo>
                    <a:pt x="10746" y="18855"/>
                  </a:lnTo>
                  <a:lnTo>
                    <a:pt x="11723" y="18733"/>
                  </a:lnTo>
                  <a:lnTo>
                    <a:pt x="12651" y="18587"/>
                  </a:lnTo>
                  <a:lnTo>
                    <a:pt x="13457" y="18391"/>
                  </a:lnTo>
                  <a:lnTo>
                    <a:pt x="14165" y="18196"/>
                  </a:lnTo>
                  <a:lnTo>
                    <a:pt x="14483" y="18074"/>
                  </a:lnTo>
                  <a:lnTo>
                    <a:pt x="14776" y="17952"/>
                  </a:lnTo>
                  <a:lnTo>
                    <a:pt x="14507" y="17512"/>
                  </a:lnTo>
                  <a:lnTo>
                    <a:pt x="14214" y="17097"/>
                  </a:lnTo>
                  <a:lnTo>
                    <a:pt x="13897" y="16682"/>
                  </a:lnTo>
                  <a:lnTo>
                    <a:pt x="13555" y="16291"/>
                  </a:lnTo>
                  <a:lnTo>
                    <a:pt x="13188" y="15925"/>
                  </a:lnTo>
                  <a:lnTo>
                    <a:pt x="12822" y="15583"/>
                  </a:lnTo>
                  <a:lnTo>
                    <a:pt x="12407" y="15265"/>
                  </a:lnTo>
                  <a:lnTo>
                    <a:pt x="11992" y="14972"/>
                  </a:lnTo>
                  <a:lnTo>
                    <a:pt x="11552" y="14703"/>
                  </a:lnTo>
                  <a:lnTo>
                    <a:pt x="11088" y="14459"/>
                  </a:lnTo>
                  <a:lnTo>
                    <a:pt x="10624" y="14239"/>
                  </a:lnTo>
                  <a:lnTo>
                    <a:pt x="10136" y="14044"/>
                  </a:lnTo>
                  <a:lnTo>
                    <a:pt x="9623" y="13897"/>
                  </a:lnTo>
                  <a:lnTo>
                    <a:pt x="9110" y="13775"/>
                  </a:lnTo>
                  <a:lnTo>
                    <a:pt x="8573" y="13678"/>
                  </a:lnTo>
                  <a:lnTo>
                    <a:pt x="8035" y="13629"/>
                  </a:lnTo>
                  <a:lnTo>
                    <a:pt x="8035" y="3347"/>
                  </a:lnTo>
                  <a:lnTo>
                    <a:pt x="7913" y="3054"/>
                  </a:lnTo>
                  <a:lnTo>
                    <a:pt x="7840" y="2761"/>
                  </a:lnTo>
                  <a:lnTo>
                    <a:pt x="7791" y="2467"/>
                  </a:lnTo>
                  <a:lnTo>
                    <a:pt x="7767" y="2174"/>
                  </a:lnTo>
                  <a:lnTo>
                    <a:pt x="7791" y="1857"/>
                  </a:lnTo>
                  <a:lnTo>
                    <a:pt x="7840" y="1564"/>
                  </a:lnTo>
                  <a:lnTo>
                    <a:pt x="7913" y="1271"/>
                  </a:lnTo>
                  <a:lnTo>
                    <a:pt x="8035" y="978"/>
                  </a:lnTo>
                  <a:lnTo>
                    <a:pt x="8035" y="636"/>
                  </a:lnTo>
                  <a:lnTo>
                    <a:pt x="8011" y="514"/>
                  </a:lnTo>
                  <a:lnTo>
                    <a:pt x="7986" y="392"/>
                  </a:lnTo>
                  <a:lnTo>
                    <a:pt x="7913" y="294"/>
                  </a:lnTo>
                  <a:lnTo>
                    <a:pt x="7840" y="196"/>
                  </a:lnTo>
                  <a:lnTo>
                    <a:pt x="7742" y="123"/>
                  </a:lnTo>
                  <a:lnTo>
                    <a:pt x="7644" y="50"/>
                  </a:lnTo>
                  <a:lnTo>
                    <a:pt x="7522" y="25"/>
                  </a:lnTo>
                  <a:lnTo>
                    <a:pt x="7400"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238" name="Google Shape;238;p25"/>
            <p:cNvSpPr/>
            <p:nvPr/>
          </p:nvSpPr>
          <p:spPr>
            <a:xfrm>
              <a:off x="2624850" y="4357675"/>
              <a:ext cx="171600" cy="171600"/>
            </a:xfrm>
            <a:custGeom>
              <a:avLst/>
              <a:gdLst/>
              <a:ahLst/>
              <a:cxnLst/>
              <a:rect l="l" t="t" r="r" b="b"/>
              <a:pathLst>
                <a:path w="6864" h="6864" extrusionOk="0">
                  <a:moveTo>
                    <a:pt x="74" y="1"/>
                  </a:moveTo>
                  <a:lnTo>
                    <a:pt x="25" y="25"/>
                  </a:lnTo>
                  <a:lnTo>
                    <a:pt x="0" y="74"/>
                  </a:lnTo>
                  <a:lnTo>
                    <a:pt x="0" y="123"/>
                  </a:lnTo>
                  <a:lnTo>
                    <a:pt x="0" y="318"/>
                  </a:lnTo>
                  <a:lnTo>
                    <a:pt x="25" y="587"/>
                  </a:lnTo>
                  <a:lnTo>
                    <a:pt x="74" y="929"/>
                  </a:lnTo>
                  <a:lnTo>
                    <a:pt x="269" y="1759"/>
                  </a:lnTo>
                  <a:lnTo>
                    <a:pt x="538" y="2736"/>
                  </a:lnTo>
                  <a:lnTo>
                    <a:pt x="880" y="3737"/>
                  </a:lnTo>
                  <a:lnTo>
                    <a:pt x="1051" y="4226"/>
                  </a:lnTo>
                  <a:lnTo>
                    <a:pt x="1246" y="4690"/>
                  </a:lnTo>
                  <a:lnTo>
                    <a:pt x="1441" y="5105"/>
                  </a:lnTo>
                  <a:lnTo>
                    <a:pt x="1661" y="5496"/>
                  </a:lnTo>
                  <a:lnTo>
                    <a:pt x="1857" y="5813"/>
                  </a:lnTo>
                  <a:lnTo>
                    <a:pt x="2076" y="6057"/>
                  </a:lnTo>
                  <a:lnTo>
                    <a:pt x="2272" y="6228"/>
                  </a:lnTo>
                  <a:lnTo>
                    <a:pt x="2492" y="6399"/>
                  </a:lnTo>
                  <a:lnTo>
                    <a:pt x="2711" y="6521"/>
                  </a:lnTo>
                  <a:lnTo>
                    <a:pt x="2956" y="6644"/>
                  </a:lnTo>
                  <a:lnTo>
                    <a:pt x="3200" y="6741"/>
                  </a:lnTo>
                  <a:lnTo>
                    <a:pt x="3444" y="6815"/>
                  </a:lnTo>
                  <a:lnTo>
                    <a:pt x="3688" y="6863"/>
                  </a:lnTo>
                  <a:lnTo>
                    <a:pt x="4201" y="6863"/>
                  </a:lnTo>
                  <a:lnTo>
                    <a:pt x="4445" y="6839"/>
                  </a:lnTo>
                  <a:lnTo>
                    <a:pt x="4690" y="6815"/>
                  </a:lnTo>
                  <a:lnTo>
                    <a:pt x="4958" y="6741"/>
                  </a:lnTo>
                  <a:lnTo>
                    <a:pt x="5178" y="6644"/>
                  </a:lnTo>
                  <a:lnTo>
                    <a:pt x="5422" y="6521"/>
                  </a:lnTo>
                  <a:lnTo>
                    <a:pt x="5642" y="6399"/>
                  </a:lnTo>
                  <a:lnTo>
                    <a:pt x="5862" y="6228"/>
                  </a:lnTo>
                  <a:lnTo>
                    <a:pt x="2198" y="2565"/>
                  </a:lnTo>
                  <a:lnTo>
                    <a:pt x="2150" y="2492"/>
                  </a:lnTo>
                  <a:lnTo>
                    <a:pt x="2125" y="2394"/>
                  </a:lnTo>
                  <a:lnTo>
                    <a:pt x="2150" y="2296"/>
                  </a:lnTo>
                  <a:lnTo>
                    <a:pt x="2198" y="2199"/>
                  </a:lnTo>
                  <a:lnTo>
                    <a:pt x="2296" y="2150"/>
                  </a:lnTo>
                  <a:lnTo>
                    <a:pt x="2394" y="2125"/>
                  </a:lnTo>
                  <a:lnTo>
                    <a:pt x="2492" y="2150"/>
                  </a:lnTo>
                  <a:lnTo>
                    <a:pt x="2565" y="2199"/>
                  </a:lnTo>
                  <a:lnTo>
                    <a:pt x="6228" y="5862"/>
                  </a:lnTo>
                  <a:lnTo>
                    <a:pt x="6375" y="5642"/>
                  </a:lnTo>
                  <a:lnTo>
                    <a:pt x="6521" y="5422"/>
                  </a:lnTo>
                  <a:lnTo>
                    <a:pt x="6643" y="5203"/>
                  </a:lnTo>
                  <a:lnTo>
                    <a:pt x="6741" y="4958"/>
                  </a:lnTo>
                  <a:lnTo>
                    <a:pt x="6814" y="4714"/>
                  </a:lnTo>
                  <a:lnTo>
                    <a:pt x="6839" y="4446"/>
                  </a:lnTo>
                  <a:lnTo>
                    <a:pt x="6863" y="4201"/>
                  </a:lnTo>
                  <a:lnTo>
                    <a:pt x="6863" y="3933"/>
                  </a:lnTo>
                  <a:lnTo>
                    <a:pt x="6839" y="3688"/>
                  </a:lnTo>
                  <a:lnTo>
                    <a:pt x="6814" y="3444"/>
                  </a:lnTo>
                  <a:lnTo>
                    <a:pt x="6741" y="3200"/>
                  </a:lnTo>
                  <a:lnTo>
                    <a:pt x="6643" y="2956"/>
                  </a:lnTo>
                  <a:lnTo>
                    <a:pt x="6521" y="2711"/>
                  </a:lnTo>
                  <a:lnTo>
                    <a:pt x="6399" y="2492"/>
                  </a:lnTo>
                  <a:lnTo>
                    <a:pt x="6228" y="2272"/>
                  </a:lnTo>
                  <a:lnTo>
                    <a:pt x="6057" y="2076"/>
                  </a:lnTo>
                  <a:lnTo>
                    <a:pt x="5813" y="1857"/>
                  </a:lnTo>
                  <a:lnTo>
                    <a:pt x="5496" y="1661"/>
                  </a:lnTo>
                  <a:lnTo>
                    <a:pt x="5105" y="1466"/>
                  </a:lnTo>
                  <a:lnTo>
                    <a:pt x="4690" y="1246"/>
                  </a:lnTo>
                  <a:lnTo>
                    <a:pt x="4226" y="1051"/>
                  </a:lnTo>
                  <a:lnTo>
                    <a:pt x="3737" y="880"/>
                  </a:lnTo>
                  <a:lnTo>
                    <a:pt x="2736" y="538"/>
                  </a:lnTo>
                  <a:lnTo>
                    <a:pt x="1759" y="269"/>
                  </a:lnTo>
                  <a:lnTo>
                    <a:pt x="928" y="74"/>
                  </a:lnTo>
                  <a:lnTo>
                    <a:pt x="587" y="25"/>
                  </a:lnTo>
                  <a:lnTo>
                    <a:pt x="318"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grpSp>
      <p:sp>
        <p:nvSpPr>
          <p:cNvPr id="3" name="TextBox 2"/>
          <p:cNvSpPr txBox="1"/>
          <p:nvPr/>
        </p:nvSpPr>
        <p:spPr>
          <a:xfrm>
            <a:off x="612987" y="3205305"/>
            <a:ext cx="4572000" cy="1384995"/>
          </a:xfrm>
          <a:prstGeom prst="rect">
            <a:avLst/>
          </a:prstGeom>
          <a:noFill/>
        </p:spPr>
        <p:txBody>
          <a:bodyPr wrap="square">
            <a:spAutoFit/>
          </a:bodyPr>
          <a:lstStyle/>
          <a:p>
            <a:r>
              <a:rPr lang="en-US"/>
              <a:t>Tài liệu được chia sẻ bởi Website VnTeach.Com</a:t>
            </a:r>
            <a:endParaRPr lang="en-US"/>
          </a:p>
          <a:p>
            <a:r>
              <a:rPr lang="en-US"/>
              <a:t>https://www.vnteach.com</a:t>
            </a:r>
            <a:endParaRPr lang="en-US"/>
          </a:p>
          <a:p>
            <a:r>
              <a:rPr lang="en-US"/>
              <a:t>Một sản phẩm của cộng đồng facebook Thư Viện VnTeach.Com</a:t>
            </a:r>
            <a:endParaRPr lang="en-US"/>
          </a:p>
          <a:p>
            <a:r>
              <a:rPr lang="en-US"/>
              <a:t>https://www.facebook.com/groups/vnteach/</a:t>
            </a:r>
            <a:endParaRPr lang="en-US"/>
          </a:p>
          <a:p>
            <a:r>
              <a:rPr lang="en-US"/>
              <a:t>https://www.facebook.com/groups/thuvienvnteach/</a:t>
            </a:r>
            <a:endParaRPr lang="en-US"/>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6"/>
          <p:cNvSpPr txBox="1">
            <a:spLocks noGrp="1"/>
          </p:cNvSpPr>
          <p:nvPr>
            <p:ph type="title"/>
          </p:nvPr>
        </p:nvSpPr>
        <p:spPr>
          <a:xfrm>
            <a:off x="922000" y="514350"/>
            <a:ext cx="6866100" cy="85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800"/>
              <a:buNone/>
            </a:pPr>
            <a:r>
              <a:rPr lang="en-US" sz="3000"/>
              <a:t>Hãy xác định phạm vi tần số tương ứng với các dải bước sóng</a:t>
            </a:r>
            <a:endParaRPr sz="3000"/>
          </a:p>
        </p:txBody>
      </p:sp>
      <p:graphicFrame>
        <p:nvGraphicFramePr>
          <p:cNvPr id="244" name="Google Shape;244;p26"/>
          <p:cNvGraphicFramePr/>
          <p:nvPr/>
        </p:nvGraphicFramePr>
        <p:xfrm>
          <a:off x="837550" y="1581150"/>
          <a:ext cx="7504550" cy="3000000"/>
        </p:xfrm>
        <a:graphic>
          <a:graphicData uri="http://schemas.openxmlformats.org/drawingml/2006/table">
            <a:tbl>
              <a:tblPr>
                <a:noFill/>
                <a:tableStyleId>{B343C6F5-D56B-4ED6-B463-60188407CBFB}</a:tableStyleId>
              </a:tblPr>
              <a:tblGrid>
                <a:gridCol w="2018150"/>
                <a:gridCol w="2743200"/>
                <a:gridCol w="2743200"/>
              </a:tblGrid>
              <a:tr h="325850">
                <a:tc>
                  <a:txBody>
                    <a:bodyPr/>
                    <a:lstStyle/>
                    <a:p>
                      <a:pPr marL="0" marR="0" lvl="0" indent="0" algn="l" rtl="0">
                        <a:lnSpc>
                          <a:spcPct val="100000"/>
                        </a:lnSpc>
                        <a:spcBef>
                          <a:spcPts val="0"/>
                        </a:spcBef>
                        <a:spcAft>
                          <a:spcPts val="0"/>
                        </a:spcAft>
                        <a:buClr>
                          <a:srgbClr val="000000"/>
                        </a:buClr>
                        <a:buSzPts val="1400"/>
                        <a:buFont typeface="Arial" panose="020B0704020202020204"/>
                        <a:buNone/>
                      </a:pPr>
                      <a:r>
                        <a:rPr lang="en-US" sz="1400" u="none" strike="noStrike" cap="none">
                          <a:solidFill>
                            <a:schemeClr val="dk1"/>
                          </a:solidFill>
                          <a:latin typeface="Raleway Light"/>
                          <a:ea typeface="Raleway Light"/>
                          <a:cs typeface="Raleway Light"/>
                          <a:sym typeface="Raleway Light"/>
                        </a:rPr>
                        <a:t>Loại bức xạ</a:t>
                      </a:r>
                      <a:endParaRPr sz="1400" u="none" strike="noStrike" cap="none">
                        <a:solidFill>
                          <a:schemeClr val="dk1"/>
                        </a:solidFill>
                        <a:latin typeface="Raleway Light"/>
                        <a:ea typeface="Raleway Light"/>
                        <a:cs typeface="Raleway Light"/>
                        <a:sym typeface="Raleway Light"/>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FFB600">
                          <a:alpha val="0"/>
                        </a:srgbClr>
                      </a:solidFill>
                      <a:prstDash val="solid"/>
                      <a:round/>
                      <a:headEnd type="none" w="sm" len="sm"/>
                      <a:tailEnd type="none" w="sm" len="sm"/>
                    </a:lnB>
                    <a:solidFill>
                      <a:srgbClr val="FFF2CC"/>
                    </a:solidFill>
                  </a:tcPr>
                </a:tc>
                <a:tc>
                  <a:txBody>
                    <a:bodyPr/>
                    <a:lstStyle/>
                    <a:p>
                      <a:pPr marL="0" marR="0" lvl="0" indent="0" algn="l" rtl="0">
                        <a:lnSpc>
                          <a:spcPct val="100000"/>
                        </a:lnSpc>
                        <a:spcBef>
                          <a:spcPts val="0"/>
                        </a:spcBef>
                        <a:spcAft>
                          <a:spcPts val="0"/>
                        </a:spcAft>
                        <a:buClr>
                          <a:srgbClr val="000000"/>
                        </a:buClr>
                        <a:buSzPts val="1400"/>
                        <a:buFont typeface="Arial" panose="020B0704020202020204"/>
                        <a:buNone/>
                      </a:pPr>
                      <a:r>
                        <a:rPr lang="en-US" sz="1400" u="none" strike="noStrike" cap="none">
                          <a:solidFill>
                            <a:schemeClr val="dk1"/>
                          </a:solidFill>
                          <a:latin typeface="Raleway Light"/>
                          <a:ea typeface="Raleway Light"/>
                          <a:cs typeface="Raleway Light"/>
                          <a:sym typeface="Raleway Light"/>
                        </a:rPr>
                        <a:t>Phạm vi bước sóng</a:t>
                      </a:r>
                      <a:endParaRPr sz="1400" u="none" strike="noStrike" cap="none">
                        <a:solidFill>
                          <a:schemeClr val="dk1"/>
                        </a:solidFill>
                        <a:latin typeface="Raleway Light"/>
                        <a:ea typeface="Raleway Light"/>
                        <a:cs typeface="Raleway Light"/>
                        <a:sym typeface="Raleway Light"/>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FFB600">
                          <a:alpha val="0"/>
                        </a:srgbClr>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1400"/>
                        <a:buFont typeface="Arial" panose="020B0704020202020204"/>
                        <a:buNone/>
                      </a:pPr>
                      <a:r>
                        <a:rPr lang="en-US" sz="1400" u="none" strike="noStrike" cap="none">
                          <a:solidFill>
                            <a:schemeClr val="dk1"/>
                          </a:solidFill>
                          <a:latin typeface="Raleway Light"/>
                          <a:ea typeface="Raleway Light"/>
                          <a:cs typeface="Raleway Light"/>
                          <a:sym typeface="Raleway Light"/>
                        </a:rPr>
                        <a:t>Phạm vi tần số (Hz)</a:t>
                      </a:r>
                      <a:endParaRPr sz="1400" u="none" strike="noStrike" cap="none">
                        <a:solidFill>
                          <a:schemeClr val="dk1"/>
                        </a:solidFill>
                        <a:latin typeface="Raleway Light"/>
                        <a:ea typeface="Raleway Light"/>
                        <a:cs typeface="Raleway Light"/>
                        <a:sym typeface="Raleway Light"/>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FFB600">
                          <a:alpha val="0"/>
                        </a:srgbClr>
                      </a:solidFill>
                      <a:prstDash val="solid"/>
                      <a:round/>
                      <a:headEnd type="none" w="sm" len="sm"/>
                      <a:tailEnd type="none" w="sm" len="sm"/>
                    </a:lnB>
                    <a:solidFill>
                      <a:srgbClr val="FFF2CC"/>
                    </a:solidFill>
                  </a:tcPr>
                </a:tc>
              </a:tr>
              <a:tr h="335300">
                <a:tc>
                  <a:txBody>
                    <a:bodyPr/>
                    <a:lstStyle/>
                    <a:p>
                      <a:pPr marL="0" marR="0" lvl="0" indent="0" algn="r" rtl="0">
                        <a:lnSpc>
                          <a:spcPct val="100000"/>
                        </a:lnSpc>
                        <a:spcBef>
                          <a:spcPts val="0"/>
                        </a:spcBef>
                        <a:spcAft>
                          <a:spcPts val="0"/>
                        </a:spcAft>
                        <a:buClr>
                          <a:srgbClr val="000000"/>
                        </a:buClr>
                        <a:buSzPts val="1400"/>
                        <a:buFont typeface="Arial" panose="020B0704020202020204"/>
                        <a:buNone/>
                      </a:pPr>
                      <a:r>
                        <a:rPr lang="en-US" sz="1400" u="none" strike="noStrike" cap="none">
                          <a:solidFill>
                            <a:schemeClr val="dk1"/>
                          </a:solidFill>
                          <a:latin typeface="Raleway Light"/>
                          <a:ea typeface="Raleway Light"/>
                          <a:cs typeface="Raleway Light"/>
                          <a:sym typeface="Raleway Light"/>
                        </a:rPr>
                        <a:t>Sóng vô tuyến</a:t>
                      </a:r>
                      <a:endParaRPr sz="1400" u="none" strike="noStrike" cap="none">
                        <a:solidFill>
                          <a:schemeClr val="dk1"/>
                        </a:solidFill>
                        <a:latin typeface="Raleway Light"/>
                        <a:ea typeface="Raleway Light"/>
                        <a:cs typeface="Raleway Light"/>
                        <a:sym typeface="Raleway Light"/>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FFB600">
                          <a:alpha val="0"/>
                        </a:srgbClr>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704020202020204"/>
                        <a:buNone/>
                      </a:pPr>
                      <a:r>
                        <a:rPr lang="en-US" sz="1800" u="none" strike="noStrike" cap="none">
                          <a:solidFill>
                            <a:schemeClr val="dk1"/>
                          </a:solidFill>
                          <a:latin typeface="Raleway ExtraBold"/>
                          <a:ea typeface="Raleway ExtraBold"/>
                          <a:cs typeface="Raleway ExtraBold"/>
                          <a:sym typeface="Raleway ExtraBold"/>
                        </a:rPr>
                        <a:t>Từ 1mm đến 100km</a:t>
                      </a:r>
                      <a:endParaRPr sz="1800" u="none" strike="noStrike" cap="none">
                        <a:solidFill>
                          <a:schemeClr val="dk1"/>
                        </a:solidFill>
                        <a:latin typeface="Raleway ExtraBold"/>
                        <a:ea typeface="Raleway ExtraBold"/>
                        <a:cs typeface="Raleway ExtraBold"/>
                        <a:sym typeface="Raleway ExtraBold"/>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FFB600">
                          <a:alpha val="0"/>
                        </a:srgbClr>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panose="020B0704020202020204"/>
                        <a:buNone/>
                      </a:pPr>
                      <a:endParaRPr sz="1800" u="none" strike="noStrike" cap="none">
                        <a:solidFill>
                          <a:schemeClr val="dk1"/>
                        </a:solidFill>
                        <a:latin typeface="Raleway ExtraBold"/>
                        <a:ea typeface="Raleway ExtraBold"/>
                        <a:cs typeface="Raleway ExtraBold"/>
                        <a:sym typeface="Raleway ExtraBold"/>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FFB600">
                          <a:alpha val="0"/>
                        </a:srgbClr>
                      </a:solidFill>
                      <a:prstDash val="solid"/>
                      <a:round/>
                      <a:headEnd type="none" w="sm" len="sm"/>
                      <a:tailEnd type="none" w="sm" len="sm"/>
                    </a:lnT>
                    <a:lnB w="9525" cap="flat" cmpd="sng">
                      <a:solidFill>
                        <a:schemeClr val="accent1"/>
                      </a:solidFill>
                      <a:prstDash val="solid"/>
                      <a:round/>
                      <a:headEnd type="none" w="sm" len="sm"/>
                      <a:tailEnd type="none" w="sm" len="sm"/>
                    </a:lnB>
                  </a:tcPr>
                </a:tc>
              </a:tr>
              <a:tr h="381025">
                <a:tc>
                  <a:txBody>
                    <a:bodyPr/>
                    <a:lstStyle/>
                    <a:p>
                      <a:pPr marL="0" marR="0" lvl="0" indent="0" algn="r" rtl="0">
                        <a:lnSpc>
                          <a:spcPct val="100000"/>
                        </a:lnSpc>
                        <a:spcBef>
                          <a:spcPts val="0"/>
                        </a:spcBef>
                        <a:spcAft>
                          <a:spcPts val="0"/>
                        </a:spcAft>
                        <a:buClr>
                          <a:srgbClr val="000000"/>
                        </a:buClr>
                        <a:buSzPts val="1400"/>
                        <a:buFont typeface="Arial" panose="020B0704020202020204"/>
                        <a:buNone/>
                      </a:pPr>
                      <a:r>
                        <a:rPr lang="en-US" sz="1400" u="none" strike="noStrike" cap="none">
                          <a:solidFill>
                            <a:schemeClr val="dk1"/>
                          </a:solidFill>
                          <a:latin typeface="Raleway Light"/>
                          <a:ea typeface="Raleway Light"/>
                          <a:cs typeface="Raleway Light"/>
                          <a:sym typeface="Raleway Light"/>
                        </a:rPr>
                        <a:t>Sóng vi ba</a:t>
                      </a:r>
                      <a:endParaRPr sz="1400" u="none" strike="noStrike" cap="none">
                        <a:solidFill>
                          <a:schemeClr val="dk1"/>
                        </a:solidFill>
                        <a:latin typeface="Raleway Light"/>
                        <a:ea typeface="Raleway Light"/>
                        <a:cs typeface="Raleway Light"/>
                        <a:sym typeface="Raleway Light"/>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704020202020204"/>
                        <a:buNone/>
                      </a:pPr>
                      <a:r>
                        <a:rPr lang="en-US" sz="1800" u="none" strike="noStrike" cap="none">
                          <a:solidFill>
                            <a:schemeClr val="dk1"/>
                          </a:solidFill>
                          <a:latin typeface="Raleway ExtraBold"/>
                          <a:ea typeface="Raleway ExtraBold"/>
                          <a:cs typeface="Raleway ExtraBold"/>
                          <a:sym typeface="Raleway ExtraBold"/>
                        </a:rPr>
                        <a:t>Từ 1mm đến 1m</a:t>
                      </a:r>
                      <a:endParaRPr sz="1800" u="none" strike="noStrike" cap="none">
                        <a:solidFill>
                          <a:schemeClr val="dk1"/>
                        </a:solidFill>
                        <a:latin typeface="Raleway ExtraBold"/>
                        <a:ea typeface="Raleway ExtraBold"/>
                        <a:cs typeface="Raleway ExtraBold"/>
                        <a:sym typeface="Raleway ExtraBold"/>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panose="020B0704020202020204"/>
                        <a:buNone/>
                      </a:pPr>
                      <a:endParaRPr sz="1800" u="none" strike="noStrike" cap="none">
                        <a:solidFill>
                          <a:schemeClr val="dk1"/>
                        </a:solidFill>
                        <a:latin typeface="Raleway ExtraBold"/>
                        <a:ea typeface="Raleway ExtraBold"/>
                        <a:cs typeface="Raleway ExtraBold"/>
                        <a:sym typeface="Raleway ExtraBold"/>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r>
              <a:tr h="274350">
                <a:tc>
                  <a:txBody>
                    <a:bodyPr/>
                    <a:lstStyle/>
                    <a:p>
                      <a:pPr marL="0" marR="0" lvl="0" indent="0" algn="r" rtl="0">
                        <a:lnSpc>
                          <a:spcPct val="100000"/>
                        </a:lnSpc>
                        <a:spcBef>
                          <a:spcPts val="0"/>
                        </a:spcBef>
                        <a:spcAft>
                          <a:spcPts val="0"/>
                        </a:spcAft>
                        <a:buClr>
                          <a:srgbClr val="000000"/>
                        </a:buClr>
                        <a:buSzPts val="1400"/>
                        <a:buFont typeface="Arial" panose="020B0704020202020204"/>
                        <a:buNone/>
                      </a:pPr>
                      <a:r>
                        <a:rPr lang="en-US" sz="1400" u="none" strike="noStrike" cap="none">
                          <a:solidFill>
                            <a:schemeClr val="dk1"/>
                          </a:solidFill>
                          <a:latin typeface="Raleway Light"/>
                          <a:ea typeface="Raleway Light"/>
                          <a:cs typeface="Raleway Light"/>
                          <a:sym typeface="Raleway Light"/>
                        </a:rPr>
                        <a:t>Tia hồng ngoại</a:t>
                      </a:r>
                      <a:endParaRPr sz="1400" u="none" strike="noStrike" cap="none">
                        <a:solidFill>
                          <a:schemeClr val="dk1"/>
                        </a:solidFill>
                        <a:latin typeface="Raleway Light"/>
                        <a:ea typeface="Raleway Light"/>
                        <a:cs typeface="Raleway Light"/>
                        <a:sym typeface="Raleway Light"/>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704020202020204"/>
                        <a:buNone/>
                      </a:pPr>
                      <a:r>
                        <a:rPr lang="en-US" sz="1800" u="none" strike="noStrike" cap="none">
                          <a:solidFill>
                            <a:schemeClr val="dk1"/>
                          </a:solidFill>
                          <a:latin typeface="Raleway ExtraBold"/>
                          <a:ea typeface="Raleway ExtraBold"/>
                          <a:cs typeface="Raleway ExtraBold"/>
                          <a:sym typeface="Raleway ExtraBold"/>
                        </a:rPr>
                        <a:t>Từ 0,76µm đến 1mm</a:t>
                      </a:r>
                      <a:endParaRPr sz="1800" u="none" strike="noStrike" cap="none">
                        <a:solidFill>
                          <a:schemeClr val="dk1"/>
                        </a:solidFill>
                        <a:latin typeface="Raleway ExtraBold"/>
                        <a:ea typeface="Raleway ExtraBold"/>
                        <a:cs typeface="Raleway ExtraBold"/>
                        <a:sym typeface="Raleway ExtraBold"/>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panose="020B0704020202020204"/>
                        <a:buNone/>
                      </a:pPr>
                      <a:endParaRPr sz="1800" u="none" strike="noStrike" cap="none">
                        <a:solidFill>
                          <a:schemeClr val="dk1"/>
                        </a:solidFill>
                        <a:latin typeface="Raleway ExtraBold"/>
                        <a:ea typeface="Raleway ExtraBold"/>
                        <a:cs typeface="Raleway ExtraBold"/>
                        <a:sym typeface="Raleway ExtraBold"/>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r>
              <a:tr h="325775">
                <a:tc>
                  <a:txBody>
                    <a:bodyPr/>
                    <a:lstStyle/>
                    <a:p>
                      <a:pPr marL="0" marR="0" lvl="0" indent="0" algn="r" rtl="0">
                        <a:lnSpc>
                          <a:spcPct val="100000"/>
                        </a:lnSpc>
                        <a:spcBef>
                          <a:spcPts val="0"/>
                        </a:spcBef>
                        <a:spcAft>
                          <a:spcPts val="0"/>
                        </a:spcAft>
                        <a:buClr>
                          <a:srgbClr val="000000"/>
                        </a:buClr>
                        <a:buSzPts val="1400"/>
                        <a:buFont typeface="Arial" panose="020B0704020202020204"/>
                        <a:buNone/>
                      </a:pPr>
                      <a:r>
                        <a:rPr lang="en-US" sz="1400" u="none" strike="noStrike" cap="none">
                          <a:solidFill>
                            <a:schemeClr val="dk1"/>
                          </a:solidFill>
                          <a:latin typeface="Raleway Light"/>
                          <a:ea typeface="Raleway Light"/>
                          <a:cs typeface="Raleway Light"/>
                          <a:sym typeface="Raleway Light"/>
                        </a:rPr>
                        <a:t>Ánh sáng nhìn thấy</a:t>
                      </a:r>
                      <a:endParaRPr sz="1400" u="none" strike="noStrike" cap="none">
                        <a:solidFill>
                          <a:schemeClr val="dk1"/>
                        </a:solidFill>
                        <a:latin typeface="Raleway Light"/>
                        <a:ea typeface="Raleway Light"/>
                        <a:cs typeface="Raleway Light"/>
                        <a:sym typeface="Raleway Light"/>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704020202020204"/>
                        <a:buNone/>
                      </a:pPr>
                      <a:r>
                        <a:rPr lang="en-US" sz="1800" u="none" strike="noStrike" cap="none">
                          <a:solidFill>
                            <a:schemeClr val="dk1"/>
                          </a:solidFill>
                          <a:latin typeface="Raleway ExtraBold"/>
                          <a:ea typeface="Raleway ExtraBold"/>
                          <a:cs typeface="Raleway ExtraBold"/>
                          <a:sym typeface="Raleway ExtraBold"/>
                        </a:rPr>
                        <a:t>Từ 0,38µm đến 0,76µm</a:t>
                      </a:r>
                      <a:endParaRPr sz="1800" u="none" strike="noStrike" cap="none">
                        <a:solidFill>
                          <a:schemeClr val="dk1"/>
                        </a:solidFill>
                        <a:latin typeface="Raleway ExtraBold"/>
                        <a:ea typeface="Raleway ExtraBold"/>
                        <a:cs typeface="Raleway ExtraBold"/>
                        <a:sym typeface="Raleway ExtraBold"/>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panose="020B0704020202020204"/>
                        <a:buNone/>
                      </a:pPr>
                      <a:endParaRPr sz="1800" u="none" strike="noStrike" cap="none">
                        <a:solidFill>
                          <a:schemeClr val="dk1"/>
                        </a:solidFill>
                        <a:latin typeface="Raleway ExtraBold"/>
                        <a:ea typeface="Raleway ExtraBold"/>
                        <a:cs typeface="Raleway ExtraBold"/>
                        <a:sym typeface="Raleway ExtraBold"/>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r>
              <a:tr h="219100">
                <a:tc>
                  <a:txBody>
                    <a:bodyPr/>
                    <a:lstStyle/>
                    <a:p>
                      <a:pPr marL="0" marR="0" lvl="0" indent="0" algn="r" rtl="0">
                        <a:lnSpc>
                          <a:spcPct val="100000"/>
                        </a:lnSpc>
                        <a:spcBef>
                          <a:spcPts val="0"/>
                        </a:spcBef>
                        <a:spcAft>
                          <a:spcPts val="0"/>
                        </a:spcAft>
                        <a:buClr>
                          <a:srgbClr val="000000"/>
                        </a:buClr>
                        <a:buSzPts val="1400"/>
                        <a:buFont typeface="Arial" panose="020B0704020202020204"/>
                        <a:buNone/>
                      </a:pPr>
                      <a:r>
                        <a:rPr lang="en-US" sz="1400" u="none" strike="noStrike" cap="none">
                          <a:solidFill>
                            <a:schemeClr val="dk1"/>
                          </a:solidFill>
                          <a:latin typeface="Raleway Light"/>
                          <a:ea typeface="Raleway Light"/>
                          <a:cs typeface="Raleway Light"/>
                          <a:sym typeface="Raleway Light"/>
                        </a:rPr>
                        <a:t>Tia tử ngoại</a:t>
                      </a:r>
                      <a:endParaRPr sz="1400" u="none" strike="noStrike" cap="none">
                        <a:solidFill>
                          <a:schemeClr val="dk1"/>
                        </a:solidFill>
                        <a:latin typeface="Raleway Light"/>
                        <a:ea typeface="Raleway Light"/>
                        <a:cs typeface="Raleway Light"/>
                        <a:sym typeface="Raleway Light"/>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704020202020204"/>
                        <a:buNone/>
                      </a:pPr>
                      <a:r>
                        <a:rPr lang="en-US" sz="1800" u="none" strike="noStrike" cap="none">
                          <a:solidFill>
                            <a:schemeClr val="dk1"/>
                          </a:solidFill>
                          <a:latin typeface="Raleway ExtraBold"/>
                          <a:ea typeface="Raleway ExtraBold"/>
                          <a:cs typeface="Raleway ExtraBold"/>
                          <a:sym typeface="Raleway ExtraBold"/>
                        </a:rPr>
                        <a:t>Từ 10nm đến 400nm</a:t>
                      </a:r>
                      <a:endParaRPr sz="1800" u="none" strike="noStrike" cap="none">
                        <a:solidFill>
                          <a:schemeClr val="dk1"/>
                        </a:solidFill>
                        <a:latin typeface="Raleway ExtraBold"/>
                        <a:ea typeface="Raleway ExtraBold"/>
                        <a:cs typeface="Raleway ExtraBold"/>
                        <a:sym typeface="Raleway ExtraBold"/>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panose="020B0704020202020204"/>
                        <a:buNone/>
                      </a:pPr>
                      <a:endParaRPr sz="1800" u="none" strike="noStrike" cap="none">
                        <a:solidFill>
                          <a:schemeClr val="dk1"/>
                        </a:solidFill>
                        <a:latin typeface="Raleway ExtraBold"/>
                        <a:ea typeface="Raleway ExtraBold"/>
                        <a:cs typeface="Raleway ExtraBold"/>
                        <a:sym typeface="Raleway ExtraBold"/>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r>
              <a:tr h="219100">
                <a:tc>
                  <a:txBody>
                    <a:bodyPr/>
                    <a:lstStyle/>
                    <a:p>
                      <a:pPr marL="0" marR="0" lvl="0" indent="0" algn="r" rtl="0">
                        <a:lnSpc>
                          <a:spcPct val="100000"/>
                        </a:lnSpc>
                        <a:spcBef>
                          <a:spcPts val="0"/>
                        </a:spcBef>
                        <a:spcAft>
                          <a:spcPts val="0"/>
                        </a:spcAft>
                        <a:buClr>
                          <a:srgbClr val="000000"/>
                        </a:buClr>
                        <a:buSzPts val="1400"/>
                        <a:buFont typeface="Arial" panose="020B0704020202020204"/>
                        <a:buNone/>
                      </a:pPr>
                      <a:r>
                        <a:rPr lang="en-US" sz="1400" u="none" strike="noStrike" cap="none">
                          <a:solidFill>
                            <a:schemeClr val="dk1"/>
                          </a:solidFill>
                          <a:latin typeface="Raleway Light"/>
                          <a:ea typeface="Raleway Light"/>
                          <a:cs typeface="Raleway Light"/>
                          <a:sym typeface="Raleway Light"/>
                        </a:rPr>
                        <a:t>Tia X</a:t>
                      </a:r>
                      <a:endParaRPr sz="1400" u="none" strike="noStrike" cap="none">
                        <a:solidFill>
                          <a:schemeClr val="dk1"/>
                        </a:solidFill>
                        <a:latin typeface="Raleway Light"/>
                        <a:ea typeface="Raleway Light"/>
                        <a:cs typeface="Raleway Light"/>
                        <a:sym typeface="Raleway Light"/>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rgbClr val="FFB6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704020202020204"/>
                        <a:buNone/>
                      </a:pPr>
                      <a:r>
                        <a:rPr lang="en-US" sz="1800" u="none" strike="noStrike" cap="none">
                          <a:solidFill>
                            <a:schemeClr val="dk1"/>
                          </a:solidFill>
                          <a:latin typeface="Raleway ExtraBold"/>
                          <a:ea typeface="Raleway ExtraBold"/>
                          <a:cs typeface="Raleway ExtraBold"/>
                          <a:sym typeface="Raleway ExtraBold"/>
                        </a:rPr>
                        <a:t>Từ 30pm đến 3nm</a:t>
                      </a:r>
                      <a:endParaRPr sz="1800" u="none" strike="noStrike" cap="none">
                        <a:solidFill>
                          <a:schemeClr val="dk1"/>
                        </a:solidFill>
                        <a:latin typeface="Raleway ExtraBold"/>
                        <a:ea typeface="Raleway ExtraBold"/>
                        <a:cs typeface="Raleway ExtraBold"/>
                        <a:sym typeface="Raleway ExtraBold"/>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rgbClr val="FFB6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panose="020B0704020202020204"/>
                        <a:buNone/>
                      </a:pPr>
                      <a:endParaRPr sz="1800" u="none" strike="noStrike" cap="none">
                        <a:solidFill>
                          <a:schemeClr val="dk1"/>
                        </a:solidFill>
                        <a:latin typeface="Raleway ExtraBold"/>
                        <a:ea typeface="Raleway ExtraBold"/>
                        <a:cs typeface="Raleway ExtraBold"/>
                        <a:sym typeface="Raleway ExtraBold"/>
                      </a:endParaRPr>
                    </a:p>
                  </a:txBody>
                  <a:tcPr marL="91425" marR="91425" marT="68575" marB="68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rgbClr val="FFB600"/>
                      </a:solidFill>
                      <a:prstDash val="solid"/>
                      <a:round/>
                      <a:headEnd type="none" w="sm" len="sm"/>
                      <a:tailEnd type="none" w="sm" len="sm"/>
                    </a:lnB>
                  </a:tcPr>
                </a:tc>
              </a:tr>
            </a:tbl>
          </a:graphicData>
        </a:graphic>
      </p:graphicFrame>
      <p:sp>
        <p:nvSpPr>
          <p:cNvPr id="245" name="Google Shape;245;p26"/>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
              <a:buNone/>
            </a:pPr>
            <a:fld id="{00000000-1234-1234-1234-123412341234}" type="slidenum">
              <a:rPr lang="en-US"/>
            </a:fld>
            <a:endParaRPr lang="en-US"/>
          </a:p>
        </p:txBody>
      </p:sp>
      <p:grpSp>
        <p:nvGrpSpPr>
          <p:cNvPr id="246" name="Google Shape;246;p26"/>
          <p:cNvGrpSpPr/>
          <p:nvPr/>
        </p:nvGrpSpPr>
        <p:grpSpPr>
          <a:xfrm>
            <a:off x="8089119" y="319162"/>
            <a:ext cx="728350" cy="743348"/>
            <a:chOff x="3955900" y="2984500"/>
            <a:chExt cx="414000" cy="422525"/>
          </a:xfrm>
        </p:grpSpPr>
        <p:sp>
          <p:nvSpPr>
            <p:cNvPr id="247" name="Google Shape;247;p26"/>
            <p:cNvSpPr/>
            <p:nvPr/>
          </p:nvSpPr>
          <p:spPr>
            <a:xfrm>
              <a:off x="3955900" y="2984500"/>
              <a:ext cx="315700" cy="315675"/>
            </a:xfrm>
            <a:custGeom>
              <a:avLst/>
              <a:gdLst/>
              <a:ahLst/>
              <a:cxnLst/>
              <a:rect l="l" t="t" r="r" b="b"/>
              <a:pathLst>
                <a:path w="12628" h="12627" extrusionOk="0">
                  <a:moveTo>
                    <a:pt x="6302" y="977"/>
                  </a:moveTo>
                  <a:lnTo>
                    <a:pt x="6863" y="1026"/>
                  </a:lnTo>
                  <a:lnTo>
                    <a:pt x="7376" y="1099"/>
                  </a:lnTo>
                  <a:lnTo>
                    <a:pt x="7889" y="1221"/>
                  </a:lnTo>
                  <a:lnTo>
                    <a:pt x="8378" y="1417"/>
                  </a:lnTo>
                  <a:lnTo>
                    <a:pt x="8842" y="1636"/>
                  </a:lnTo>
                  <a:lnTo>
                    <a:pt x="9281" y="1905"/>
                  </a:lnTo>
                  <a:lnTo>
                    <a:pt x="9697" y="2198"/>
                  </a:lnTo>
                  <a:lnTo>
                    <a:pt x="10087" y="2540"/>
                  </a:lnTo>
                  <a:lnTo>
                    <a:pt x="10429" y="2931"/>
                  </a:lnTo>
                  <a:lnTo>
                    <a:pt x="10722" y="3346"/>
                  </a:lnTo>
                  <a:lnTo>
                    <a:pt x="10991" y="3786"/>
                  </a:lnTo>
                  <a:lnTo>
                    <a:pt x="11211" y="4250"/>
                  </a:lnTo>
                  <a:lnTo>
                    <a:pt x="11406" y="4738"/>
                  </a:lnTo>
                  <a:lnTo>
                    <a:pt x="11528" y="5251"/>
                  </a:lnTo>
                  <a:lnTo>
                    <a:pt x="11626" y="5764"/>
                  </a:lnTo>
                  <a:lnTo>
                    <a:pt x="11650" y="6326"/>
                  </a:lnTo>
                  <a:lnTo>
                    <a:pt x="11626" y="6863"/>
                  </a:lnTo>
                  <a:lnTo>
                    <a:pt x="11528" y="7400"/>
                  </a:lnTo>
                  <a:lnTo>
                    <a:pt x="11406" y="7913"/>
                  </a:lnTo>
                  <a:lnTo>
                    <a:pt x="11211" y="8402"/>
                  </a:lnTo>
                  <a:lnTo>
                    <a:pt x="10991" y="8866"/>
                  </a:lnTo>
                  <a:lnTo>
                    <a:pt x="10722" y="9305"/>
                  </a:lnTo>
                  <a:lnTo>
                    <a:pt x="10429" y="9696"/>
                  </a:lnTo>
                  <a:lnTo>
                    <a:pt x="10087" y="10087"/>
                  </a:lnTo>
                  <a:lnTo>
                    <a:pt x="9697" y="10429"/>
                  </a:lnTo>
                  <a:lnTo>
                    <a:pt x="9281" y="10746"/>
                  </a:lnTo>
                  <a:lnTo>
                    <a:pt x="8842" y="11015"/>
                  </a:lnTo>
                  <a:lnTo>
                    <a:pt x="8378" y="11235"/>
                  </a:lnTo>
                  <a:lnTo>
                    <a:pt x="7889" y="11406"/>
                  </a:lnTo>
                  <a:lnTo>
                    <a:pt x="7376" y="11552"/>
                  </a:lnTo>
                  <a:lnTo>
                    <a:pt x="6863" y="11625"/>
                  </a:lnTo>
                  <a:lnTo>
                    <a:pt x="6302" y="11650"/>
                  </a:lnTo>
                  <a:lnTo>
                    <a:pt x="5764" y="11625"/>
                  </a:lnTo>
                  <a:lnTo>
                    <a:pt x="5227" y="11552"/>
                  </a:lnTo>
                  <a:lnTo>
                    <a:pt x="4714" y="11406"/>
                  </a:lnTo>
                  <a:lnTo>
                    <a:pt x="4226" y="11235"/>
                  </a:lnTo>
                  <a:lnTo>
                    <a:pt x="3762" y="11015"/>
                  </a:lnTo>
                  <a:lnTo>
                    <a:pt x="3322" y="10746"/>
                  </a:lnTo>
                  <a:lnTo>
                    <a:pt x="2931" y="10429"/>
                  </a:lnTo>
                  <a:lnTo>
                    <a:pt x="2541" y="10087"/>
                  </a:lnTo>
                  <a:lnTo>
                    <a:pt x="2199" y="9696"/>
                  </a:lnTo>
                  <a:lnTo>
                    <a:pt x="1881" y="9305"/>
                  </a:lnTo>
                  <a:lnTo>
                    <a:pt x="1613" y="8866"/>
                  </a:lnTo>
                  <a:lnTo>
                    <a:pt x="1393" y="8402"/>
                  </a:lnTo>
                  <a:lnTo>
                    <a:pt x="1222" y="7913"/>
                  </a:lnTo>
                  <a:lnTo>
                    <a:pt x="1075" y="7400"/>
                  </a:lnTo>
                  <a:lnTo>
                    <a:pt x="1002" y="6863"/>
                  </a:lnTo>
                  <a:lnTo>
                    <a:pt x="978" y="6326"/>
                  </a:lnTo>
                  <a:lnTo>
                    <a:pt x="1002" y="5764"/>
                  </a:lnTo>
                  <a:lnTo>
                    <a:pt x="1075" y="5251"/>
                  </a:lnTo>
                  <a:lnTo>
                    <a:pt x="1222" y="4738"/>
                  </a:lnTo>
                  <a:lnTo>
                    <a:pt x="1393" y="4250"/>
                  </a:lnTo>
                  <a:lnTo>
                    <a:pt x="1613" y="3786"/>
                  </a:lnTo>
                  <a:lnTo>
                    <a:pt x="1881" y="3346"/>
                  </a:lnTo>
                  <a:lnTo>
                    <a:pt x="2199" y="2931"/>
                  </a:lnTo>
                  <a:lnTo>
                    <a:pt x="2541" y="2540"/>
                  </a:lnTo>
                  <a:lnTo>
                    <a:pt x="2931" y="2198"/>
                  </a:lnTo>
                  <a:lnTo>
                    <a:pt x="3322" y="1905"/>
                  </a:lnTo>
                  <a:lnTo>
                    <a:pt x="3762" y="1636"/>
                  </a:lnTo>
                  <a:lnTo>
                    <a:pt x="4226" y="1417"/>
                  </a:lnTo>
                  <a:lnTo>
                    <a:pt x="4714" y="1221"/>
                  </a:lnTo>
                  <a:lnTo>
                    <a:pt x="5227" y="1099"/>
                  </a:lnTo>
                  <a:lnTo>
                    <a:pt x="5764" y="1026"/>
                  </a:lnTo>
                  <a:lnTo>
                    <a:pt x="6302" y="977"/>
                  </a:lnTo>
                  <a:close/>
                  <a:moveTo>
                    <a:pt x="6302" y="0"/>
                  </a:moveTo>
                  <a:lnTo>
                    <a:pt x="5984" y="24"/>
                  </a:lnTo>
                  <a:lnTo>
                    <a:pt x="5667" y="49"/>
                  </a:lnTo>
                  <a:lnTo>
                    <a:pt x="5349" y="73"/>
                  </a:lnTo>
                  <a:lnTo>
                    <a:pt x="5032" y="147"/>
                  </a:lnTo>
                  <a:lnTo>
                    <a:pt x="4739" y="220"/>
                  </a:lnTo>
                  <a:lnTo>
                    <a:pt x="4446" y="293"/>
                  </a:lnTo>
                  <a:lnTo>
                    <a:pt x="4153" y="391"/>
                  </a:lnTo>
                  <a:lnTo>
                    <a:pt x="3859" y="513"/>
                  </a:lnTo>
                  <a:lnTo>
                    <a:pt x="3566" y="635"/>
                  </a:lnTo>
                  <a:lnTo>
                    <a:pt x="3298" y="782"/>
                  </a:lnTo>
                  <a:lnTo>
                    <a:pt x="3029" y="928"/>
                  </a:lnTo>
                  <a:lnTo>
                    <a:pt x="2785" y="1075"/>
                  </a:lnTo>
                  <a:lnTo>
                    <a:pt x="2296" y="1441"/>
                  </a:lnTo>
                  <a:lnTo>
                    <a:pt x="1857" y="1856"/>
                  </a:lnTo>
                  <a:lnTo>
                    <a:pt x="1442" y="2296"/>
                  </a:lnTo>
                  <a:lnTo>
                    <a:pt x="1075" y="2784"/>
                  </a:lnTo>
                  <a:lnTo>
                    <a:pt x="904" y="3053"/>
                  </a:lnTo>
                  <a:lnTo>
                    <a:pt x="758" y="3322"/>
                  </a:lnTo>
                  <a:lnTo>
                    <a:pt x="611" y="3590"/>
                  </a:lnTo>
                  <a:lnTo>
                    <a:pt x="489" y="3859"/>
                  </a:lnTo>
                  <a:lnTo>
                    <a:pt x="391" y="4152"/>
                  </a:lnTo>
                  <a:lnTo>
                    <a:pt x="294" y="4445"/>
                  </a:lnTo>
                  <a:lnTo>
                    <a:pt x="196" y="4738"/>
                  </a:lnTo>
                  <a:lnTo>
                    <a:pt x="123" y="5056"/>
                  </a:lnTo>
                  <a:lnTo>
                    <a:pt x="74" y="5349"/>
                  </a:lnTo>
                  <a:lnTo>
                    <a:pt x="25" y="5666"/>
                  </a:lnTo>
                  <a:lnTo>
                    <a:pt x="1" y="5984"/>
                  </a:lnTo>
                  <a:lnTo>
                    <a:pt x="1" y="6326"/>
                  </a:lnTo>
                  <a:lnTo>
                    <a:pt x="1" y="6643"/>
                  </a:lnTo>
                  <a:lnTo>
                    <a:pt x="25" y="6961"/>
                  </a:lnTo>
                  <a:lnTo>
                    <a:pt x="74" y="7278"/>
                  </a:lnTo>
                  <a:lnTo>
                    <a:pt x="123" y="7596"/>
                  </a:lnTo>
                  <a:lnTo>
                    <a:pt x="196" y="7889"/>
                  </a:lnTo>
                  <a:lnTo>
                    <a:pt x="294" y="8206"/>
                  </a:lnTo>
                  <a:lnTo>
                    <a:pt x="391" y="8499"/>
                  </a:lnTo>
                  <a:lnTo>
                    <a:pt x="489" y="8768"/>
                  </a:lnTo>
                  <a:lnTo>
                    <a:pt x="611" y="9061"/>
                  </a:lnTo>
                  <a:lnTo>
                    <a:pt x="758" y="9330"/>
                  </a:lnTo>
                  <a:lnTo>
                    <a:pt x="904" y="9598"/>
                  </a:lnTo>
                  <a:lnTo>
                    <a:pt x="1075" y="9843"/>
                  </a:lnTo>
                  <a:lnTo>
                    <a:pt x="1442" y="10331"/>
                  </a:lnTo>
                  <a:lnTo>
                    <a:pt x="1857" y="10771"/>
                  </a:lnTo>
                  <a:lnTo>
                    <a:pt x="2296" y="11186"/>
                  </a:lnTo>
                  <a:lnTo>
                    <a:pt x="2785" y="11552"/>
                  </a:lnTo>
                  <a:lnTo>
                    <a:pt x="3029" y="11723"/>
                  </a:lnTo>
                  <a:lnTo>
                    <a:pt x="3298" y="11870"/>
                  </a:lnTo>
                  <a:lnTo>
                    <a:pt x="3566" y="12016"/>
                  </a:lnTo>
                  <a:lnTo>
                    <a:pt x="3859" y="12138"/>
                  </a:lnTo>
                  <a:lnTo>
                    <a:pt x="4153" y="12236"/>
                  </a:lnTo>
                  <a:lnTo>
                    <a:pt x="4446" y="12334"/>
                  </a:lnTo>
                  <a:lnTo>
                    <a:pt x="4739" y="12431"/>
                  </a:lnTo>
                  <a:lnTo>
                    <a:pt x="5032" y="12505"/>
                  </a:lnTo>
                  <a:lnTo>
                    <a:pt x="5349" y="12553"/>
                  </a:lnTo>
                  <a:lnTo>
                    <a:pt x="5667" y="12602"/>
                  </a:lnTo>
                  <a:lnTo>
                    <a:pt x="5984" y="12627"/>
                  </a:lnTo>
                  <a:lnTo>
                    <a:pt x="6644" y="12627"/>
                  </a:lnTo>
                  <a:lnTo>
                    <a:pt x="6961" y="12602"/>
                  </a:lnTo>
                  <a:lnTo>
                    <a:pt x="7279" y="12553"/>
                  </a:lnTo>
                  <a:lnTo>
                    <a:pt x="7572" y="12505"/>
                  </a:lnTo>
                  <a:lnTo>
                    <a:pt x="7889" y="12431"/>
                  </a:lnTo>
                  <a:lnTo>
                    <a:pt x="8182" y="12334"/>
                  </a:lnTo>
                  <a:lnTo>
                    <a:pt x="8475" y="12236"/>
                  </a:lnTo>
                  <a:lnTo>
                    <a:pt x="8768" y="12138"/>
                  </a:lnTo>
                  <a:lnTo>
                    <a:pt x="9037" y="12016"/>
                  </a:lnTo>
                  <a:lnTo>
                    <a:pt x="9306" y="11870"/>
                  </a:lnTo>
                  <a:lnTo>
                    <a:pt x="9574" y="11723"/>
                  </a:lnTo>
                  <a:lnTo>
                    <a:pt x="9843" y="11552"/>
                  </a:lnTo>
                  <a:lnTo>
                    <a:pt x="10332" y="11186"/>
                  </a:lnTo>
                  <a:lnTo>
                    <a:pt x="10771" y="10771"/>
                  </a:lnTo>
                  <a:lnTo>
                    <a:pt x="11186" y="10331"/>
                  </a:lnTo>
                  <a:lnTo>
                    <a:pt x="11553" y="9843"/>
                  </a:lnTo>
                  <a:lnTo>
                    <a:pt x="11699" y="9598"/>
                  </a:lnTo>
                  <a:lnTo>
                    <a:pt x="11846" y="9330"/>
                  </a:lnTo>
                  <a:lnTo>
                    <a:pt x="11992" y="9061"/>
                  </a:lnTo>
                  <a:lnTo>
                    <a:pt x="12114" y="8768"/>
                  </a:lnTo>
                  <a:lnTo>
                    <a:pt x="12237" y="8499"/>
                  </a:lnTo>
                  <a:lnTo>
                    <a:pt x="12334" y="8206"/>
                  </a:lnTo>
                  <a:lnTo>
                    <a:pt x="12432" y="7889"/>
                  </a:lnTo>
                  <a:lnTo>
                    <a:pt x="12481" y="7596"/>
                  </a:lnTo>
                  <a:lnTo>
                    <a:pt x="12554" y="7278"/>
                  </a:lnTo>
                  <a:lnTo>
                    <a:pt x="12578" y="6961"/>
                  </a:lnTo>
                  <a:lnTo>
                    <a:pt x="12603" y="6643"/>
                  </a:lnTo>
                  <a:lnTo>
                    <a:pt x="12627" y="6326"/>
                  </a:lnTo>
                  <a:lnTo>
                    <a:pt x="12603" y="5984"/>
                  </a:lnTo>
                  <a:lnTo>
                    <a:pt x="12578" y="5666"/>
                  </a:lnTo>
                  <a:lnTo>
                    <a:pt x="12554" y="5349"/>
                  </a:lnTo>
                  <a:lnTo>
                    <a:pt x="12481" y="5056"/>
                  </a:lnTo>
                  <a:lnTo>
                    <a:pt x="12432" y="4738"/>
                  </a:lnTo>
                  <a:lnTo>
                    <a:pt x="12334" y="4445"/>
                  </a:lnTo>
                  <a:lnTo>
                    <a:pt x="12237" y="4152"/>
                  </a:lnTo>
                  <a:lnTo>
                    <a:pt x="12114" y="3859"/>
                  </a:lnTo>
                  <a:lnTo>
                    <a:pt x="11992" y="3590"/>
                  </a:lnTo>
                  <a:lnTo>
                    <a:pt x="11846" y="3322"/>
                  </a:lnTo>
                  <a:lnTo>
                    <a:pt x="11699" y="3053"/>
                  </a:lnTo>
                  <a:lnTo>
                    <a:pt x="11553" y="2784"/>
                  </a:lnTo>
                  <a:lnTo>
                    <a:pt x="11186" y="2296"/>
                  </a:lnTo>
                  <a:lnTo>
                    <a:pt x="10771" y="1856"/>
                  </a:lnTo>
                  <a:lnTo>
                    <a:pt x="10332" y="1441"/>
                  </a:lnTo>
                  <a:lnTo>
                    <a:pt x="9843" y="1075"/>
                  </a:lnTo>
                  <a:lnTo>
                    <a:pt x="9574" y="928"/>
                  </a:lnTo>
                  <a:lnTo>
                    <a:pt x="9306" y="782"/>
                  </a:lnTo>
                  <a:lnTo>
                    <a:pt x="9037" y="635"/>
                  </a:lnTo>
                  <a:lnTo>
                    <a:pt x="8768" y="513"/>
                  </a:lnTo>
                  <a:lnTo>
                    <a:pt x="8475" y="391"/>
                  </a:lnTo>
                  <a:lnTo>
                    <a:pt x="8182" y="293"/>
                  </a:lnTo>
                  <a:lnTo>
                    <a:pt x="7889" y="220"/>
                  </a:lnTo>
                  <a:lnTo>
                    <a:pt x="7572" y="147"/>
                  </a:lnTo>
                  <a:lnTo>
                    <a:pt x="7279" y="73"/>
                  </a:lnTo>
                  <a:lnTo>
                    <a:pt x="6961" y="49"/>
                  </a:lnTo>
                  <a:lnTo>
                    <a:pt x="6644" y="24"/>
                  </a:lnTo>
                  <a:lnTo>
                    <a:pt x="630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248" name="Google Shape;248;p26"/>
            <p:cNvSpPr/>
            <p:nvPr/>
          </p:nvSpPr>
          <p:spPr>
            <a:xfrm>
              <a:off x="3992525" y="3021125"/>
              <a:ext cx="242425" cy="242425"/>
            </a:xfrm>
            <a:custGeom>
              <a:avLst/>
              <a:gdLst/>
              <a:ahLst/>
              <a:cxnLst/>
              <a:rect l="l" t="t" r="r" b="b"/>
              <a:pathLst>
                <a:path w="9697" h="9697" extrusionOk="0">
                  <a:moveTo>
                    <a:pt x="4934" y="1466"/>
                  </a:moveTo>
                  <a:lnTo>
                    <a:pt x="5008" y="1490"/>
                  </a:lnTo>
                  <a:lnTo>
                    <a:pt x="5081" y="1539"/>
                  </a:lnTo>
                  <a:lnTo>
                    <a:pt x="5154" y="1588"/>
                  </a:lnTo>
                  <a:lnTo>
                    <a:pt x="5203" y="1637"/>
                  </a:lnTo>
                  <a:lnTo>
                    <a:pt x="5252" y="1734"/>
                  </a:lnTo>
                  <a:lnTo>
                    <a:pt x="5276" y="1808"/>
                  </a:lnTo>
                  <a:lnTo>
                    <a:pt x="5276" y="1905"/>
                  </a:lnTo>
                  <a:lnTo>
                    <a:pt x="5276" y="1979"/>
                  </a:lnTo>
                  <a:lnTo>
                    <a:pt x="5252" y="2076"/>
                  </a:lnTo>
                  <a:lnTo>
                    <a:pt x="5203" y="2150"/>
                  </a:lnTo>
                  <a:lnTo>
                    <a:pt x="5154" y="2198"/>
                  </a:lnTo>
                  <a:lnTo>
                    <a:pt x="5081" y="2247"/>
                  </a:lnTo>
                  <a:lnTo>
                    <a:pt x="5008" y="2296"/>
                  </a:lnTo>
                  <a:lnTo>
                    <a:pt x="4934" y="2321"/>
                  </a:lnTo>
                  <a:lnTo>
                    <a:pt x="4837" y="2345"/>
                  </a:lnTo>
                  <a:lnTo>
                    <a:pt x="4593" y="2345"/>
                  </a:lnTo>
                  <a:lnTo>
                    <a:pt x="4348" y="2394"/>
                  </a:lnTo>
                  <a:lnTo>
                    <a:pt x="4104" y="2443"/>
                  </a:lnTo>
                  <a:lnTo>
                    <a:pt x="3860" y="2540"/>
                  </a:lnTo>
                  <a:lnTo>
                    <a:pt x="3640" y="2638"/>
                  </a:lnTo>
                  <a:lnTo>
                    <a:pt x="3445" y="2760"/>
                  </a:lnTo>
                  <a:lnTo>
                    <a:pt x="3249" y="2907"/>
                  </a:lnTo>
                  <a:lnTo>
                    <a:pt x="3054" y="3078"/>
                  </a:lnTo>
                  <a:lnTo>
                    <a:pt x="2907" y="3249"/>
                  </a:lnTo>
                  <a:lnTo>
                    <a:pt x="2761" y="3444"/>
                  </a:lnTo>
                  <a:lnTo>
                    <a:pt x="2639" y="3664"/>
                  </a:lnTo>
                  <a:lnTo>
                    <a:pt x="2517" y="3884"/>
                  </a:lnTo>
                  <a:lnTo>
                    <a:pt x="2443" y="4103"/>
                  </a:lnTo>
                  <a:lnTo>
                    <a:pt x="2370" y="4348"/>
                  </a:lnTo>
                  <a:lnTo>
                    <a:pt x="2346" y="4592"/>
                  </a:lnTo>
                  <a:lnTo>
                    <a:pt x="2321" y="4861"/>
                  </a:lnTo>
                  <a:lnTo>
                    <a:pt x="2321" y="4934"/>
                  </a:lnTo>
                  <a:lnTo>
                    <a:pt x="2297" y="5032"/>
                  </a:lnTo>
                  <a:lnTo>
                    <a:pt x="2248" y="5105"/>
                  </a:lnTo>
                  <a:lnTo>
                    <a:pt x="2199" y="5154"/>
                  </a:lnTo>
                  <a:lnTo>
                    <a:pt x="2126" y="5227"/>
                  </a:lnTo>
                  <a:lnTo>
                    <a:pt x="2053" y="5251"/>
                  </a:lnTo>
                  <a:lnTo>
                    <a:pt x="1979" y="5276"/>
                  </a:lnTo>
                  <a:lnTo>
                    <a:pt x="1882" y="5300"/>
                  </a:lnTo>
                  <a:lnTo>
                    <a:pt x="1808" y="5276"/>
                  </a:lnTo>
                  <a:lnTo>
                    <a:pt x="1711" y="5251"/>
                  </a:lnTo>
                  <a:lnTo>
                    <a:pt x="1637" y="5227"/>
                  </a:lnTo>
                  <a:lnTo>
                    <a:pt x="1564" y="5154"/>
                  </a:lnTo>
                  <a:lnTo>
                    <a:pt x="1515" y="5105"/>
                  </a:lnTo>
                  <a:lnTo>
                    <a:pt x="1491" y="5032"/>
                  </a:lnTo>
                  <a:lnTo>
                    <a:pt x="1466" y="4934"/>
                  </a:lnTo>
                  <a:lnTo>
                    <a:pt x="1442" y="4861"/>
                  </a:lnTo>
                  <a:lnTo>
                    <a:pt x="1466" y="4494"/>
                  </a:lnTo>
                  <a:lnTo>
                    <a:pt x="1515" y="4177"/>
                  </a:lnTo>
                  <a:lnTo>
                    <a:pt x="1588" y="3835"/>
                  </a:lnTo>
                  <a:lnTo>
                    <a:pt x="1711" y="3542"/>
                  </a:lnTo>
                  <a:lnTo>
                    <a:pt x="1857" y="3224"/>
                  </a:lnTo>
                  <a:lnTo>
                    <a:pt x="2028" y="2956"/>
                  </a:lnTo>
                  <a:lnTo>
                    <a:pt x="2223" y="2687"/>
                  </a:lnTo>
                  <a:lnTo>
                    <a:pt x="2443" y="2443"/>
                  </a:lnTo>
                  <a:lnTo>
                    <a:pt x="2688" y="2223"/>
                  </a:lnTo>
                  <a:lnTo>
                    <a:pt x="2956" y="2028"/>
                  </a:lnTo>
                  <a:lnTo>
                    <a:pt x="3225" y="1857"/>
                  </a:lnTo>
                  <a:lnTo>
                    <a:pt x="3518" y="1710"/>
                  </a:lnTo>
                  <a:lnTo>
                    <a:pt x="3835" y="1612"/>
                  </a:lnTo>
                  <a:lnTo>
                    <a:pt x="4153" y="1515"/>
                  </a:lnTo>
                  <a:lnTo>
                    <a:pt x="4495" y="1466"/>
                  </a:lnTo>
                  <a:close/>
                  <a:moveTo>
                    <a:pt x="4837" y="0"/>
                  </a:moveTo>
                  <a:lnTo>
                    <a:pt x="4348" y="25"/>
                  </a:lnTo>
                  <a:lnTo>
                    <a:pt x="3860" y="98"/>
                  </a:lnTo>
                  <a:lnTo>
                    <a:pt x="3396" y="220"/>
                  </a:lnTo>
                  <a:lnTo>
                    <a:pt x="2956" y="391"/>
                  </a:lnTo>
                  <a:lnTo>
                    <a:pt x="2541" y="587"/>
                  </a:lnTo>
                  <a:lnTo>
                    <a:pt x="2150" y="831"/>
                  </a:lnTo>
                  <a:lnTo>
                    <a:pt x="1759" y="1124"/>
                  </a:lnTo>
                  <a:lnTo>
                    <a:pt x="1418" y="1441"/>
                  </a:lnTo>
                  <a:lnTo>
                    <a:pt x="1100" y="1783"/>
                  </a:lnTo>
                  <a:lnTo>
                    <a:pt x="831" y="2150"/>
                  </a:lnTo>
                  <a:lnTo>
                    <a:pt x="587" y="2540"/>
                  </a:lnTo>
                  <a:lnTo>
                    <a:pt x="392" y="2980"/>
                  </a:lnTo>
                  <a:lnTo>
                    <a:pt x="221" y="3420"/>
                  </a:lnTo>
                  <a:lnTo>
                    <a:pt x="99" y="3884"/>
                  </a:lnTo>
                  <a:lnTo>
                    <a:pt x="25" y="4348"/>
                  </a:lnTo>
                  <a:lnTo>
                    <a:pt x="1" y="4861"/>
                  </a:lnTo>
                  <a:lnTo>
                    <a:pt x="25" y="5349"/>
                  </a:lnTo>
                  <a:lnTo>
                    <a:pt x="99" y="5838"/>
                  </a:lnTo>
                  <a:lnTo>
                    <a:pt x="221" y="6302"/>
                  </a:lnTo>
                  <a:lnTo>
                    <a:pt x="392" y="6741"/>
                  </a:lnTo>
                  <a:lnTo>
                    <a:pt x="587" y="7156"/>
                  </a:lnTo>
                  <a:lnTo>
                    <a:pt x="831" y="7547"/>
                  </a:lnTo>
                  <a:lnTo>
                    <a:pt x="1100" y="7938"/>
                  </a:lnTo>
                  <a:lnTo>
                    <a:pt x="1418" y="8280"/>
                  </a:lnTo>
                  <a:lnTo>
                    <a:pt x="1759" y="8597"/>
                  </a:lnTo>
                  <a:lnTo>
                    <a:pt x="2150" y="8866"/>
                  </a:lnTo>
                  <a:lnTo>
                    <a:pt x="2541" y="9110"/>
                  </a:lnTo>
                  <a:lnTo>
                    <a:pt x="2956" y="9306"/>
                  </a:lnTo>
                  <a:lnTo>
                    <a:pt x="3396" y="9477"/>
                  </a:lnTo>
                  <a:lnTo>
                    <a:pt x="3860" y="9599"/>
                  </a:lnTo>
                  <a:lnTo>
                    <a:pt x="4348" y="9672"/>
                  </a:lnTo>
                  <a:lnTo>
                    <a:pt x="4837" y="9696"/>
                  </a:lnTo>
                  <a:lnTo>
                    <a:pt x="5350" y="9672"/>
                  </a:lnTo>
                  <a:lnTo>
                    <a:pt x="5814" y="9599"/>
                  </a:lnTo>
                  <a:lnTo>
                    <a:pt x="6278" y="9477"/>
                  </a:lnTo>
                  <a:lnTo>
                    <a:pt x="6717" y="9306"/>
                  </a:lnTo>
                  <a:lnTo>
                    <a:pt x="7157" y="9110"/>
                  </a:lnTo>
                  <a:lnTo>
                    <a:pt x="7548" y="8866"/>
                  </a:lnTo>
                  <a:lnTo>
                    <a:pt x="7914" y="8597"/>
                  </a:lnTo>
                  <a:lnTo>
                    <a:pt x="8256" y="8280"/>
                  </a:lnTo>
                  <a:lnTo>
                    <a:pt x="8573" y="7938"/>
                  </a:lnTo>
                  <a:lnTo>
                    <a:pt x="8867" y="7547"/>
                  </a:lnTo>
                  <a:lnTo>
                    <a:pt x="9111" y="7156"/>
                  </a:lnTo>
                  <a:lnTo>
                    <a:pt x="9306" y="6741"/>
                  </a:lnTo>
                  <a:lnTo>
                    <a:pt x="9477" y="6302"/>
                  </a:lnTo>
                  <a:lnTo>
                    <a:pt x="9599" y="5838"/>
                  </a:lnTo>
                  <a:lnTo>
                    <a:pt x="9673" y="5349"/>
                  </a:lnTo>
                  <a:lnTo>
                    <a:pt x="9697" y="4861"/>
                  </a:lnTo>
                  <a:lnTo>
                    <a:pt x="9673" y="4348"/>
                  </a:lnTo>
                  <a:lnTo>
                    <a:pt x="9599" y="3884"/>
                  </a:lnTo>
                  <a:lnTo>
                    <a:pt x="9477" y="3420"/>
                  </a:lnTo>
                  <a:lnTo>
                    <a:pt x="9306" y="2980"/>
                  </a:lnTo>
                  <a:lnTo>
                    <a:pt x="9111" y="2540"/>
                  </a:lnTo>
                  <a:lnTo>
                    <a:pt x="8867" y="2150"/>
                  </a:lnTo>
                  <a:lnTo>
                    <a:pt x="8573" y="1783"/>
                  </a:lnTo>
                  <a:lnTo>
                    <a:pt x="8256" y="1441"/>
                  </a:lnTo>
                  <a:lnTo>
                    <a:pt x="7914" y="1124"/>
                  </a:lnTo>
                  <a:lnTo>
                    <a:pt x="7548" y="831"/>
                  </a:lnTo>
                  <a:lnTo>
                    <a:pt x="7157" y="587"/>
                  </a:lnTo>
                  <a:lnTo>
                    <a:pt x="6717" y="391"/>
                  </a:lnTo>
                  <a:lnTo>
                    <a:pt x="6278" y="220"/>
                  </a:lnTo>
                  <a:lnTo>
                    <a:pt x="5814" y="98"/>
                  </a:lnTo>
                  <a:lnTo>
                    <a:pt x="5350" y="25"/>
                  </a:lnTo>
                  <a:lnTo>
                    <a:pt x="4837"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249" name="Google Shape;249;p26"/>
            <p:cNvSpPr/>
            <p:nvPr/>
          </p:nvSpPr>
          <p:spPr>
            <a:xfrm>
              <a:off x="4215400" y="3253150"/>
              <a:ext cx="154500" cy="153875"/>
            </a:xfrm>
            <a:custGeom>
              <a:avLst/>
              <a:gdLst/>
              <a:ahLst/>
              <a:cxnLst/>
              <a:rect l="l" t="t" r="r" b="b"/>
              <a:pathLst>
                <a:path w="6180" h="6155" extrusionOk="0">
                  <a:moveTo>
                    <a:pt x="1075" y="0"/>
                  </a:moveTo>
                  <a:lnTo>
                    <a:pt x="831" y="269"/>
                  </a:lnTo>
                  <a:lnTo>
                    <a:pt x="562" y="537"/>
                  </a:lnTo>
                  <a:lnTo>
                    <a:pt x="293" y="782"/>
                  </a:lnTo>
                  <a:lnTo>
                    <a:pt x="0" y="1026"/>
                  </a:lnTo>
                  <a:lnTo>
                    <a:pt x="4983" y="6008"/>
                  </a:lnTo>
                  <a:lnTo>
                    <a:pt x="5056" y="6057"/>
                  </a:lnTo>
                  <a:lnTo>
                    <a:pt x="5129" y="6106"/>
                  </a:lnTo>
                  <a:lnTo>
                    <a:pt x="5227" y="6130"/>
                  </a:lnTo>
                  <a:lnTo>
                    <a:pt x="5325" y="6155"/>
                  </a:lnTo>
                  <a:lnTo>
                    <a:pt x="5422" y="6130"/>
                  </a:lnTo>
                  <a:lnTo>
                    <a:pt x="5496" y="6106"/>
                  </a:lnTo>
                  <a:lnTo>
                    <a:pt x="5593" y="6057"/>
                  </a:lnTo>
                  <a:lnTo>
                    <a:pt x="5667" y="6008"/>
                  </a:lnTo>
                  <a:lnTo>
                    <a:pt x="6033" y="5642"/>
                  </a:lnTo>
                  <a:lnTo>
                    <a:pt x="6106" y="5569"/>
                  </a:lnTo>
                  <a:lnTo>
                    <a:pt x="6155" y="5471"/>
                  </a:lnTo>
                  <a:lnTo>
                    <a:pt x="6179" y="5373"/>
                  </a:lnTo>
                  <a:lnTo>
                    <a:pt x="6179" y="5300"/>
                  </a:lnTo>
                  <a:lnTo>
                    <a:pt x="6179" y="5202"/>
                  </a:lnTo>
                  <a:lnTo>
                    <a:pt x="6155" y="5105"/>
                  </a:lnTo>
                  <a:lnTo>
                    <a:pt x="6106" y="5031"/>
                  </a:lnTo>
                  <a:lnTo>
                    <a:pt x="6033" y="4934"/>
                  </a:lnTo>
                  <a:lnTo>
                    <a:pt x="1075"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grpSp>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7"/>
          <p:cNvSpPr txBox="1">
            <a:spLocks noGrp="1"/>
          </p:cNvSpPr>
          <p:nvPr>
            <p:ph type="sldNum" idx="12"/>
          </p:nvPr>
        </p:nvSpPr>
        <p:spPr>
          <a:xfrm>
            <a:off x="8604400" y="4590300"/>
            <a:ext cx="539700" cy="553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
              <a:buNone/>
            </a:pPr>
            <a:fld id="{00000000-1234-1234-1234-123412341234}" type="slidenum">
              <a:rPr lang="en-US"/>
            </a:fld>
            <a:endParaRPr lang="en-US"/>
          </a:p>
        </p:txBody>
      </p:sp>
      <p:sp>
        <p:nvSpPr>
          <p:cNvPr id="255" name="Google Shape;255;p27"/>
          <p:cNvSpPr txBox="1"/>
          <p:nvPr/>
        </p:nvSpPr>
        <p:spPr>
          <a:xfrm>
            <a:off x="685800" y="1352550"/>
            <a:ext cx="4114800" cy="777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400" b="1" i="0" u="none" strike="noStrike" cap="none">
                <a:solidFill>
                  <a:srgbClr val="FFB566"/>
                </a:solidFill>
                <a:latin typeface="Raleway Light"/>
                <a:ea typeface="Raleway Light"/>
                <a:cs typeface="Raleway Light"/>
                <a:sym typeface="Raleway Light"/>
              </a:rPr>
              <a:t>Câu 1: </a:t>
            </a:r>
            <a:r>
              <a:rPr lang="en-US" sz="1400" b="1" i="0" u="none" strike="noStrike" cap="none">
                <a:solidFill>
                  <a:schemeClr val="dk1"/>
                </a:solidFill>
                <a:latin typeface="Raleway Light"/>
                <a:ea typeface="Raleway Light"/>
                <a:cs typeface="Raleway Light"/>
                <a:sym typeface="Raleway Light"/>
              </a:rPr>
              <a:t>Giải thích tại sao mỗi khi cho phóng hồ quang người thợ hàn cần mặt nạ che mặt?</a:t>
            </a:r>
            <a:endParaRPr lang="en-US" sz="1400" b="1" i="0" u="none" strike="noStrike" cap="none">
              <a:solidFill>
                <a:schemeClr val="dk1"/>
              </a:solidFill>
              <a:latin typeface="Raleway Light"/>
              <a:ea typeface="Raleway Light"/>
              <a:cs typeface="Raleway Light"/>
              <a:sym typeface="Raleway Light"/>
            </a:endParaRPr>
          </a:p>
          <a:p>
            <a:pPr marL="0" marR="0" lvl="0" indent="0" algn="l" rtl="0">
              <a:lnSpc>
                <a:spcPct val="100000"/>
              </a:lnSpc>
              <a:spcBef>
                <a:spcPts val="0"/>
              </a:spcBef>
              <a:spcAft>
                <a:spcPts val="0"/>
              </a:spcAft>
              <a:buNone/>
            </a:pPr>
            <a:endParaRPr sz="1400" b="1" i="0" u="none" strike="noStrike" cap="none">
              <a:solidFill>
                <a:schemeClr val="dk1"/>
              </a:solidFill>
              <a:latin typeface="Raleway Light"/>
              <a:ea typeface="Raleway Light"/>
              <a:cs typeface="Raleway Light"/>
              <a:sym typeface="Raleway Light"/>
            </a:endParaRPr>
          </a:p>
          <a:p>
            <a:pPr marL="0" marR="0" lvl="0" indent="0" algn="l" rtl="0">
              <a:lnSpc>
                <a:spcPct val="100000"/>
              </a:lnSpc>
              <a:spcBef>
                <a:spcPts val="0"/>
              </a:spcBef>
              <a:spcAft>
                <a:spcPts val="0"/>
              </a:spcAft>
              <a:buNone/>
            </a:pPr>
            <a:endParaRPr sz="1400" b="1" i="0" u="none" strike="noStrike" cap="none">
              <a:solidFill>
                <a:schemeClr val="dk1"/>
              </a:solidFill>
              <a:latin typeface="Raleway Light"/>
              <a:ea typeface="Raleway Light"/>
              <a:cs typeface="Raleway Light"/>
              <a:sym typeface="Raleway Light"/>
            </a:endParaRPr>
          </a:p>
          <a:p>
            <a:pPr marL="0" marR="0" lvl="0" indent="0" algn="l" rtl="0">
              <a:lnSpc>
                <a:spcPct val="100000"/>
              </a:lnSpc>
              <a:spcBef>
                <a:spcPts val="0"/>
              </a:spcBef>
              <a:spcAft>
                <a:spcPts val="0"/>
              </a:spcAft>
              <a:buNone/>
            </a:pPr>
            <a:endParaRPr sz="1400" b="1" i="0" u="none" strike="noStrike" cap="none">
              <a:solidFill>
                <a:schemeClr val="dk1"/>
              </a:solidFill>
              <a:latin typeface="Raleway Light"/>
              <a:ea typeface="Raleway Light"/>
              <a:cs typeface="Raleway Light"/>
              <a:sym typeface="Raleway Light"/>
            </a:endParaRPr>
          </a:p>
          <a:p>
            <a:pPr marL="0" marR="0" lvl="0" indent="0" algn="l" rtl="0">
              <a:lnSpc>
                <a:spcPct val="100000"/>
              </a:lnSpc>
              <a:spcBef>
                <a:spcPts val="0"/>
              </a:spcBef>
              <a:spcAft>
                <a:spcPts val="0"/>
              </a:spcAft>
              <a:buNone/>
            </a:pPr>
            <a:endParaRPr sz="1400" b="1" i="0" u="none" strike="noStrike" cap="none">
              <a:solidFill>
                <a:schemeClr val="dk1"/>
              </a:solidFill>
              <a:latin typeface="Raleway Light"/>
              <a:ea typeface="Raleway Light"/>
              <a:cs typeface="Raleway Light"/>
              <a:sym typeface="Raleway Light"/>
            </a:endParaRPr>
          </a:p>
          <a:p>
            <a:pPr marL="0" marR="0" lvl="0" indent="0" algn="l" rtl="0">
              <a:lnSpc>
                <a:spcPct val="100000"/>
              </a:lnSpc>
              <a:spcBef>
                <a:spcPts val="0"/>
              </a:spcBef>
              <a:spcAft>
                <a:spcPts val="0"/>
              </a:spcAft>
              <a:buNone/>
            </a:pPr>
            <a:endParaRPr sz="1400" b="1" i="0" u="none" strike="noStrike" cap="none">
              <a:solidFill>
                <a:schemeClr val="dk1"/>
              </a:solidFill>
              <a:latin typeface="Raleway Light"/>
              <a:ea typeface="Raleway Light"/>
              <a:cs typeface="Raleway Light"/>
              <a:sym typeface="Raleway Light"/>
            </a:endParaRPr>
          </a:p>
          <a:p>
            <a:pPr marL="0" marR="0" lvl="0" indent="0" algn="l" rtl="0">
              <a:lnSpc>
                <a:spcPct val="100000"/>
              </a:lnSpc>
              <a:spcBef>
                <a:spcPts val="0"/>
              </a:spcBef>
              <a:spcAft>
                <a:spcPts val="0"/>
              </a:spcAft>
              <a:buNone/>
            </a:pPr>
            <a:endParaRPr sz="1400" b="1" i="0" u="none" strike="noStrike" cap="none">
              <a:solidFill>
                <a:schemeClr val="dk1"/>
              </a:solidFill>
              <a:latin typeface="Raleway Light"/>
              <a:ea typeface="Raleway Light"/>
              <a:cs typeface="Raleway Light"/>
              <a:sym typeface="Raleway Light"/>
            </a:endParaRPr>
          </a:p>
          <a:p>
            <a:pPr marL="0" marR="0" lvl="0" indent="0" algn="l" rtl="0">
              <a:lnSpc>
                <a:spcPct val="100000"/>
              </a:lnSpc>
              <a:spcBef>
                <a:spcPts val="0"/>
              </a:spcBef>
              <a:spcAft>
                <a:spcPts val="0"/>
              </a:spcAft>
              <a:buNone/>
            </a:pPr>
            <a:endParaRPr sz="1400" b="1" i="0" u="none" strike="noStrike" cap="none">
              <a:solidFill>
                <a:schemeClr val="dk1"/>
              </a:solidFill>
              <a:latin typeface="Raleway Light"/>
              <a:ea typeface="Raleway Light"/>
              <a:cs typeface="Raleway Light"/>
              <a:sym typeface="Raleway Light"/>
            </a:endParaRPr>
          </a:p>
          <a:p>
            <a:pPr marL="0" marR="0" lvl="0" indent="0" algn="l" rtl="0">
              <a:lnSpc>
                <a:spcPct val="100000"/>
              </a:lnSpc>
              <a:spcBef>
                <a:spcPts val="0"/>
              </a:spcBef>
              <a:spcAft>
                <a:spcPts val="0"/>
              </a:spcAft>
              <a:buNone/>
            </a:pPr>
            <a:endParaRPr sz="1400" b="0" i="0" u="none" strike="noStrike" cap="none">
              <a:solidFill>
                <a:schemeClr val="dk1"/>
              </a:solidFill>
              <a:latin typeface="Raleway Light"/>
              <a:ea typeface="Raleway Light"/>
              <a:cs typeface="Raleway Light"/>
              <a:sym typeface="Raleway Light"/>
            </a:endParaRPr>
          </a:p>
          <a:p>
            <a:pPr marL="0" marR="0" lvl="0" indent="0" algn="l" rtl="0">
              <a:lnSpc>
                <a:spcPct val="100000"/>
              </a:lnSpc>
              <a:spcBef>
                <a:spcPts val="0"/>
              </a:spcBef>
              <a:spcAft>
                <a:spcPts val="0"/>
              </a:spcAft>
              <a:buNone/>
            </a:pPr>
            <a:endParaRPr sz="1400" b="0" i="0" u="none" strike="noStrike" cap="none">
              <a:solidFill>
                <a:schemeClr val="dk1"/>
              </a:solidFill>
              <a:latin typeface="Raleway Light"/>
              <a:ea typeface="Raleway Light"/>
              <a:cs typeface="Raleway Light"/>
              <a:sym typeface="Raleway Light"/>
            </a:endParaRPr>
          </a:p>
        </p:txBody>
      </p:sp>
      <p:pic>
        <p:nvPicPr>
          <p:cNvPr id="256" name="Google Shape;256;p27"/>
          <p:cNvPicPr preferRelativeResize="0"/>
          <p:nvPr/>
        </p:nvPicPr>
        <p:blipFill rotWithShape="1">
          <a:blip r:embed="rId1"/>
          <a:srcRect/>
          <a:stretch>
            <a:fillRect/>
          </a:stretch>
        </p:blipFill>
        <p:spPr>
          <a:xfrm>
            <a:off x="1219200" y="2038350"/>
            <a:ext cx="2133600" cy="1280159"/>
          </a:xfrm>
          <a:prstGeom prst="rect">
            <a:avLst/>
          </a:prstGeom>
          <a:noFill/>
          <a:ln>
            <a:noFill/>
          </a:ln>
        </p:spPr>
      </p:pic>
      <p:sp>
        <p:nvSpPr>
          <p:cNvPr id="257" name="Google Shape;257;p27"/>
          <p:cNvSpPr/>
          <p:nvPr/>
        </p:nvSpPr>
        <p:spPr>
          <a:xfrm>
            <a:off x="7334564" y="2384367"/>
            <a:ext cx="299775" cy="28623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grpSp>
        <p:nvGrpSpPr>
          <p:cNvPr id="258" name="Google Shape;258;p27"/>
          <p:cNvGrpSpPr/>
          <p:nvPr/>
        </p:nvGrpSpPr>
        <p:grpSpPr>
          <a:xfrm>
            <a:off x="6962708" y="777025"/>
            <a:ext cx="1284369" cy="1284693"/>
            <a:chOff x="6654650" y="3665275"/>
            <a:chExt cx="409100" cy="409125"/>
          </a:xfrm>
        </p:grpSpPr>
        <p:sp>
          <p:nvSpPr>
            <p:cNvPr id="259" name="Google Shape;259;p27"/>
            <p:cNvSpPr/>
            <p:nvPr/>
          </p:nvSpPr>
          <p:spPr>
            <a:xfrm>
              <a:off x="6808525" y="3819150"/>
              <a:ext cx="211875" cy="211900"/>
            </a:xfrm>
            <a:custGeom>
              <a:avLst/>
              <a:gdLst/>
              <a:ahLst/>
              <a:cxnLst/>
              <a:rect l="l" t="t" r="r" b="b"/>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260" name="Google Shape;260;p27"/>
            <p:cNvSpPr/>
            <p:nvPr/>
          </p:nvSpPr>
          <p:spPr>
            <a:xfrm>
              <a:off x="6654650" y="3665275"/>
              <a:ext cx="409100" cy="409125"/>
            </a:xfrm>
            <a:custGeom>
              <a:avLst/>
              <a:gdLst/>
              <a:ahLst/>
              <a:cxnLst/>
              <a:rect l="l" t="t" r="r" b="b"/>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grpSp>
      <p:grpSp>
        <p:nvGrpSpPr>
          <p:cNvPr id="261" name="Google Shape;261;p27"/>
          <p:cNvGrpSpPr/>
          <p:nvPr/>
        </p:nvGrpSpPr>
        <p:grpSpPr>
          <a:xfrm rot="290934">
            <a:off x="5826714" y="2216476"/>
            <a:ext cx="848543" cy="848624"/>
            <a:chOff x="570875" y="4322250"/>
            <a:chExt cx="443300" cy="443325"/>
          </a:xfrm>
        </p:grpSpPr>
        <p:sp>
          <p:nvSpPr>
            <p:cNvPr id="262" name="Google Shape;262;p27"/>
            <p:cNvSpPr/>
            <p:nvPr/>
          </p:nvSpPr>
          <p:spPr>
            <a:xfrm>
              <a:off x="570875" y="4322250"/>
              <a:ext cx="443300" cy="443325"/>
            </a:xfrm>
            <a:custGeom>
              <a:avLst/>
              <a:gdLst/>
              <a:ahLst/>
              <a:cxnLst/>
              <a:rect l="l" t="t" r="r" b="b"/>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263" name="Google Shape;263;p27"/>
            <p:cNvSpPr/>
            <p:nvPr/>
          </p:nvSpPr>
          <p:spPr>
            <a:xfrm>
              <a:off x="597725" y="4665400"/>
              <a:ext cx="73300" cy="73300"/>
            </a:xfrm>
            <a:custGeom>
              <a:avLst/>
              <a:gdLst/>
              <a:ahLst/>
              <a:cxnLst/>
              <a:rect l="l" t="t" r="r" b="b"/>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264" name="Google Shape;264;p27"/>
            <p:cNvSpPr/>
            <p:nvPr/>
          </p:nvSpPr>
          <p:spPr>
            <a:xfrm>
              <a:off x="654525" y="4708150"/>
              <a:ext cx="47025" cy="47025"/>
            </a:xfrm>
            <a:custGeom>
              <a:avLst/>
              <a:gdLst/>
              <a:ahLst/>
              <a:cxnLst/>
              <a:rect l="l" t="t" r="r" b="b"/>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265" name="Google Shape;265;p27"/>
            <p:cNvSpPr/>
            <p:nvPr/>
          </p:nvSpPr>
          <p:spPr>
            <a:xfrm>
              <a:off x="581250" y="4634875"/>
              <a:ext cx="47050" cy="47050"/>
            </a:xfrm>
            <a:custGeom>
              <a:avLst/>
              <a:gdLst/>
              <a:ahLst/>
              <a:cxnLst/>
              <a:rect l="l" t="t" r="r" b="b"/>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grpSp>
      <p:sp>
        <p:nvSpPr>
          <p:cNvPr id="266" name="Google Shape;266;p27"/>
          <p:cNvSpPr/>
          <p:nvPr/>
        </p:nvSpPr>
        <p:spPr>
          <a:xfrm rot="2466717">
            <a:off x="5819909" y="1025895"/>
            <a:ext cx="416526" cy="39771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267" name="Google Shape;267;p27"/>
          <p:cNvSpPr/>
          <p:nvPr/>
        </p:nvSpPr>
        <p:spPr>
          <a:xfrm rot="-1609245">
            <a:off x="6429073" y="1276138"/>
            <a:ext cx="299725" cy="28620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268" name="Google Shape;268;p27"/>
          <p:cNvSpPr/>
          <p:nvPr/>
        </p:nvSpPr>
        <p:spPr>
          <a:xfrm rot="2926063">
            <a:off x="8246537" y="1502870"/>
            <a:ext cx="224479" cy="21434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269" name="Google Shape;269;p27"/>
          <p:cNvSpPr/>
          <p:nvPr/>
        </p:nvSpPr>
        <p:spPr>
          <a:xfrm rot="-1609158">
            <a:off x="8202241" y="284727"/>
            <a:ext cx="202232" cy="193098"/>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270" name="Google Shape;270;p27"/>
          <p:cNvSpPr txBox="1"/>
          <p:nvPr/>
        </p:nvSpPr>
        <p:spPr>
          <a:xfrm>
            <a:off x="762000" y="3638550"/>
            <a:ext cx="7466948"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FFB566"/>
                </a:solidFill>
                <a:latin typeface="Raleway Light"/>
                <a:ea typeface="Raleway Light"/>
                <a:cs typeface="Raleway Light"/>
                <a:sym typeface="Raleway Light"/>
              </a:rPr>
              <a:t>Câu 2: </a:t>
            </a:r>
            <a:r>
              <a:rPr lang="en-US" sz="1400" b="1" i="0" u="none" strike="noStrike" cap="none">
                <a:solidFill>
                  <a:schemeClr val="dk1"/>
                </a:solidFill>
                <a:latin typeface="Raleway Light"/>
                <a:ea typeface="Raleway Light"/>
                <a:cs typeface="Raleway Light"/>
                <a:sym typeface="Raleway Light"/>
              </a:rPr>
              <a:t>Giải thích tại sao Mặt trời là một nguồn năng lượng khổng lồ phát ra tia tử ngoại mà con người và các sinh vật trên Trái Đất vẫn có thể sinh sống dưới ánh nắng mặt trời</a:t>
            </a:r>
            <a:endParaRPr sz="1400" b="0" i="0" u="none" strike="noStrike" cap="none">
              <a:solidFill>
                <a:schemeClr val="dk1"/>
              </a:solidFill>
              <a:latin typeface="Raleway Light"/>
              <a:ea typeface="Raleway Light"/>
              <a:cs typeface="Raleway Light"/>
              <a:sym typeface="Raleway Light"/>
            </a:endParaRPr>
          </a:p>
          <a:p>
            <a:pPr marL="0" marR="0" lvl="0" indent="0" algn="l" rtl="0">
              <a:lnSpc>
                <a:spcPct val="100000"/>
              </a:lnSpc>
              <a:spcBef>
                <a:spcPts val="0"/>
              </a:spcBef>
              <a:spcAft>
                <a:spcPts val="0"/>
              </a:spcAft>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livia template">
  <a:themeElements>
    <a:clrScheme name="Custom 347">
      <a:dk1>
        <a:srgbClr val="434343"/>
      </a:dk1>
      <a:lt1>
        <a:srgbClr val="FFFFFF"/>
      </a:lt1>
      <a:dk2>
        <a:srgbClr val="666666"/>
      </a:dk2>
      <a:lt2>
        <a:srgbClr val="ECE9E6"/>
      </a:lt2>
      <a:accent1>
        <a:srgbClr val="FFB600"/>
      </a:accent1>
      <a:accent2>
        <a:srgbClr val="FF8400"/>
      </a:accent2>
      <a:accent3>
        <a:srgbClr val="FA5E5E"/>
      </a:accent3>
      <a:accent4>
        <a:srgbClr val="E42A87"/>
      </a:accent4>
      <a:accent5>
        <a:srgbClr val="B143C7"/>
      </a:accent5>
      <a:accent6>
        <a:srgbClr val="7241B4"/>
      </a:accent6>
      <a:hlink>
        <a:srgbClr val="434343"/>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4482</Words>
  <Application>WPS Spreadsheets</Application>
  <PresentationFormat>On-screen Show (16:9)</PresentationFormat>
  <Paragraphs>199</Paragraphs>
  <Slides>18</Slides>
  <Notes>18</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18</vt:i4>
      </vt:variant>
    </vt:vector>
  </HeadingPairs>
  <TitlesOfParts>
    <vt:vector size="34" baseType="lpstr">
      <vt:lpstr>Arial</vt:lpstr>
      <vt:lpstr>SimSun</vt:lpstr>
      <vt:lpstr>Wingdings</vt:lpstr>
      <vt:lpstr>Arial</vt:lpstr>
      <vt:lpstr>Raleway ExtraBold</vt:lpstr>
      <vt:lpstr>Raleway Light</vt:lpstr>
      <vt:lpstr>Raleway</vt:lpstr>
      <vt:lpstr>Microsoft YaHei</vt:lpstr>
      <vt:lpstr>汉仪旗黑</vt:lpstr>
      <vt:lpstr>Arial Unicode MS</vt:lpstr>
      <vt:lpstr>宋体-简</vt:lpstr>
      <vt:lpstr>Raleway</vt:lpstr>
      <vt:lpstr>Raleway ExtraBold</vt:lpstr>
      <vt:lpstr>Raleway Light</vt:lpstr>
      <vt:lpstr>Times New Roman</vt:lpstr>
      <vt:lpstr>Olivia template</vt:lpstr>
      <vt:lpstr>Bài 11- SÓNG ĐIỆN TỪ</vt:lpstr>
      <vt:lpstr>Câu hỏi thảo luận</vt:lpstr>
      <vt:lpstr>Các thiết bị như tivi, điện thoại di động, lò vi sóng đều sử dụng sóng điện từ. Vậy ai nghiên cứu, xây dựng lí thuyết điện từ? Và sóng điện từ là gì?</vt:lpstr>
      <vt:lpstr>I. Sóng điện từ</vt:lpstr>
      <vt:lpstr>PowerPoint 演示文稿</vt:lpstr>
      <vt:lpstr>Nhiệm vụ</vt:lpstr>
      <vt:lpstr>1. Ánh sáng nhìn thấy</vt:lpstr>
      <vt:lpstr>2. Tia hồng ngoại (IR)</vt:lpstr>
      <vt:lpstr>2. Tia hồng ngoại (IR)</vt:lpstr>
      <vt:lpstr>3. Tia tử ngoại (UV)</vt:lpstr>
      <vt:lpstr>3. Tia tử ngoại (UV)</vt:lpstr>
      <vt:lpstr>4. Sóng vô tuyến</vt:lpstr>
      <vt:lpstr>4. Sóng vô tuyến</vt:lpstr>
      <vt:lpstr>5. Tia Rơn ghen (tia X)</vt:lpstr>
      <vt:lpstr>6. Tia Gamma (γ)</vt:lpstr>
      <vt:lpstr>Củng cố kiến thức</vt:lpstr>
      <vt:lpstr>Hãy xác định phạm vi tần số tương ứng với các dải bước sóng</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11- SÓNG ĐIỆN TỪ</dc:title>
  <dc:creator>VnTeach.Com</dc:creator>
  <cp:keywords>VnTeach.Com</cp:keywords>
  <cp:lastModifiedBy>vietchung</cp:lastModifiedBy>
  <cp:revision>3</cp:revision>
  <dcterms:created xsi:type="dcterms:W3CDTF">2025-09-17T07:05:44Z</dcterms:created>
  <dcterms:modified xsi:type="dcterms:W3CDTF">2025-09-17T07:05:44Z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8431A1E2EB15D287BF5DCA6863F960D9_42</vt:lpwstr>
  </property>
  <property fmtid="{D5CDD505-2E9C-101B-9397-08002B2CF9AE}" pid="3" name="KSOProductBuildVer">
    <vt:lpwstr>1033-12.1.22553.22553</vt:lpwstr>
  </property>
</Properties>
</file>