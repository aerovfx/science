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Lst>
  <p:sldSz cx="12192000" cy="6858000"/>
  <p:notesSz cx="6858000" cy="9144000"/>
  <p:embeddedFontLst>
    <p:embeddedFont>
      <p:font typeface="Dancing Script"/>
      <p:regular r:id="rId30"/>
    </p:embeddedFont>
    <p:embeddedFont>
      <p:font typeface="Fira Sans Condensed ExtraBold"/>
      <p:regular r:id="rId31"/>
    </p:embeddedFont>
    <p:embeddedFont>
      <p:font typeface="Fira Sans Condensed Medium" panose="020B0603050000020004"/>
      <p:regular r:id="rId32"/>
    </p:embeddedFont>
    <p:embeddedFont>
      <p:font typeface="Fira Sans Extra Condensed"/>
      <p:regular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3" Type="http://schemas.openxmlformats.org/officeDocument/2006/relationships/font" Target="fonts/font4.fntdata"/><Relationship Id="rId32" Type="http://schemas.openxmlformats.org/officeDocument/2006/relationships/font" Target="fonts/font3.fntdata"/><Relationship Id="rId31" Type="http://schemas.openxmlformats.org/officeDocument/2006/relationships/font" Target="fonts/font2.fntdata"/><Relationship Id="rId30" Type="http://schemas.openxmlformats.org/officeDocument/2006/relationships/font" Target="fonts/font1.fntdata"/><Relationship Id="rId3" Type="http://schemas.openxmlformats.org/officeDocument/2006/relationships/slideMaster" Target="slideMasters/slideMaster2.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5" name="Shape 155"/>
        <p:cNvGrpSpPr/>
        <p:nvPr/>
      </p:nvGrpSpPr>
      <p:grpSpPr>
        <a:xfrm>
          <a:off x="0" y="0"/>
          <a:ext cx="0" cy="0"/>
          <a:chOff x="0" y="0"/>
          <a:chExt cx="0" cy="0"/>
        </a:xfrm>
      </p:grpSpPr>
      <p:sp>
        <p:nvSpPr>
          <p:cNvPr id="156" name="Google Shape;156;p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7" name="Google Shape;157;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1" name="Shape 161"/>
        <p:cNvGrpSpPr/>
        <p:nvPr/>
      </p:nvGrpSpPr>
      <p:grpSpPr>
        <a:xfrm>
          <a:off x="0" y="0"/>
          <a:ext cx="0" cy="0"/>
          <a:chOff x="0" y="0"/>
          <a:chExt cx="0" cy="0"/>
        </a:xfrm>
      </p:grpSpPr>
      <p:sp>
        <p:nvSpPr>
          <p:cNvPr id="162" name="Google Shape;162;p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63" name="Google Shape;163;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5" name="Shape 235"/>
        <p:cNvGrpSpPr/>
        <p:nvPr/>
      </p:nvGrpSpPr>
      <p:grpSpPr>
        <a:xfrm>
          <a:off x="0" y="0"/>
          <a:ext cx="0" cy="0"/>
          <a:chOff x="0" y="0"/>
          <a:chExt cx="0" cy="0"/>
        </a:xfrm>
      </p:grpSpPr>
      <p:sp>
        <p:nvSpPr>
          <p:cNvPr id="236" name="Google Shape;236;p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37" name="Google Shape;237;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2" name="Shape 282"/>
        <p:cNvGrpSpPr/>
        <p:nvPr/>
      </p:nvGrpSpPr>
      <p:grpSpPr>
        <a:xfrm>
          <a:off x="0" y="0"/>
          <a:ext cx="0" cy="0"/>
          <a:chOff x="0" y="0"/>
          <a:chExt cx="0" cy="0"/>
        </a:xfrm>
      </p:grpSpPr>
      <p:sp>
        <p:nvSpPr>
          <p:cNvPr id="283" name="Google Shape;283;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84" name="Google Shape;284;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5" name="Shape 325"/>
        <p:cNvGrpSpPr/>
        <p:nvPr/>
      </p:nvGrpSpPr>
      <p:grpSpPr>
        <a:xfrm>
          <a:off x="0" y="0"/>
          <a:ext cx="0" cy="0"/>
          <a:chOff x="0" y="0"/>
          <a:chExt cx="0" cy="0"/>
        </a:xfrm>
      </p:grpSpPr>
      <p:sp>
        <p:nvSpPr>
          <p:cNvPr id="326" name="Google Shape;326;p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27" name="Google Shape;327;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9" name="Shape 369"/>
        <p:cNvGrpSpPr/>
        <p:nvPr/>
      </p:nvGrpSpPr>
      <p:grpSpPr>
        <a:xfrm>
          <a:off x="0" y="0"/>
          <a:ext cx="0" cy="0"/>
          <a:chOff x="0" y="0"/>
          <a:chExt cx="0" cy="0"/>
        </a:xfrm>
      </p:grpSpPr>
      <p:sp>
        <p:nvSpPr>
          <p:cNvPr id="370" name="Google Shape;370;p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71" name="Google Shape;371;p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6" name="Shape 386"/>
        <p:cNvGrpSpPr/>
        <p:nvPr/>
      </p:nvGrpSpPr>
      <p:grpSpPr>
        <a:xfrm>
          <a:off x="0" y="0"/>
          <a:ext cx="0" cy="0"/>
          <a:chOff x="0" y="0"/>
          <a:chExt cx="0" cy="0"/>
        </a:xfrm>
      </p:grpSpPr>
      <p:sp>
        <p:nvSpPr>
          <p:cNvPr id="387" name="Google Shape;387;p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88" name="Google Shape;388;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2" name="Shape 402"/>
        <p:cNvGrpSpPr/>
        <p:nvPr/>
      </p:nvGrpSpPr>
      <p:grpSpPr>
        <a:xfrm>
          <a:off x="0" y="0"/>
          <a:ext cx="0" cy="0"/>
          <a:chOff x="0" y="0"/>
          <a:chExt cx="0" cy="0"/>
        </a:xfrm>
      </p:grpSpPr>
      <p:sp>
        <p:nvSpPr>
          <p:cNvPr id="403" name="Google Shape;403;p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04" name="Google Shape;404;p8: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490" name="Shape 490"/>
        <p:cNvGrpSpPr/>
        <p:nvPr/>
      </p:nvGrpSpPr>
      <p:grpSpPr>
        <a:xfrm>
          <a:off x="0" y="0"/>
          <a:ext cx="0" cy="0"/>
          <a:chOff x="0" y="0"/>
          <a:chExt cx="0" cy="0"/>
        </a:xfrm>
      </p:grpSpPr>
      <p:sp>
        <p:nvSpPr>
          <p:cNvPr id="491" name="Google Shape;491;p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92" name="Google Shape;492;p9: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5" name="Shape 505"/>
        <p:cNvGrpSpPr/>
        <p:nvPr/>
      </p:nvGrpSpPr>
      <p:grpSpPr>
        <a:xfrm>
          <a:off x="0" y="0"/>
          <a:ext cx="0" cy="0"/>
          <a:chOff x="0" y="0"/>
          <a:chExt cx="0" cy="0"/>
        </a:xfrm>
      </p:grpSpPr>
      <p:sp>
        <p:nvSpPr>
          <p:cNvPr id="506" name="Google Shape;506;p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07" name="Google Shape;507;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23" name="Shape 523"/>
        <p:cNvGrpSpPr/>
        <p:nvPr/>
      </p:nvGrpSpPr>
      <p:grpSpPr>
        <a:xfrm>
          <a:off x="0" y="0"/>
          <a:ext cx="0" cy="0"/>
          <a:chOff x="0" y="0"/>
          <a:chExt cx="0" cy="0"/>
        </a:xfrm>
      </p:grpSpPr>
      <p:sp>
        <p:nvSpPr>
          <p:cNvPr id="524" name="Google Shape;524;p1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25" name="Google Shape;525;p1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43" name="Shape 543"/>
        <p:cNvGrpSpPr/>
        <p:nvPr/>
      </p:nvGrpSpPr>
      <p:grpSpPr>
        <a:xfrm>
          <a:off x="0" y="0"/>
          <a:ext cx="0" cy="0"/>
          <a:chOff x="0" y="0"/>
          <a:chExt cx="0" cy="0"/>
        </a:xfrm>
      </p:grpSpPr>
      <p:sp>
        <p:nvSpPr>
          <p:cNvPr id="544" name="Google Shape;544;p1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45" name="Google Shape;545;p1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2" name="Shape 562"/>
        <p:cNvGrpSpPr/>
        <p:nvPr/>
      </p:nvGrpSpPr>
      <p:grpSpPr>
        <a:xfrm>
          <a:off x="0" y="0"/>
          <a:ext cx="0" cy="0"/>
          <a:chOff x="0" y="0"/>
          <a:chExt cx="0" cy="0"/>
        </a:xfrm>
      </p:grpSpPr>
      <p:sp>
        <p:nvSpPr>
          <p:cNvPr id="563" name="Google Shape;563;p1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64" name="Google Shape;564;p1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582" name="Shape 582"/>
        <p:cNvGrpSpPr/>
        <p:nvPr/>
      </p:nvGrpSpPr>
      <p:grpSpPr>
        <a:xfrm>
          <a:off x="0" y="0"/>
          <a:ext cx="0" cy="0"/>
          <a:chOff x="0" y="0"/>
          <a:chExt cx="0" cy="0"/>
        </a:xfrm>
      </p:grpSpPr>
      <p:sp>
        <p:nvSpPr>
          <p:cNvPr id="583" name="Google Shape;583;p1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84" name="Google Shape;584;p1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593" name="Shape 593"/>
        <p:cNvGrpSpPr/>
        <p:nvPr/>
      </p:nvGrpSpPr>
      <p:grpSpPr>
        <a:xfrm>
          <a:off x="0" y="0"/>
          <a:ext cx="0" cy="0"/>
          <a:chOff x="0" y="0"/>
          <a:chExt cx="0" cy="0"/>
        </a:xfrm>
      </p:grpSpPr>
      <p:sp>
        <p:nvSpPr>
          <p:cNvPr id="594" name="Google Shape;594;p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95" name="Google Shape;595;p1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612" name="Shape 612"/>
        <p:cNvGrpSpPr/>
        <p:nvPr/>
      </p:nvGrpSpPr>
      <p:grpSpPr>
        <a:xfrm>
          <a:off x="0" y="0"/>
          <a:ext cx="0" cy="0"/>
          <a:chOff x="0" y="0"/>
          <a:chExt cx="0" cy="0"/>
        </a:xfrm>
      </p:grpSpPr>
      <p:sp>
        <p:nvSpPr>
          <p:cNvPr id="613" name="Google Shape;613;p1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614" name="Google Shape;614;p1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631" name="Shape 631"/>
        <p:cNvGrpSpPr/>
        <p:nvPr/>
      </p:nvGrpSpPr>
      <p:grpSpPr>
        <a:xfrm>
          <a:off x="0" y="0"/>
          <a:ext cx="0" cy="0"/>
          <a:chOff x="0" y="0"/>
          <a:chExt cx="0" cy="0"/>
        </a:xfrm>
      </p:grpSpPr>
      <p:sp>
        <p:nvSpPr>
          <p:cNvPr id="632" name="Google Shape;632;p1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633" name="Google Shape;633;p1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650" name="Shape 650"/>
        <p:cNvGrpSpPr/>
        <p:nvPr/>
      </p:nvGrpSpPr>
      <p:grpSpPr>
        <a:xfrm>
          <a:off x="0" y="0"/>
          <a:ext cx="0" cy="0"/>
          <a:chOff x="0" y="0"/>
          <a:chExt cx="0" cy="0"/>
        </a:xfrm>
      </p:grpSpPr>
      <p:sp>
        <p:nvSpPr>
          <p:cNvPr id="651" name="Google Shape;651;p1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652" name="Google Shape;652;p18: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669" name="Shape 669"/>
        <p:cNvGrpSpPr/>
        <p:nvPr/>
      </p:nvGrpSpPr>
      <p:grpSpPr>
        <a:xfrm>
          <a:off x="0" y="0"/>
          <a:ext cx="0" cy="0"/>
          <a:chOff x="0" y="0"/>
          <a:chExt cx="0" cy="0"/>
        </a:xfrm>
      </p:grpSpPr>
      <p:sp>
        <p:nvSpPr>
          <p:cNvPr id="670" name="Google Shape;670;p1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671" name="Google Shape;671;p19: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688" name="Shape 688"/>
        <p:cNvGrpSpPr/>
        <p:nvPr/>
      </p:nvGrpSpPr>
      <p:grpSpPr>
        <a:xfrm>
          <a:off x="0" y="0"/>
          <a:ext cx="0" cy="0"/>
          <a:chOff x="0" y="0"/>
          <a:chExt cx="0" cy="0"/>
        </a:xfrm>
      </p:grpSpPr>
      <p:sp>
        <p:nvSpPr>
          <p:cNvPr id="689" name="Google Shape;689;p2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690" name="Google Shape;690;p2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707" name="Shape 707"/>
        <p:cNvGrpSpPr/>
        <p:nvPr/>
      </p:nvGrpSpPr>
      <p:grpSpPr>
        <a:xfrm>
          <a:off x="0" y="0"/>
          <a:ext cx="0" cy="0"/>
          <a:chOff x="0" y="0"/>
          <a:chExt cx="0" cy="0"/>
        </a:xfrm>
      </p:grpSpPr>
      <p:sp>
        <p:nvSpPr>
          <p:cNvPr id="708" name="Google Shape;708;p2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709" name="Google Shape;709;p2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726" name="Shape 726"/>
        <p:cNvGrpSpPr/>
        <p:nvPr/>
      </p:nvGrpSpPr>
      <p:grpSpPr>
        <a:xfrm>
          <a:off x="0" y="0"/>
          <a:ext cx="0" cy="0"/>
          <a:chOff x="0" y="0"/>
          <a:chExt cx="0" cy="0"/>
        </a:xfrm>
      </p:grpSpPr>
      <p:sp>
        <p:nvSpPr>
          <p:cNvPr id="727" name="Google Shape;727;p2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728" name="Google Shape;728;p2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0" name="Google Shape;20;p3"/>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4"/>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2" name="Google Shape;32;p5"/>
          <p:cNvSpPr txBox="1"/>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3" name="Google Shape;33;p5"/>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39" name="Google Shape;39;p6"/>
          <p:cNvSpPr txBox="1"/>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0" name="Google Shape;40;p6"/>
          <p:cNvSpPr txBox="1"/>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1" name="Google Shape;41;p6"/>
          <p:cNvSpPr txBox="1"/>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2" name="Google Shape;42;p6"/>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50" name="Shape 50"/>
        <p:cNvGrpSpPr/>
        <p:nvPr/>
      </p:nvGrpSpPr>
      <p:grpSpPr>
        <a:xfrm>
          <a:off x="0" y="0"/>
          <a:ext cx="0" cy="0"/>
          <a:chOff x="0" y="0"/>
          <a:chExt cx="0" cy="0"/>
        </a:xfrm>
      </p:grpSpPr>
      <p:sp>
        <p:nvSpPr>
          <p:cNvPr id="51" name="Google Shape;51;p8"/>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58" name="Google Shape;58;p9"/>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type="pic" idx="2"/>
          </p:nvPr>
        </p:nvSpPr>
        <p:spPr>
          <a:xfrm>
            <a:off x="5183188" y="987425"/>
            <a:ext cx="6172200" cy="4873625"/>
          </a:xfrm>
          <a:prstGeom prst="rect">
            <a:avLst/>
          </a:prstGeom>
          <a:noFill/>
          <a:ln>
            <a:noFill/>
          </a:ln>
        </p:spPr>
      </p:sp>
      <p:sp>
        <p:nvSpPr>
          <p:cNvPr id="64" name="Google Shape;64;p10"/>
          <p:cNvSpPr txBox="1"/>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5" name="Google Shape;65;p10"/>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1" name="Google Shape;71;p11"/>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7" name="Google Shape;77;p12"/>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86" name="Shape 86"/>
        <p:cNvGrpSpPr/>
        <p:nvPr/>
      </p:nvGrpSpPr>
      <p:grpSpPr>
        <a:xfrm>
          <a:off x="0" y="0"/>
          <a:ext cx="0" cy="0"/>
          <a:chOff x="0" y="0"/>
          <a:chExt cx="0" cy="0"/>
        </a:xfrm>
      </p:grpSpPr>
      <p:sp>
        <p:nvSpPr>
          <p:cNvPr id="87" name="Google Shape;87;p14"/>
          <p:cNvSpPr txBox="1"/>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14"/>
          <p:cNvSpPr txBox="1"/>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89" name="Google Shape;89;p14"/>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4"/>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4"/>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92" name="Shape 92"/>
        <p:cNvGrpSpPr/>
        <p:nvPr/>
      </p:nvGrpSpPr>
      <p:grpSpPr>
        <a:xfrm>
          <a:off x="0" y="0"/>
          <a:ext cx="0" cy="0"/>
          <a:chOff x="0" y="0"/>
          <a:chExt cx="0" cy="0"/>
        </a:xfrm>
      </p:grpSpPr>
      <p:sp>
        <p:nvSpPr>
          <p:cNvPr id="93" name="Google Shape;93;p15"/>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15"/>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95" name="Google Shape;95;p15"/>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15"/>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15"/>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98" name="Shape 98"/>
        <p:cNvGrpSpPr/>
        <p:nvPr/>
      </p:nvGrpSpPr>
      <p:grpSpPr>
        <a:xfrm>
          <a:off x="0" y="0"/>
          <a:ext cx="0" cy="0"/>
          <a:chOff x="0" y="0"/>
          <a:chExt cx="0" cy="0"/>
        </a:xfrm>
      </p:grpSpPr>
      <p:sp>
        <p:nvSpPr>
          <p:cNvPr id="99" name="Google Shape;99;p16"/>
          <p:cNvSpPr txBox="1"/>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16"/>
          <p:cNvSpPr txBox="1"/>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101" name="Google Shape;101;p16"/>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6"/>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16"/>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04" name="Shape 104"/>
        <p:cNvGrpSpPr/>
        <p:nvPr/>
      </p:nvGrpSpPr>
      <p:grpSpPr>
        <a:xfrm>
          <a:off x="0" y="0"/>
          <a:ext cx="0" cy="0"/>
          <a:chOff x="0" y="0"/>
          <a:chExt cx="0" cy="0"/>
        </a:xfrm>
      </p:grpSpPr>
      <p:sp>
        <p:nvSpPr>
          <p:cNvPr id="105" name="Google Shape;105;p17"/>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7"/>
          <p:cNvSpPr txBox="1"/>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107" name="Google Shape;107;p17"/>
          <p:cNvSpPr txBox="1"/>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108" name="Google Shape;108;p17"/>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7"/>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17"/>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11" name="Shape 111"/>
        <p:cNvGrpSpPr/>
        <p:nvPr/>
      </p:nvGrpSpPr>
      <p:grpSpPr>
        <a:xfrm>
          <a:off x="0" y="0"/>
          <a:ext cx="0" cy="0"/>
          <a:chOff x="0" y="0"/>
          <a:chExt cx="0" cy="0"/>
        </a:xfrm>
      </p:grpSpPr>
      <p:sp>
        <p:nvSpPr>
          <p:cNvPr id="112" name="Google Shape;112;p18"/>
          <p:cNvSpPr txBox="1"/>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 name="Google Shape;113;p18"/>
          <p:cNvSpPr txBox="1"/>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114" name="Google Shape;114;p18"/>
          <p:cNvSpPr txBox="1"/>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115" name="Google Shape;115;p18"/>
          <p:cNvSpPr txBox="1"/>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116" name="Google Shape;116;p18"/>
          <p:cNvSpPr txBox="1"/>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117" name="Google Shape;117;p18"/>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18"/>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18"/>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20" name="Shape 120"/>
        <p:cNvGrpSpPr/>
        <p:nvPr/>
      </p:nvGrpSpPr>
      <p:grpSpPr>
        <a:xfrm>
          <a:off x="0" y="0"/>
          <a:ext cx="0" cy="0"/>
          <a:chOff x="0" y="0"/>
          <a:chExt cx="0" cy="0"/>
        </a:xfrm>
      </p:grpSpPr>
      <p:sp>
        <p:nvSpPr>
          <p:cNvPr id="121" name="Google Shape;121;p19"/>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p19"/>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19"/>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19"/>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25" name="Shape 125"/>
        <p:cNvGrpSpPr/>
        <p:nvPr/>
      </p:nvGrpSpPr>
      <p:grpSpPr>
        <a:xfrm>
          <a:off x="0" y="0"/>
          <a:ext cx="0" cy="0"/>
          <a:chOff x="0" y="0"/>
          <a:chExt cx="0" cy="0"/>
        </a:xfrm>
      </p:grpSpPr>
      <p:sp>
        <p:nvSpPr>
          <p:cNvPr id="126" name="Google Shape;126;p20"/>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20"/>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20"/>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29" name="Shape 129"/>
        <p:cNvGrpSpPr/>
        <p:nvPr/>
      </p:nvGrpSpPr>
      <p:grpSpPr>
        <a:xfrm>
          <a:off x="0" y="0"/>
          <a:ext cx="0" cy="0"/>
          <a:chOff x="0" y="0"/>
          <a:chExt cx="0" cy="0"/>
        </a:xfrm>
      </p:grpSpPr>
      <p:sp>
        <p:nvSpPr>
          <p:cNvPr id="130" name="Google Shape;130;p21"/>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p21"/>
          <p:cNvSpPr txBox="1"/>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132" name="Google Shape;132;p21"/>
          <p:cNvSpPr txBox="1"/>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133" name="Google Shape;133;p21"/>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21"/>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21"/>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36" name="Shape 136"/>
        <p:cNvGrpSpPr/>
        <p:nvPr/>
      </p:nvGrpSpPr>
      <p:grpSpPr>
        <a:xfrm>
          <a:off x="0" y="0"/>
          <a:ext cx="0" cy="0"/>
          <a:chOff x="0" y="0"/>
          <a:chExt cx="0" cy="0"/>
        </a:xfrm>
      </p:grpSpPr>
      <p:sp>
        <p:nvSpPr>
          <p:cNvPr id="137" name="Google Shape;137;p22"/>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p22"/>
          <p:cNvSpPr/>
          <p:nvPr>
            <p:ph type="pic" idx="2"/>
          </p:nvPr>
        </p:nvSpPr>
        <p:spPr>
          <a:xfrm>
            <a:off x="5183188" y="987425"/>
            <a:ext cx="6172200" cy="4873625"/>
          </a:xfrm>
          <a:prstGeom prst="rect">
            <a:avLst/>
          </a:prstGeom>
          <a:noFill/>
          <a:ln>
            <a:noFill/>
          </a:ln>
        </p:spPr>
      </p:sp>
      <p:sp>
        <p:nvSpPr>
          <p:cNvPr id="139" name="Google Shape;139;p22"/>
          <p:cNvSpPr txBox="1"/>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140" name="Google Shape;140;p22"/>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22"/>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22"/>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43" name="Shape 143"/>
        <p:cNvGrpSpPr/>
        <p:nvPr/>
      </p:nvGrpSpPr>
      <p:grpSpPr>
        <a:xfrm>
          <a:off x="0" y="0"/>
          <a:ext cx="0" cy="0"/>
          <a:chOff x="0" y="0"/>
          <a:chExt cx="0" cy="0"/>
        </a:xfrm>
      </p:grpSpPr>
      <p:sp>
        <p:nvSpPr>
          <p:cNvPr id="144" name="Google Shape;144;p23"/>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p23"/>
          <p:cNvSpPr txBox="1"/>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146" name="Google Shape;146;p23"/>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23"/>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23"/>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49" name="Shape 149"/>
        <p:cNvGrpSpPr/>
        <p:nvPr/>
      </p:nvGrpSpPr>
      <p:grpSpPr>
        <a:xfrm>
          <a:off x="0" y="0"/>
          <a:ext cx="0" cy="0"/>
          <a:chOff x="0" y="0"/>
          <a:chExt cx="0" cy="0"/>
        </a:xfrm>
      </p:grpSpPr>
      <p:sp>
        <p:nvSpPr>
          <p:cNvPr id="150" name="Google Shape;150;p24"/>
          <p:cNvSpPr txBox="1"/>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 name="Google Shape;151;p24"/>
          <p:cNvSpPr txBox="1"/>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152" name="Google Shape;152;p24"/>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24"/>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24"/>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1.jpe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704020202020204"/>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panose="020B0704020202020204"/>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panose="020B0704020202020204"/>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panose="020B0704020202020204"/>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panose="020B0704020202020204"/>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panose="020B0704020202020204"/>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panose="020B0704020202020204"/>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panose="020B0704020202020204"/>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panose="020B0704020202020204"/>
              <a:buChar char="•"/>
              <a:defRPr sz="1800" b="0" i="0" u="none" strike="noStrike" cap="none">
                <a:solidFill>
                  <a:schemeClr val="dk1"/>
                </a:solidFill>
                <a:latin typeface="Calibri"/>
                <a:ea typeface="Calibri"/>
                <a:cs typeface="Calibri"/>
                <a:sym typeface="Calibri"/>
              </a:defRPr>
            </a:lvl9pPr>
          </a:lstStyle>
          <a:p/>
        </p:txBody>
      </p:sp>
      <p:sp>
        <p:nvSpPr>
          <p:cNvPr id="8" name="Google Shape;8;p1"/>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9" name="Google Shape;9;p1"/>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10" name="Google Shape;10;p1"/>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fld>
            <a:endParaRPr lang="vi-V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2"/>
          <a:stretch>
            <a:fillRect/>
          </a:stretch>
        </a:blipFill>
        <a:effectLst/>
      </p:bgPr>
    </p:bg>
    <p:spTree>
      <p:nvGrpSpPr>
        <p:cNvPr id="80" name="Shape 80"/>
        <p:cNvGrpSpPr/>
        <p:nvPr/>
      </p:nvGrpSpPr>
      <p:grpSpPr>
        <a:xfrm>
          <a:off x="0" y="0"/>
          <a:ext cx="0" cy="0"/>
          <a:chOff x="0" y="0"/>
          <a:chExt cx="0" cy="0"/>
        </a:xfrm>
      </p:grpSpPr>
      <p:sp>
        <p:nvSpPr>
          <p:cNvPr id="81" name="Google Shape;81;p13"/>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2" name="Google Shape;82;p13"/>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704020202020204"/>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panose="020B0704020202020204"/>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panose="020B0704020202020204"/>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panose="020B0704020202020204"/>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panose="020B0704020202020204"/>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panose="020B0704020202020204"/>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panose="020B0704020202020204"/>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panose="020B0704020202020204"/>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panose="020B0704020202020204"/>
              <a:buChar char="•"/>
              <a:defRPr sz="1800" b="0" i="0" u="none" strike="noStrike" cap="none">
                <a:solidFill>
                  <a:schemeClr val="dk1"/>
                </a:solidFill>
                <a:latin typeface="Calibri"/>
                <a:ea typeface="Calibri"/>
                <a:cs typeface="Calibri"/>
                <a:sym typeface="Calibri"/>
              </a:defRPr>
            </a:lvl9pPr>
          </a:lstStyle>
          <a:p/>
        </p:txBody>
      </p:sp>
      <p:sp>
        <p:nvSpPr>
          <p:cNvPr id="83" name="Google Shape;83;p13"/>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84" name="Google Shape;84;p13"/>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85" name="Google Shape;85;p13"/>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fld>
            <a:endParaRPr lang="vi-VN"/>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9" Type="http://schemas.openxmlformats.org/officeDocument/2006/relationships/image" Target="../media/image11.png"/><Relationship Id="rId8" Type="http://schemas.openxmlformats.org/officeDocument/2006/relationships/image" Target="../media/image10.png"/><Relationship Id="rId7" Type="http://schemas.openxmlformats.org/officeDocument/2006/relationships/image" Target="../media/image9.png"/><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9" Type="http://schemas.openxmlformats.org/officeDocument/2006/relationships/notesSlide" Target="../notesSlides/notesSlide2.xml"/><Relationship Id="rId18" Type="http://schemas.openxmlformats.org/officeDocument/2006/relationships/slideLayout" Target="../slideLayouts/slideLayout2.xml"/><Relationship Id="rId17" Type="http://schemas.openxmlformats.org/officeDocument/2006/relationships/image" Target="../media/image19.png"/><Relationship Id="rId16" Type="http://schemas.openxmlformats.org/officeDocument/2006/relationships/image" Target="../media/image18.png"/><Relationship Id="rId15" Type="http://schemas.openxmlformats.org/officeDocument/2006/relationships/image" Target="../media/image17.png"/><Relationship Id="rId14" Type="http://schemas.openxmlformats.org/officeDocument/2006/relationships/image" Target="../media/image16.png"/><Relationship Id="rId13" Type="http://schemas.openxmlformats.org/officeDocument/2006/relationships/image" Target="../media/image15.png"/><Relationship Id="rId12" Type="http://schemas.openxmlformats.org/officeDocument/2006/relationships/image" Target="../media/image14.png"/><Relationship Id="rId11" Type="http://schemas.openxmlformats.org/officeDocument/2006/relationships/image" Target="../media/image13.png"/><Relationship Id="rId10" Type="http://schemas.openxmlformats.org/officeDocument/2006/relationships/image" Target="../media/image12.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9" Type="http://schemas.openxmlformats.org/officeDocument/2006/relationships/image" Target="../media/image28.png"/><Relationship Id="rId8" Type="http://schemas.openxmlformats.org/officeDocument/2006/relationships/image" Target="../media/image27.png"/><Relationship Id="rId7" Type="http://schemas.openxmlformats.org/officeDocument/2006/relationships/image" Target="../media/image26.png"/><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3" Type="http://schemas.openxmlformats.org/officeDocument/2006/relationships/notesSlide" Target="../notesSlides/notesSlide3.xml"/><Relationship Id="rId12" Type="http://schemas.openxmlformats.org/officeDocument/2006/relationships/slideLayout" Target="../slideLayouts/slideLayout2.xml"/><Relationship Id="rId11" Type="http://schemas.openxmlformats.org/officeDocument/2006/relationships/image" Target="../media/image30.png"/><Relationship Id="rId10" Type="http://schemas.openxmlformats.org/officeDocument/2006/relationships/image" Target="../media/image29.png"/><Relationship Id="rId1" Type="http://schemas.openxmlformats.org/officeDocument/2006/relationships/image" Target="../media/image20.png"/></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2.png"/><Relationship Id="rId7" Type="http://schemas.openxmlformats.org/officeDocument/2006/relationships/image" Target="../media/image31.png"/><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0" Type="http://schemas.openxmlformats.org/officeDocument/2006/relationships/notesSlide" Target="../notesSlides/notesSlide4.xml"/><Relationship Id="rId1" Type="http://schemas.openxmlformats.org/officeDocument/2006/relationships/image" Target="../media/image20.png"/></Relationships>
</file>

<file path=ppt/slides/_rels/slide5.xml.rels><?xml version="1.0" encoding="UTF-8" standalone="yes"?>
<Relationships xmlns="http://schemas.openxmlformats.org/package/2006/relationships"><Relationship Id="rId9" Type="http://schemas.openxmlformats.org/officeDocument/2006/relationships/image" Target="../media/image35.png"/><Relationship Id="rId8" Type="http://schemas.openxmlformats.org/officeDocument/2006/relationships/image" Target="../media/image34.png"/><Relationship Id="rId7" Type="http://schemas.openxmlformats.org/officeDocument/2006/relationships/image" Target="../media/image33.png"/><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1" Type="http://schemas.openxmlformats.org/officeDocument/2006/relationships/notesSlide" Target="../notesSlides/notesSlide5.xml"/><Relationship Id="rId10" Type="http://schemas.openxmlformats.org/officeDocument/2006/relationships/slideLayout" Target="../slideLayouts/slideLayout2.xml"/><Relationship Id="rId1" Type="http://schemas.openxmlformats.org/officeDocument/2006/relationships/image" Target="../media/image20.png"/></Relationships>
</file>

<file path=ppt/slides/_rels/slide6.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slideLayout" Target="../slideLayouts/slideLayout2.xml"/><Relationship Id="rId7" Type="http://schemas.openxmlformats.org/officeDocument/2006/relationships/image" Target="../media/image39.png"/><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7.xml.rels><?xml version="1.0" encoding="UTF-8" standalone="yes"?>
<Relationships xmlns="http://schemas.openxmlformats.org/package/2006/relationships"><Relationship Id="rId9" Type="http://schemas.openxmlformats.org/officeDocument/2006/relationships/notesSlide" Target="../notesSlides/notesSlide7.xml"/><Relationship Id="rId8" Type="http://schemas.openxmlformats.org/officeDocument/2006/relationships/slideLayout" Target="../slideLayouts/slideLayout2.xml"/><Relationship Id="rId7" Type="http://schemas.openxmlformats.org/officeDocument/2006/relationships/image" Target="../media/image43.png"/><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8.xml.rels><?xml version="1.0" encoding="UTF-8" standalone="yes"?>
<Relationships xmlns="http://schemas.openxmlformats.org/package/2006/relationships"><Relationship Id="rId9" Type="http://schemas.openxmlformats.org/officeDocument/2006/relationships/image" Target="../media/image52.png"/><Relationship Id="rId8" Type="http://schemas.openxmlformats.org/officeDocument/2006/relationships/image" Target="../media/image51.png"/><Relationship Id="rId7" Type="http://schemas.openxmlformats.org/officeDocument/2006/relationships/image" Target="../media/image50.png"/><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 Id="rId35" Type="http://schemas.openxmlformats.org/officeDocument/2006/relationships/notesSlide" Target="../notesSlides/notesSlide8.xml"/><Relationship Id="rId34" Type="http://schemas.openxmlformats.org/officeDocument/2006/relationships/slideLayout" Target="../slideLayouts/slideLayout2.xml"/><Relationship Id="rId33" Type="http://schemas.openxmlformats.org/officeDocument/2006/relationships/image" Target="../media/image76.png"/><Relationship Id="rId32" Type="http://schemas.openxmlformats.org/officeDocument/2006/relationships/image" Target="../media/image75.png"/><Relationship Id="rId31" Type="http://schemas.openxmlformats.org/officeDocument/2006/relationships/image" Target="../media/image74.png"/><Relationship Id="rId30" Type="http://schemas.openxmlformats.org/officeDocument/2006/relationships/image" Target="../media/image73.png"/><Relationship Id="rId3" Type="http://schemas.openxmlformats.org/officeDocument/2006/relationships/image" Target="../media/image46.png"/><Relationship Id="rId29" Type="http://schemas.openxmlformats.org/officeDocument/2006/relationships/image" Target="../media/image72.png"/><Relationship Id="rId28" Type="http://schemas.openxmlformats.org/officeDocument/2006/relationships/image" Target="../media/image71.png"/><Relationship Id="rId27" Type="http://schemas.openxmlformats.org/officeDocument/2006/relationships/image" Target="../media/image70.png"/><Relationship Id="rId26" Type="http://schemas.openxmlformats.org/officeDocument/2006/relationships/image" Target="../media/image69.png"/><Relationship Id="rId25" Type="http://schemas.openxmlformats.org/officeDocument/2006/relationships/image" Target="../media/image68.png"/><Relationship Id="rId24" Type="http://schemas.openxmlformats.org/officeDocument/2006/relationships/image" Target="../media/image67.png"/><Relationship Id="rId23" Type="http://schemas.openxmlformats.org/officeDocument/2006/relationships/image" Target="../media/image66.png"/><Relationship Id="rId22" Type="http://schemas.openxmlformats.org/officeDocument/2006/relationships/image" Target="../media/image65.png"/><Relationship Id="rId21" Type="http://schemas.openxmlformats.org/officeDocument/2006/relationships/image" Target="../media/image64.png"/><Relationship Id="rId20" Type="http://schemas.openxmlformats.org/officeDocument/2006/relationships/image" Target="../media/image63.png"/><Relationship Id="rId2" Type="http://schemas.openxmlformats.org/officeDocument/2006/relationships/image" Target="../media/image45.png"/><Relationship Id="rId19" Type="http://schemas.openxmlformats.org/officeDocument/2006/relationships/image" Target="../media/image62.png"/><Relationship Id="rId18" Type="http://schemas.openxmlformats.org/officeDocument/2006/relationships/image" Target="../media/image61.png"/><Relationship Id="rId17" Type="http://schemas.openxmlformats.org/officeDocument/2006/relationships/image" Target="../media/image60.png"/><Relationship Id="rId16" Type="http://schemas.openxmlformats.org/officeDocument/2006/relationships/image" Target="../media/image59.png"/><Relationship Id="rId15" Type="http://schemas.openxmlformats.org/officeDocument/2006/relationships/image" Target="../media/image58.png"/><Relationship Id="rId14" Type="http://schemas.openxmlformats.org/officeDocument/2006/relationships/image" Target="../media/image57.png"/><Relationship Id="rId13" Type="http://schemas.openxmlformats.org/officeDocument/2006/relationships/image" Target="../media/image56.png"/><Relationship Id="rId12" Type="http://schemas.openxmlformats.org/officeDocument/2006/relationships/image" Target="../media/image55.png"/><Relationship Id="rId11" Type="http://schemas.openxmlformats.org/officeDocument/2006/relationships/image" Target="../media/image54.png"/><Relationship Id="rId10" Type="http://schemas.openxmlformats.org/officeDocument/2006/relationships/image" Target="../media/image53.png"/><Relationship Id="rId1" Type="http://schemas.openxmlformats.org/officeDocument/2006/relationships/image" Target="../media/image44.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image" Target="../media/image77.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10.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slideLayout" Target="../slideLayouts/slideLayout2.xml"/><Relationship Id="rId7" Type="http://schemas.openxmlformats.org/officeDocument/2006/relationships/image" Target="../media/image81.png"/><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11.xml.rels><?xml version="1.0" encoding="UTF-8" standalone="yes"?>
<Relationships xmlns="http://schemas.openxmlformats.org/package/2006/relationships"><Relationship Id="rId9" Type="http://schemas.openxmlformats.org/officeDocument/2006/relationships/image" Target="../media/image87.png"/><Relationship Id="rId8" Type="http://schemas.openxmlformats.org/officeDocument/2006/relationships/image" Target="../media/image86.png"/><Relationship Id="rId7" Type="http://schemas.openxmlformats.org/officeDocument/2006/relationships/image" Target="../media/image85.png"/><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 Id="rId3" Type="http://schemas.openxmlformats.org/officeDocument/2006/relationships/image" Target="../media/image22.png"/><Relationship Id="rId2" Type="http://schemas.openxmlformats.org/officeDocument/2006/relationships/image" Target="../media/image21.png"/><Relationship Id="rId12" Type="http://schemas.openxmlformats.org/officeDocument/2006/relationships/notesSlide" Target="../notesSlides/notesSlide11.xml"/><Relationship Id="rId11" Type="http://schemas.openxmlformats.org/officeDocument/2006/relationships/slideLayout" Target="../slideLayouts/slideLayout2.xml"/><Relationship Id="rId10" Type="http://schemas.openxmlformats.org/officeDocument/2006/relationships/image" Target="../media/image88.png"/><Relationship Id="rId1" Type="http://schemas.openxmlformats.org/officeDocument/2006/relationships/image" Target="../media/image20.png"/></Relationships>
</file>

<file path=ppt/slides/_rels/slide12.xml.rels><?xml version="1.0" encoding="UTF-8" standalone="yes"?>
<Relationships xmlns="http://schemas.openxmlformats.org/package/2006/relationships"><Relationship Id="rId9" Type="http://schemas.openxmlformats.org/officeDocument/2006/relationships/notesSlide" Target="../notesSlides/notesSlide12.xml"/><Relationship Id="rId8" Type="http://schemas.openxmlformats.org/officeDocument/2006/relationships/slideLayout" Target="../slideLayouts/slideLayout2.xml"/><Relationship Id="rId7" Type="http://schemas.openxmlformats.org/officeDocument/2006/relationships/image" Target="../media/image90.png"/><Relationship Id="rId6" Type="http://schemas.openxmlformats.org/officeDocument/2006/relationships/image" Target="../media/image89.png"/><Relationship Id="rId5" Type="http://schemas.openxmlformats.org/officeDocument/2006/relationships/image" Target="../media/image83.png"/><Relationship Id="rId4" Type="http://schemas.openxmlformats.org/officeDocument/2006/relationships/image" Target="../media/image82.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13.xml.rels><?xml version="1.0" encoding="UTF-8" standalone="yes"?>
<Relationships xmlns="http://schemas.openxmlformats.org/package/2006/relationships"><Relationship Id="rId9" Type="http://schemas.openxmlformats.org/officeDocument/2006/relationships/image" Target="../media/image96.png"/><Relationship Id="rId8" Type="http://schemas.openxmlformats.org/officeDocument/2006/relationships/image" Target="../media/image95.png"/><Relationship Id="rId7" Type="http://schemas.openxmlformats.org/officeDocument/2006/relationships/image" Target="../media/image94.png"/><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 Id="rId3" Type="http://schemas.openxmlformats.org/officeDocument/2006/relationships/image" Target="../media/image22.png"/><Relationship Id="rId2" Type="http://schemas.openxmlformats.org/officeDocument/2006/relationships/image" Target="../media/image21.png"/><Relationship Id="rId11" Type="http://schemas.openxmlformats.org/officeDocument/2006/relationships/notesSlide" Target="../notesSlides/notesSlide13.xml"/><Relationship Id="rId10" Type="http://schemas.openxmlformats.org/officeDocument/2006/relationships/slideLayout" Target="../slideLayouts/slideLayout2.xml"/><Relationship Id="rId1" Type="http://schemas.openxmlformats.org/officeDocument/2006/relationships/image" Target="../media/image20.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2.xml"/><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image" Target="../media/image97.png"/></Relationships>
</file>

<file path=ppt/slides/_rels/slide15.xml.rels><?xml version="1.0" encoding="UTF-8" standalone="yes"?>
<Relationships xmlns="http://schemas.openxmlformats.org/package/2006/relationships"><Relationship Id="rId9" Type="http://schemas.openxmlformats.org/officeDocument/2006/relationships/notesSlide" Target="../notesSlides/notesSlide15.xml"/><Relationship Id="rId8" Type="http://schemas.openxmlformats.org/officeDocument/2006/relationships/slideLayout" Target="../slideLayouts/slideLayout12.xml"/><Relationship Id="rId7" Type="http://schemas.openxmlformats.org/officeDocument/2006/relationships/image" Target="../media/image103.png"/><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image" Target="../media/image100.png"/><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image" Target="../media/image97.png"/></Relationships>
</file>

<file path=ppt/slides/_rels/slide16.xml.rels><?xml version="1.0" encoding="UTF-8" standalone="yes"?>
<Relationships xmlns="http://schemas.openxmlformats.org/package/2006/relationships"><Relationship Id="rId9" Type="http://schemas.openxmlformats.org/officeDocument/2006/relationships/notesSlide" Target="../notesSlides/notesSlide16.xml"/><Relationship Id="rId8" Type="http://schemas.openxmlformats.org/officeDocument/2006/relationships/slideLayout" Target="../slideLayouts/slideLayout12.xml"/><Relationship Id="rId7" Type="http://schemas.openxmlformats.org/officeDocument/2006/relationships/image" Target="../media/image105.png"/><Relationship Id="rId6" Type="http://schemas.openxmlformats.org/officeDocument/2006/relationships/image" Target="../media/image102.png"/><Relationship Id="rId5" Type="http://schemas.openxmlformats.org/officeDocument/2006/relationships/image" Target="../media/image103.png"/><Relationship Id="rId4" Type="http://schemas.openxmlformats.org/officeDocument/2006/relationships/image" Target="../media/image104.png"/><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image" Target="../media/image97.png"/></Relationships>
</file>

<file path=ppt/slides/_rels/slide17.xml.rels><?xml version="1.0" encoding="UTF-8" standalone="yes"?>
<Relationships xmlns="http://schemas.openxmlformats.org/package/2006/relationships"><Relationship Id="rId9" Type="http://schemas.openxmlformats.org/officeDocument/2006/relationships/image" Target="../media/image105.png"/><Relationship Id="rId8" Type="http://schemas.openxmlformats.org/officeDocument/2006/relationships/image" Target="../media/image103.png"/><Relationship Id="rId7" Type="http://schemas.openxmlformats.org/officeDocument/2006/relationships/image" Target="../media/image109.png"/><Relationship Id="rId6" Type="http://schemas.openxmlformats.org/officeDocument/2006/relationships/image" Target="../media/image108.png"/><Relationship Id="rId5" Type="http://schemas.openxmlformats.org/officeDocument/2006/relationships/image" Target="../media/image107.png"/><Relationship Id="rId4" Type="http://schemas.openxmlformats.org/officeDocument/2006/relationships/image" Target="../media/image106.png"/><Relationship Id="rId3" Type="http://schemas.openxmlformats.org/officeDocument/2006/relationships/image" Target="../media/image99.png"/><Relationship Id="rId2" Type="http://schemas.openxmlformats.org/officeDocument/2006/relationships/image" Target="../media/image98.png"/><Relationship Id="rId11" Type="http://schemas.openxmlformats.org/officeDocument/2006/relationships/notesSlide" Target="../notesSlides/notesSlide17.xml"/><Relationship Id="rId10" Type="http://schemas.openxmlformats.org/officeDocument/2006/relationships/slideLayout" Target="../slideLayouts/slideLayout12.xml"/><Relationship Id="rId1" Type="http://schemas.openxmlformats.org/officeDocument/2006/relationships/image" Target="../media/image97.png"/></Relationships>
</file>

<file path=ppt/slides/_rels/slide18.xml.rels><?xml version="1.0" encoding="UTF-8" standalone="yes"?>
<Relationships xmlns="http://schemas.openxmlformats.org/package/2006/relationships"><Relationship Id="rId9" Type="http://schemas.openxmlformats.org/officeDocument/2006/relationships/image" Target="../media/image105.png"/><Relationship Id="rId8" Type="http://schemas.openxmlformats.org/officeDocument/2006/relationships/image" Target="../media/image103.png"/><Relationship Id="rId7" Type="http://schemas.openxmlformats.org/officeDocument/2006/relationships/image" Target="../media/image113.png"/><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image110.png"/><Relationship Id="rId3" Type="http://schemas.openxmlformats.org/officeDocument/2006/relationships/image" Target="../media/image99.png"/><Relationship Id="rId2" Type="http://schemas.openxmlformats.org/officeDocument/2006/relationships/image" Target="../media/image98.png"/><Relationship Id="rId11" Type="http://schemas.openxmlformats.org/officeDocument/2006/relationships/notesSlide" Target="../notesSlides/notesSlide18.xml"/><Relationship Id="rId10" Type="http://schemas.openxmlformats.org/officeDocument/2006/relationships/slideLayout" Target="../slideLayouts/slideLayout12.xml"/><Relationship Id="rId1" Type="http://schemas.openxmlformats.org/officeDocument/2006/relationships/image" Target="../media/image97.png"/></Relationships>
</file>

<file path=ppt/slides/_rels/slide19.xml.rels><?xml version="1.0" encoding="UTF-8" standalone="yes"?>
<Relationships xmlns="http://schemas.openxmlformats.org/package/2006/relationships"><Relationship Id="rId9" Type="http://schemas.openxmlformats.org/officeDocument/2006/relationships/image" Target="../media/image105.png"/><Relationship Id="rId8" Type="http://schemas.openxmlformats.org/officeDocument/2006/relationships/image" Target="../media/image103.png"/><Relationship Id="rId7" Type="http://schemas.openxmlformats.org/officeDocument/2006/relationships/image" Target="../media/image117.png"/><Relationship Id="rId6" Type="http://schemas.openxmlformats.org/officeDocument/2006/relationships/image" Target="../media/image116.png"/><Relationship Id="rId5" Type="http://schemas.openxmlformats.org/officeDocument/2006/relationships/image" Target="../media/image115.png"/><Relationship Id="rId4" Type="http://schemas.openxmlformats.org/officeDocument/2006/relationships/image" Target="../media/image114.png"/><Relationship Id="rId3" Type="http://schemas.openxmlformats.org/officeDocument/2006/relationships/image" Target="../media/image99.png"/><Relationship Id="rId2" Type="http://schemas.openxmlformats.org/officeDocument/2006/relationships/image" Target="../media/image98.png"/><Relationship Id="rId11" Type="http://schemas.openxmlformats.org/officeDocument/2006/relationships/notesSlide" Target="../notesSlides/notesSlide19.xml"/><Relationship Id="rId10" Type="http://schemas.openxmlformats.org/officeDocument/2006/relationships/slideLayout" Target="../slideLayouts/slideLayout12.xml"/><Relationship Id="rId1" Type="http://schemas.openxmlformats.org/officeDocument/2006/relationships/image" Target="../media/image97.png"/></Relationships>
</file>

<file path=ppt/slides/_rels/slide20.xml.rels><?xml version="1.0" encoding="UTF-8" standalone="yes"?>
<Relationships xmlns="http://schemas.openxmlformats.org/package/2006/relationships"><Relationship Id="rId9" Type="http://schemas.openxmlformats.org/officeDocument/2006/relationships/image" Target="../media/image105.png"/><Relationship Id="rId8" Type="http://schemas.openxmlformats.org/officeDocument/2006/relationships/image" Target="../media/image103.png"/><Relationship Id="rId7" Type="http://schemas.openxmlformats.org/officeDocument/2006/relationships/image" Target="../media/image121.png"/><Relationship Id="rId6" Type="http://schemas.openxmlformats.org/officeDocument/2006/relationships/image" Target="../media/image120.png"/><Relationship Id="rId5" Type="http://schemas.openxmlformats.org/officeDocument/2006/relationships/image" Target="../media/image119.png"/><Relationship Id="rId4" Type="http://schemas.openxmlformats.org/officeDocument/2006/relationships/image" Target="../media/image118.png"/><Relationship Id="rId3" Type="http://schemas.openxmlformats.org/officeDocument/2006/relationships/image" Target="../media/image99.png"/><Relationship Id="rId2" Type="http://schemas.openxmlformats.org/officeDocument/2006/relationships/image" Target="../media/image98.png"/><Relationship Id="rId11" Type="http://schemas.openxmlformats.org/officeDocument/2006/relationships/notesSlide" Target="../notesSlides/notesSlide20.xml"/><Relationship Id="rId10" Type="http://schemas.openxmlformats.org/officeDocument/2006/relationships/slideLayout" Target="../slideLayouts/slideLayout12.xml"/><Relationship Id="rId1" Type="http://schemas.openxmlformats.org/officeDocument/2006/relationships/image" Target="../media/image97.png"/></Relationships>
</file>

<file path=ppt/slides/_rels/slide21.xml.rels><?xml version="1.0" encoding="UTF-8" standalone="yes"?>
<Relationships xmlns="http://schemas.openxmlformats.org/package/2006/relationships"><Relationship Id="rId9" Type="http://schemas.openxmlformats.org/officeDocument/2006/relationships/image" Target="../media/image105.png"/><Relationship Id="rId8" Type="http://schemas.openxmlformats.org/officeDocument/2006/relationships/image" Target="../media/image103.png"/><Relationship Id="rId7" Type="http://schemas.openxmlformats.org/officeDocument/2006/relationships/image" Target="../media/image124.png"/><Relationship Id="rId6" Type="http://schemas.openxmlformats.org/officeDocument/2006/relationships/image" Target="../media/image123.png"/><Relationship Id="rId5" Type="http://schemas.openxmlformats.org/officeDocument/2006/relationships/image" Target="../media/image122.png"/><Relationship Id="rId4" Type="http://schemas.openxmlformats.org/officeDocument/2006/relationships/image" Target="../media/image118.png"/><Relationship Id="rId3" Type="http://schemas.openxmlformats.org/officeDocument/2006/relationships/image" Target="../media/image99.png"/><Relationship Id="rId2" Type="http://schemas.openxmlformats.org/officeDocument/2006/relationships/image" Target="../media/image98.png"/><Relationship Id="rId11" Type="http://schemas.openxmlformats.org/officeDocument/2006/relationships/notesSlide" Target="../notesSlides/notesSlide21.xml"/><Relationship Id="rId10" Type="http://schemas.openxmlformats.org/officeDocument/2006/relationships/slideLayout" Target="../slideLayouts/slideLayout12.xml"/><Relationship Id="rId1" Type="http://schemas.openxmlformats.org/officeDocument/2006/relationships/image" Target="../media/image97.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2.xml"/><Relationship Id="rId2" Type="http://schemas.openxmlformats.org/officeDocument/2006/relationships/image" Target="../media/image126.png"/><Relationship Id="rId1" Type="http://schemas.openxmlformats.org/officeDocument/2006/relationships/image" Target="../media/image1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58" name="Shape 158"/>
        <p:cNvGrpSpPr/>
        <p:nvPr/>
      </p:nvGrpSpPr>
      <p:grpSpPr>
        <a:xfrm>
          <a:off x="0" y="0"/>
          <a:ext cx="0" cy="0"/>
          <a:chOff x="0" y="0"/>
          <a:chExt cx="0" cy="0"/>
        </a:xfrm>
      </p:grpSpPr>
      <p:pic>
        <p:nvPicPr>
          <p:cNvPr id="1" name="Picture 0" descr="yyy"/>
          <p:cNvPicPr>
            <a:picLocks noChangeAspect="1"/>
          </p:cNvPicPr>
          <p:nvPr/>
        </p:nvPicPr>
        <p:blipFill>
          <a:blip r:embed="rId1"/>
          <a:stretch>
            <a:fillRect/>
          </a:stretch>
        </p:blipFill>
        <p:spPr>
          <a:xfrm>
            <a:off x="-24130" y="-243205"/>
            <a:ext cx="12489180" cy="7842250"/>
          </a:xfrm>
          <a:prstGeom prst="rect">
            <a:avLst/>
          </a:prstGeom>
        </p:spPr>
      </p:pic>
      <p:sp>
        <p:nvSpPr>
          <p:cNvPr id="160" name="Google Shape;160;p25"/>
          <p:cNvSpPr txBox="1"/>
          <p:nvPr/>
        </p:nvSpPr>
        <p:spPr>
          <a:xfrm>
            <a:off x="0" y="2481943"/>
            <a:ext cx="12192000" cy="3168015"/>
          </a:xfrm>
          <a:prstGeom prst="rect">
            <a:avLst/>
          </a:prstGeom>
          <a:solidFill>
            <a:srgbClr val="BFBFBF">
              <a:alpha val="34117"/>
            </a:srgbClr>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4000" b="1" i="0" u="none" strike="noStrike" cap="none">
                <a:ln/>
                <a:solidFill>
                  <a:srgbClr val="FF0000"/>
                </a:solidFill>
                <a:effectLst>
                  <a:outerShdw blurRad="38100" dist="19050" dir="2700000" algn="tl" rotWithShape="0">
                    <a:schemeClr val="dk1">
                      <a:alpha val="40000"/>
                      <a:alpha val="40000"/>
                    </a:schemeClr>
                  </a:outerShdw>
                </a:effectLst>
                <a:latin typeface="Times New Roman" panose="02020603050405020304" charset="0"/>
                <a:ea typeface="Dancing Script"/>
                <a:cs typeface="Times New Roman" panose="02020603050405020304" charset="0"/>
                <a:sym typeface="Dancing Script"/>
              </a:rPr>
              <a:t>Bài 7</a:t>
            </a:r>
            <a:endParaRPr lang="vi-VN" sz="4000" b="1" i="0" u="none" strike="noStrike" cap="none">
              <a:ln/>
              <a:solidFill>
                <a:srgbClr val="FF0000"/>
              </a:solidFill>
              <a:effectLst>
                <a:outerShdw blurRad="38100" dist="19050" dir="2700000" algn="tl" rotWithShape="0">
                  <a:schemeClr val="dk1">
                    <a:alpha val="40000"/>
                    <a:alpha val="40000"/>
                  </a:schemeClr>
                </a:outerShdw>
              </a:effectLst>
              <a:latin typeface="Times New Roman" panose="02020603050405020304" charset="0"/>
              <a:ea typeface="Dancing Script"/>
              <a:cs typeface="Times New Roman" panose="02020603050405020304" charset="0"/>
              <a:sym typeface="Dancing Script"/>
            </a:endParaRPr>
          </a:p>
          <a:p>
            <a:pPr marL="0" marR="0" lvl="0" indent="0" algn="ctr" rtl="0">
              <a:spcBef>
                <a:spcPts val="0"/>
              </a:spcBef>
              <a:spcAft>
                <a:spcPts val="0"/>
              </a:spcAft>
              <a:buNone/>
            </a:pPr>
            <a:endParaRPr sz="4000" b="0" i="0" u="none" strike="noStrike" cap="none">
              <a:ln/>
              <a:solidFill>
                <a:srgbClr val="FF0000"/>
              </a:solidFill>
              <a:effectLst>
                <a:outerShdw blurRad="38100" dist="19050" dir="2700000" algn="tl" rotWithShape="0">
                  <a:schemeClr val="dk1">
                    <a:alpha val="40000"/>
                    <a:alpha val="40000"/>
                  </a:schemeClr>
                </a:outerShdw>
              </a:effectLst>
              <a:latin typeface="Times New Roman" panose="02020603050405020304" charset="0"/>
              <a:ea typeface="Dancing Script"/>
              <a:cs typeface="Times New Roman" panose="02020603050405020304" charset="0"/>
              <a:sym typeface="Dancing Script"/>
            </a:endParaRPr>
          </a:p>
          <a:p>
            <a:pPr marL="0" marR="0" lvl="0" indent="0" algn="ctr" rtl="0">
              <a:spcBef>
                <a:spcPts val="0"/>
              </a:spcBef>
              <a:spcAft>
                <a:spcPts val="0"/>
              </a:spcAft>
              <a:buNone/>
            </a:pPr>
            <a:r>
              <a:rPr lang="vi-VN" sz="4000" b="0" i="0" u="none" strike="noStrike" cap="none">
                <a:ln/>
                <a:solidFill>
                  <a:srgbClr val="FF0000"/>
                </a:solidFill>
                <a:effectLst>
                  <a:outerShdw blurRad="38100" dist="19050" dir="2700000" algn="tl" rotWithShape="0">
                    <a:schemeClr val="dk1">
                      <a:alpha val="40000"/>
                      <a:alpha val="40000"/>
                    </a:schemeClr>
                  </a:outerShdw>
                </a:effectLst>
                <a:latin typeface="Times New Roman" panose="02020603050405020304" charset="0"/>
                <a:ea typeface="Fira Sans Condensed ExtraBold"/>
                <a:cs typeface="Times New Roman" panose="02020603050405020304" charset="0"/>
                <a:sym typeface="Fira Sans Condensed ExtraBold"/>
              </a:rPr>
              <a:t>BÀI TẬP VỀ SỰ CHUYỂN HÓA NĂNG LƯỢNG TRONG </a:t>
            </a:r>
            <a:endParaRPr lang="vi-VN" sz="4000" b="0" i="0" u="none" strike="noStrike" cap="none">
              <a:ln/>
              <a:solidFill>
                <a:srgbClr val="FF0000"/>
              </a:solidFill>
              <a:effectLst>
                <a:outerShdw blurRad="38100" dist="19050" dir="2700000" algn="tl" rotWithShape="0">
                  <a:schemeClr val="dk1">
                    <a:alpha val="40000"/>
                    <a:alpha val="40000"/>
                  </a:schemeClr>
                </a:outerShdw>
              </a:effectLst>
              <a:latin typeface="Times New Roman" panose="02020603050405020304" charset="0"/>
              <a:ea typeface="Fira Sans Condensed ExtraBold"/>
              <a:cs typeface="Times New Roman" panose="02020603050405020304" charset="0"/>
              <a:sym typeface="Fira Sans Condensed ExtraBold"/>
            </a:endParaRPr>
          </a:p>
          <a:p>
            <a:pPr marL="0" marR="0" lvl="0" indent="0" algn="ctr" rtl="0">
              <a:spcBef>
                <a:spcPts val="0"/>
              </a:spcBef>
              <a:spcAft>
                <a:spcPts val="0"/>
              </a:spcAft>
              <a:buNone/>
            </a:pPr>
            <a:r>
              <a:rPr lang="vi-VN" sz="4000" b="0" i="0" u="none" strike="noStrike" cap="none">
                <a:ln/>
                <a:solidFill>
                  <a:srgbClr val="FF0000"/>
                </a:solidFill>
                <a:effectLst>
                  <a:outerShdw blurRad="38100" dist="19050" dir="2700000" algn="tl" rotWithShape="0">
                    <a:schemeClr val="dk1">
                      <a:alpha val="40000"/>
                      <a:alpha val="40000"/>
                    </a:schemeClr>
                  </a:outerShdw>
                </a:effectLst>
                <a:latin typeface="Times New Roman" panose="02020603050405020304" charset="0"/>
                <a:ea typeface="Fira Sans Condensed ExtraBold"/>
                <a:cs typeface="Times New Roman" panose="02020603050405020304" charset="0"/>
                <a:sym typeface="Fira Sans Condensed ExtraBold"/>
              </a:rPr>
              <a:t>DAO ĐỘNG ĐIỀU HÒA</a:t>
            </a:r>
            <a:endParaRPr lang="vi-VN" sz="4000" b="0" i="0" u="none" strike="noStrike" cap="none">
              <a:ln/>
              <a:solidFill>
                <a:srgbClr val="FF0000"/>
              </a:solidFill>
              <a:effectLst>
                <a:outerShdw blurRad="38100" dist="19050" dir="2700000" algn="tl" rotWithShape="0">
                  <a:schemeClr val="dk1">
                    <a:alpha val="40000"/>
                    <a:alpha val="40000"/>
                  </a:schemeClr>
                </a:outerShdw>
              </a:effectLst>
              <a:latin typeface="Times New Roman" panose="02020603050405020304" charset="0"/>
              <a:ea typeface="Fira Sans Condensed ExtraBold"/>
              <a:cs typeface="Times New Roman" panose="02020603050405020304" charset="0"/>
              <a:sym typeface="Fira Sans Condensed ExtraBold"/>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64" name="Shape 164"/>
        <p:cNvGrpSpPr/>
        <p:nvPr/>
      </p:nvGrpSpPr>
      <p:grpSpPr>
        <a:xfrm>
          <a:off x="0" y="0"/>
          <a:ext cx="0" cy="0"/>
          <a:chOff x="0" y="0"/>
          <a:chExt cx="0" cy="0"/>
        </a:xfrm>
      </p:grpSpPr>
      <p:grpSp>
        <p:nvGrpSpPr>
          <p:cNvPr id="165" name="Google Shape;165;p26"/>
          <p:cNvGrpSpPr/>
          <p:nvPr/>
        </p:nvGrpSpPr>
        <p:grpSpPr>
          <a:xfrm>
            <a:off x="4876800" y="103796"/>
            <a:ext cx="2269096" cy="531988"/>
            <a:chOff x="2193" y="0"/>
            <a:chExt cx="2245706" cy="1239104"/>
          </a:xfrm>
        </p:grpSpPr>
        <p:sp>
          <p:nvSpPr>
            <p:cNvPr id="166" name="Google Shape;166;p26"/>
            <p:cNvSpPr/>
            <p:nvPr/>
          </p:nvSpPr>
          <p:spPr>
            <a:xfrm>
              <a:off x="2193" y="0"/>
              <a:ext cx="2245706" cy="1239104"/>
            </a:xfrm>
            <a:prstGeom prst="roundRect">
              <a:avLst>
                <a:gd name="adj" fmla="val 16667"/>
              </a:avLst>
            </a:prstGeom>
            <a:solidFill>
              <a:srgbClr val="0020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7" name="Google Shape;167;p26"/>
            <p:cNvSpPr/>
            <p:nvPr/>
          </p:nvSpPr>
          <p:spPr>
            <a:xfrm>
              <a:off x="77334" y="60488"/>
              <a:ext cx="2124730" cy="1118127"/>
            </a:xfrm>
            <a:prstGeom prst="rect">
              <a:avLst/>
            </a:prstGeom>
            <a:solidFill>
              <a:srgbClr val="002060"/>
            </a:solidFill>
            <a:ln>
              <a:noFill/>
            </a:ln>
          </p:spPr>
          <p:txBody>
            <a:bodyPr spcFirstLastPara="1" wrap="square" lIns="121900" tIns="60950" rIns="121900" bIns="60950" anchor="ctr" anchorCtr="0">
              <a:noAutofit/>
            </a:bodyPr>
            <a:lstStyle/>
            <a:p>
              <a:pPr marL="0" marR="0" lvl="0" indent="0" algn="ctr" rtl="0">
                <a:lnSpc>
                  <a:spcPct val="90000"/>
                </a:lnSpc>
                <a:spcBef>
                  <a:spcPts val="0"/>
                </a:spcBef>
                <a:spcAft>
                  <a:spcPts val="0"/>
                </a:spcAft>
                <a:buNone/>
              </a:pPr>
              <a:r>
                <a:rPr lang="vi-VN" sz="2600" b="1" i="0" u="none" strike="noStrike" cap="none">
                  <a:solidFill>
                    <a:schemeClr val="lt1"/>
                  </a:solidFill>
                  <a:latin typeface="Arial" panose="020B0704020202020204"/>
                  <a:ea typeface="Arial" panose="020B0704020202020204"/>
                  <a:cs typeface="Arial" panose="020B0704020202020204"/>
                  <a:sym typeface="Arial" panose="020B0704020202020204"/>
                </a:rPr>
                <a:t>Em đã biết</a:t>
              </a:r>
              <a:endParaRPr sz="2600" b="1" i="0" u="none" strike="noStrike" cap="none">
                <a:solidFill>
                  <a:schemeClr val="lt1"/>
                </a:solidFill>
                <a:latin typeface="Arial" panose="020B0704020202020204"/>
                <a:ea typeface="Arial" panose="020B0704020202020204"/>
                <a:cs typeface="Arial" panose="020B0704020202020204"/>
                <a:sym typeface="Arial" panose="020B0704020202020204"/>
              </a:endParaRPr>
            </a:p>
          </p:txBody>
        </p:sp>
      </p:grpSp>
      <p:grpSp>
        <p:nvGrpSpPr>
          <p:cNvPr id="168" name="Google Shape;168;p26"/>
          <p:cNvGrpSpPr/>
          <p:nvPr/>
        </p:nvGrpSpPr>
        <p:grpSpPr>
          <a:xfrm>
            <a:off x="736300" y="661753"/>
            <a:ext cx="10331006" cy="4143651"/>
            <a:chOff x="-178100" y="892431"/>
            <a:chExt cx="10331006" cy="4143651"/>
          </a:xfrm>
        </p:grpSpPr>
        <p:sp>
          <p:nvSpPr>
            <p:cNvPr id="169" name="Google Shape;169;p26"/>
            <p:cNvSpPr/>
            <p:nvPr/>
          </p:nvSpPr>
          <p:spPr>
            <a:xfrm>
              <a:off x="5046560" y="2732497"/>
              <a:ext cx="1550080" cy="833000"/>
            </a:xfrm>
            <a:custGeom>
              <a:avLst/>
              <a:gdLst/>
              <a:ahLst/>
              <a:cxnLst/>
              <a:rect l="l" t="t" r="r" b="b"/>
              <a:pathLst>
                <a:path w="1550080" h="833000" extrusionOk="0">
                  <a:moveTo>
                    <a:pt x="416500" y="0"/>
                  </a:moveTo>
                  <a:lnTo>
                    <a:pt x="1133580" y="0"/>
                  </a:lnTo>
                  <a:cubicBezTo>
                    <a:pt x="1363613" y="0"/>
                    <a:pt x="1550080" y="186467"/>
                    <a:pt x="1550080" y="416500"/>
                  </a:cubicBezTo>
                  <a:cubicBezTo>
                    <a:pt x="1550080" y="646533"/>
                    <a:pt x="1363613" y="833000"/>
                    <a:pt x="1133580" y="833000"/>
                  </a:cubicBezTo>
                  <a:lnTo>
                    <a:pt x="416500" y="833000"/>
                  </a:lnTo>
                  <a:cubicBezTo>
                    <a:pt x="186467" y="833000"/>
                    <a:pt x="0" y="646533"/>
                    <a:pt x="0" y="416500"/>
                  </a:cubicBezTo>
                  <a:cubicBezTo>
                    <a:pt x="0" y="186467"/>
                    <a:pt x="186467" y="0"/>
                    <a:pt x="416500" y="0"/>
                  </a:cubicBezTo>
                  <a:close/>
                </a:path>
                <a:path w="1550080" h="833000" fill="none" extrusionOk="0">
                  <a:moveTo>
                    <a:pt x="416500" y="0"/>
                  </a:moveTo>
                  <a:lnTo>
                    <a:pt x="1133580" y="0"/>
                  </a:lnTo>
                  <a:cubicBezTo>
                    <a:pt x="1363613" y="0"/>
                    <a:pt x="1550080" y="186467"/>
                    <a:pt x="1550080" y="416500"/>
                  </a:cubicBezTo>
                  <a:cubicBezTo>
                    <a:pt x="1550080" y="646533"/>
                    <a:pt x="1363613" y="833000"/>
                    <a:pt x="1133580" y="833000"/>
                  </a:cubicBezTo>
                  <a:lnTo>
                    <a:pt x="416500" y="833000"/>
                  </a:lnTo>
                  <a:cubicBezTo>
                    <a:pt x="186467" y="833000"/>
                    <a:pt x="0" y="646533"/>
                    <a:pt x="0" y="416500"/>
                  </a:cubicBezTo>
                  <a:cubicBezTo>
                    <a:pt x="0" y="186467"/>
                    <a:pt x="186467" y="0"/>
                    <a:pt x="416500" y="0"/>
                  </a:cubicBezTo>
                  <a:close/>
                </a:path>
              </a:pathLst>
            </a:custGeom>
            <a:solidFill>
              <a:srgbClr val="597FFA"/>
            </a:solidFill>
            <a:ln w="21000" cap="flat" cmpd="sng">
              <a:solidFill>
                <a:srgbClr val="597FFA"/>
              </a:solidFill>
              <a:prstDash val="solid"/>
              <a:miter lim="8000"/>
              <a:headEnd type="none" w="sm" len="sm"/>
              <a:tailEnd type="none" w="sm" len="sm"/>
            </a:ln>
          </p:spPr>
          <p:txBody>
            <a:bodyPr spcFirstLastPara="1" wrap="square" lIns="38100" tIns="38100" rIns="38100" bIns="38100" anchor="ctr" anchorCtr="0">
              <a:noAutofit/>
            </a:bodyPr>
            <a:lstStyle/>
            <a:p>
              <a:pPr marL="0" marR="0" lvl="0" indent="0" algn="ctr" rtl="0">
                <a:spcBef>
                  <a:spcPts val="0"/>
                </a:spcBef>
                <a:spcAft>
                  <a:spcPts val="0"/>
                </a:spcAft>
                <a:buNone/>
              </a:pPr>
              <a:r>
                <a:rPr lang="vi-VN" sz="1260" b="1" i="0" u="none" strike="noStrike" cap="none">
                  <a:solidFill>
                    <a:srgbClr val="FFFFFF"/>
                  </a:solidFill>
                  <a:latin typeface="Arial" panose="020B0704020202020204"/>
                  <a:ea typeface="Arial" panose="020B0704020202020204"/>
                  <a:cs typeface="Arial" panose="020B0704020202020204"/>
                  <a:sym typeface="Arial" panose="020B0704020202020204"/>
                </a:rPr>
                <a:t>Em đã học</a:t>
              </a:r>
              <a:endParaRPr lang="vi-VN" sz="1260" b="1" i="0" u="none" strike="noStrike" cap="none">
                <a:solidFill>
                  <a:srgbClr val="FFFFFF"/>
                </a:solidFill>
                <a:latin typeface="Arial" panose="020B0704020202020204"/>
                <a:ea typeface="Arial" panose="020B0704020202020204"/>
                <a:cs typeface="Arial" panose="020B0704020202020204"/>
                <a:sym typeface="Arial" panose="020B0704020202020204"/>
              </a:endParaRPr>
            </a:p>
          </p:txBody>
        </p:sp>
        <p:grpSp>
          <p:nvGrpSpPr>
            <p:cNvPr id="170" name="Google Shape;170;p26"/>
            <p:cNvGrpSpPr/>
            <p:nvPr/>
          </p:nvGrpSpPr>
          <p:grpSpPr>
            <a:xfrm>
              <a:off x="5706100" y="3145497"/>
              <a:ext cx="252000" cy="315000"/>
              <a:chOff x="5706100" y="3145497"/>
              <a:chExt cx="252000" cy="315000"/>
            </a:xfrm>
          </p:grpSpPr>
          <p:sp>
            <p:nvSpPr>
              <p:cNvPr id="171" name="Google Shape;171;p26"/>
              <p:cNvSpPr/>
              <p:nvPr/>
            </p:nvSpPr>
            <p:spPr>
              <a:xfrm>
                <a:off x="5706100" y="3145497"/>
                <a:ext cx="252000" cy="315000"/>
              </a:xfrm>
              <a:custGeom>
                <a:avLst/>
                <a:gdLst/>
                <a:ahLst/>
                <a:cxnLst/>
                <a:rect l="l" t="t" r="r" b="b"/>
                <a:pathLst>
                  <a:path w="252000" h="315000" extrusionOk="0">
                    <a:moveTo>
                      <a:pt x="21182" y="116063"/>
                    </a:moveTo>
                    <a:cubicBezTo>
                      <a:pt x="21182" y="51963"/>
                      <a:pt x="72852" y="0"/>
                      <a:pt x="136591" y="0"/>
                    </a:cubicBezTo>
                    <a:cubicBezTo>
                      <a:pt x="200330" y="0"/>
                      <a:pt x="252000" y="51963"/>
                      <a:pt x="252000" y="116063"/>
                    </a:cubicBezTo>
                    <a:cubicBezTo>
                      <a:pt x="252000" y="147402"/>
                      <a:pt x="231131" y="187774"/>
                      <a:pt x="206516" y="215021"/>
                    </a:cubicBezTo>
                    <a:cubicBezTo>
                      <a:pt x="206777" y="242994"/>
                      <a:pt x="221789" y="263530"/>
                      <a:pt x="229312" y="281222"/>
                    </a:cubicBezTo>
                    <a:cubicBezTo>
                      <a:pt x="204791" y="295956"/>
                      <a:pt x="154692" y="312552"/>
                      <a:pt x="118185" y="315000"/>
                    </a:cubicBezTo>
                    <a:cubicBezTo>
                      <a:pt x="114129" y="298683"/>
                      <a:pt x="107971" y="266837"/>
                      <a:pt x="87579" y="256989"/>
                    </a:cubicBezTo>
                    <a:cubicBezTo>
                      <a:pt x="86654" y="256848"/>
                      <a:pt x="86414" y="256485"/>
                      <a:pt x="86769" y="255931"/>
                    </a:cubicBezTo>
                    <a:cubicBezTo>
                      <a:pt x="61427" y="259269"/>
                      <a:pt x="39073" y="261164"/>
                      <a:pt x="35440" y="258119"/>
                    </a:cubicBezTo>
                    <a:cubicBezTo>
                      <a:pt x="27951" y="250588"/>
                      <a:pt x="34945" y="238744"/>
                      <a:pt x="32444" y="230255"/>
                    </a:cubicBezTo>
                    <a:cubicBezTo>
                      <a:pt x="31730" y="227829"/>
                      <a:pt x="27119" y="222891"/>
                      <a:pt x="26453" y="219712"/>
                    </a:cubicBezTo>
                    <a:cubicBezTo>
                      <a:pt x="27951" y="213687"/>
                      <a:pt x="33364" y="213192"/>
                      <a:pt x="31695" y="210675"/>
                    </a:cubicBezTo>
                    <a:cubicBezTo>
                      <a:pt x="30198" y="208416"/>
                      <a:pt x="24207" y="210675"/>
                      <a:pt x="21960" y="202391"/>
                    </a:cubicBezTo>
                    <a:cubicBezTo>
                      <a:pt x="23300" y="196556"/>
                      <a:pt x="23327" y="191069"/>
                      <a:pt x="23437" y="186742"/>
                    </a:cubicBezTo>
                    <a:cubicBezTo>
                      <a:pt x="10956" y="186284"/>
                      <a:pt x="-4023" y="183994"/>
                      <a:pt x="994" y="175280"/>
                    </a:cubicBezTo>
                    <a:cubicBezTo>
                      <a:pt x="6511" y="164182"/>
                      <a:pt x="16567" y="150880"/>
                      <a:pt x="23302" y="136655"/>
                    </a:cubicBezTo>
                    <a:cubicBezTo>
                      <a:pt x="21918" y="130052"/>
                      <a:pt x="21182" y="123181"/>
                      <a:pt x="21182" y="116063"/>
                    </a:cubicBezTo>
                    <a:close/>
                  </a:path>
                  <a:path w="252000" h="315000" fill="none" extrusionOk="0">
                    <a:moveTo>
                      <a:pt x="21182" y="116063"/>
                    </a:moveTo>
                    <a:cubicBezTo>
                      <a:pt x="21182" y="51963"/>
                      <a:pt x="72852" y="0"/>
                      <a:pt x="136591" y="0"/>
                    </a:cubicBezTo>
                    <a:cubicBezTo>
                      <a:pt x="200330" y="0"/>
                      <a:pt x="252000" y="51963"/>
                      <a:pt x="252000" y="116063"/>
                    </a:cubicBezTo>
                    <a:cubicBezTo>
                      <a:pt x="252000" y="147402"/>
                      <a:pt x="231131" y="187774"/>
                      <a:pt x="206516" y="215021"/>
                    </a:cubicBezTo>
                    <a:cubicBezTo>
                      <a:pt x="206777" y="242994"/>
                      <a:pt x="221789" y="263530"/>
                      <a:pt x="229312" y="281222"/>
                    </a:cubicBezTo>
                    <a:cubicBezTo>
                      <a:pt x="204791" y="295956"/>
                      <a:pt x="154692" y="312552"/>
                      <a:pt x="118185" y="315000"/>
                    </a:cubicBezTo>
                    <a:cubicBezTo>
                      <a:pt x="114129" y="298683"/>
                      <a:pt x="107971" y="266837"/>
                      <a:pt x="87579" y="256989"/>
                    </a:cubicBezTo>
                    <a:cubicBezTo>
                      <a:pt x="86654" y="256848"/>
                      <a:pt x="86414" y="256485"/>
                      <a:pt x="86769" y="255931"/>
                    </a:cubicBezTo>
                    <a:cubicBezTo>
                      <a:pt x="61427" y="259269"/>
                      <a:pt x="39073" y="261164"/>
                      <a:pt x="35440" y="258119"/>
                    </a:cubicBezTo>
                    <a:cubicBezTo>
                      <a:pt x="27951" y="250588"/>
                      <a:pt x="34945" y="238744"/>
                      <a:pt x="32444" y="230255"/>
                    </a:cubicBezTo>
                    <a:cubicBezTo>
                      <a:pt x="31730" y="227829"/>
                      <a:pt x="27119" y="222891"/>
                      <a:pt x="26453" y="219712"/>
                    </a:cubicBezTo>
                    <a:cubicBezTo>
                      <a:pt x="27951" y="213687"/>
                      <a:pt x="33364" y="213192"/>
                      <a:pt x="31695" y="210675"/>
                    </a:cubicBezTo>
                    <a:cubicBezTo>
                      <a:pt x="30198" y="208416"/>
                      <a:pt x="24207" y="210675"/>
                      <a:pt x="21960" y="202391"/>
                    </a:cubicBezTo>
                    <a:cubicBezTo>
                      <a:pt x="23300" y="196556"/>
                      <a:pt x="23327" y="191069"/>
                      <a:pt x="23437" y="186742"/>
                    </a:cubicBezTo>
                    <a:cubicBezTo>
                      <a:pt x="10956" y="186284"/>
                      <a:pt x="-4023" y="183994"/>
                      <a:pt x="994" y="175280"/>
                    </a:cubicBezTo>
                    <a:cubicBezTo>
                      <a:pt x="6511" y="164182"/>
                      <a:pt x="16567" y="150880"/>
                      <a:pt x="23302" y="136655"/>
                    </a:cubicBezTo>
                    <a:cubicBezTo>
                      <a:pt x="21918" y="130052"/>
                      <a:pt x="21182" y="123181"/>
                      <a:pt x="21182" y="116063"/>
                    </a:cubicBezTo>
                    <a:close/>
                  </a:path>
                </a:pathLst>
              </a:custGeom>
              <a:solidFill>
                <a:srgbClr val="FFD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 name="Google Shape;172;p26"/>
              <p:cNvSpPr/>
              <p:nvPr/>
            </p:nvSpPr>
            <p:spPr>
              <a:xfrm>
                <a:off x="5778037" y="3169499"/>
                <a:ext cx="136619" cy="199076"/>
              </a:xfrm>
              <a:custGeom>
                <a:avLst/>
                <a:gdLst/>
                <a:ahLst/>
                <a:cxnLst/>
                <a:rect l="l" t="t" r="r" b="b"/>
                <a:pathLst>
                  <a:path w="136619" h="199076" extrusionOk="0">
                    <a:moveTo>
                      <a:pt x="117913" y="51714"/>
                    </a:moveTo>
                    <a:cubicBezTo>
                      <a:pt x="119406" y="52518"/>
                      <a:pt x="120762" y="53486"/>
                      <a:pt x="121968" y="54587"/>
                    </a:cubicBezTo>
                    <a:lnTo>
                      <a:pt x="129926" y="48984"/>
                    </a:lnTo>
                    <a:lnTo>
                      <a:pt x="135260" y="56644"/>
                    </a:lnTo>
                    <a:lnTo>
                      <a:pt x="127235" y="62295"/>
                    </a:lnTo>
                    <a:cubicBezTo>
                      <a:pt x="128281" y="64995"/>
                      <a:pt x="128758" y="67915"/>
                      <a:pt x="128595" y="70857"/>
                    </a:cubicBezTo>
                    <a:lnTo>
                      <a:pt x="136619" y="73019"/>
                    </a:lnTo>
                    <a:lnTo>
                      <a:pt x="134212" y="82053"/>
                    </a:lnTo>
                    <a:lnTo>
                      <a:pt x="125956" y="79828"/>
                    </a:lnTo>
                    <a:cubicBezTo>
                      <a:pt x="124592" y="82241"/>
                      <a:pt x="122795" y="84280"/>
                      <a:pt x="120713" y="85891"/>
                    </a:cubicBezTo>
                    <a:lnTo>
                      <a:pt x="125123" y="95402"/>
                    </a:lnTo>
                    <a:lnTo>
                      <a:pt x="116695" y="99538"/>
                    </a:lnTo>
                    <a:lnTo>
                      <a:pt x="112242" y="89750"/>
                    </a:lnTo>
                    <a:cubicBezTo>
                      <a:pt x="110749" y="90047"/>
                      <a:pt x="109218" y="90177"/>
                      <a:pt x="107678" y="90129"/>
                    </a:cubicBezTo>
                    <a:lnTo>
                      <a:pt x="105463" y="98442"/>
                    </a:lnTo>
                    <a:lnTo>
                      <a:pt x="96480" y="96022"/>
                    </a:lnTo>
                    <a:lnTo>
                      <a:pt x="98698" y="87700"/>
                    </a:lnTo>
                    <a:cubicBezTo>
                      <a:pt x="97313" y="86953"/>
                      <a:pt x="96046" y="86064"/>
                      <a:pt x="94908" y="85059"/>
                    </a:cubicBezTo>
                    <a:lnTo>
                      <a:pt x="88071" y="89594"/>
                    </a:lnTo>
                    <a:lnTo>
                      <a:pt x="82737" y="81933"/>
                    </a:lnTo>
                    <a:lnTo>
                      <a:pt x="89516" y="77439"/>
                    </a:lnTo>
                    <a:cubicBezTo>
                      <a:pt x="88512" y="74968"/>
                      <a:pt x="87989" y="72303"/>
                      <a:pt x="88002" y="69600"/>
                    </a:cubicBezTo>
                    <a:lnTo>
                      <a:pt x="79579" y="67331"/>
                    </a:lnTo>
                    <a:lnTo>
                      <a:pt x="81986" y="58298"/>
                    </a:lnTo>
                    <a:lnTo>
                      <a:pt x="90186" y="60507"/>
                    </a:lnTo>
                    <a:cubicBezTo>
                      <a:pt x="91528" y="57831"/>
                      <a:pt x="93383" y="55574"/>
                      <a:pt x="95574" y="53802"/>
                    </a:cubicBezTo>
                    <a:lnTo>
                      <a:pt x="92016" y="46604"/>
                    </a:lnTo>
                    <a:lnTo>
                      <a:pt x="100444" y="42652"/>
                    </a:lnTo>
                    <a:lnTo>
                      <a:pt x="103961" y="49763"/>
                    </a:lnTo>
                    <a:cubicBezTo>
                      <a:pt x="105582" y="49404"/>
                      <a:pt x="107251" y="49243"/>
                      <a:pt x="108931" y="49293"/>
                    </a:cubicBezTo>
                    <a:lnTo>
                      <a:pt x="111119" y="41080"/>
                    </a:lnTo>
                    <a:lnTo>
                      <a:pt x="120102" y="43500"/>
                    </a:lnTo>
                    <a:lnTo>
                      <a:pt x="117913" y="51714"/>
                    </a:lnTo>
                    <a:close/>
                    <a:moveTo>
                      <a:pt x="97035" y="66728"/>
                    </a:moveTo>
                    <a:cubicBezTo>
                      <a:pt x="95380" y="72938"/>
                      <a:pt x="99044" y="79320"/>
                      <a:pt x="105219" y="80984"/>
                    </a:cubicBezTo>
                    <a:cubicBezTo>
                      <a:pt x="111394" y="82648"/>
                      <a:pt x="117740" y="78963"/>
                      <a:pt x="119395" y="72753"/>
                    </a:cubicBezTo>
                    <a:cubicBezTo>
                      <a:pt x="121049" y="66544"/>
                      <a:pt x="117385" y="60161"/>
                      <a:pt x="111211" y="58497"/>
                    </a:cubicBezTo>
                    <a:cubicBezTo>
                      <a:pt x="105036" y="56833"/>
                      <a:pt x="98689" y="60518"/>
                      <a:pt x="97035" y="66728"/>
                    </a:cubicBezTo>
                    <a:close/>
                    <a:moveTo>
                      <a:pt x="50822" y="13092"/>
                    </a:moveTo>
                    <a:cubicBezTo>
                      <a:pt x="53361" y="13689"/>
                      <a:pt x="55761" y="14587"/>
                      <a:pt x="57991" y="15740"/>
                    </a:cubicBezTo>
                    <a:lnTo>
                      <a:pt x="67605" y="4218"/>
                    </a:lnTo>
                    <a:lnTo>
                      <a:pt x="78574" y="13473"/>
                    </a:lnTo>
                    <a:lnTo>
                      <a:pt x="68878" y="25093"/>
                    </a:lnTo>
                    <a:cubicBezTo>
                      <a:pt x="71504" y="28689"/>
                      <a:pt x="73371" y="32841"/>
                      <a:pt x="74293" y="37281"/>
                    </a:cubicBezTo>
                    <a:lnTo>
                      <a:pt x="87083" y="37281"/>
                    </a:lnTo>
                    <a:lnTo>
                      <a:pt x="87083" y="51680"/>
                    </a:lnTo>
                    <a:lnTo>
                      <a:pt x="73924" y="51680"/>
                    </a:lnTo>
                    <a:cubicBezTo>
                      <a:pt x="72850" y="55816"/>
                      <a:pt x="70987" y="59567"/>
                      <a:pt x="68529" y="62798"/>
                    </a:cubicBezTo>
                    <a:lnTo>
                      <a:pt x="78856" y="75175"/>
                    </a:lnTo>
                    <a:lnTo>
                      <a:pt x="67888" y="84431"/>
                    </a:lnTo>
                    <a:lnTo>
                      <a:pt x="57459" y="71932"/>
                    </a:lnTo>
                    <a:cubicBezTo>
                      <a:pt x="55357" y="72972"/>
                      <a:pt x="53131" y="73779"/>
                      <a:pt x="50822" y="74325"/>
                    </a:cubicBezTo>
                    <a:lnTo>
                      <a:pt x="50822" y="87576"/>
                    </a:lnTo>
                    <a:lnTo>
                      <a:pt x="36504" y="87576"/>
                    </a:lnTo>
                    <a:lnTo>
                      <a:pt x="36504" y="74311"/>
                    </a:lnTo>
                    <a:cubicBezTo>
                      <a:pt x="34149" y="73755"/>
                      <a:pt x="31913" y="72940"/>
                      <a:pt x="29822" y="71902"/>
                    </a:cubicBezTo>
                    <a:lnTo>
                      <a:pt x="21451" y="81386"/>
                    </a:lnTo>
                    <a:lnTo>
                      <a:pt x="10483" y="72131"/>
                    </a:lnTo>
                    <a:lnTo>
                      <a:pt x="18783" y="62731"/>
                    </a:lnTo>
                    <a:cubicBezTo>
                      <a:pt x="16311" y="59457"/>
                      <a:pt x="14477" y="55705"/>
                      <a:pt x="13425" y="51680"/>
                    </a:cubicBezTo>
                    <a:lnTo>
                      <a:pt x="0" y="51680"/>
                    </a:lnTo>
                    <a:lnTo>
                      <a:pt x="0" y="37281"/>
                    </a:lnTo>
                    <a:lnTo>
                      <a:pt x="13070" y="37281"/>
                    </a:lnTo>
                    <a:cubicBezTo>
                      <a:pt x="14005" y="32763"/>
                      <a:pt x="15870" y="28664"/>
                      <a:pt x="18426" y="25151"/>
                    </a:cubicBezTo>
                    <a:lnTo>
                      <a:pt x="10283" y="15871"/>
                    </a:lnTo>
                    <a:lnTo>
                      <a:pt x="21252" y="6615"/>
                    </a:lnTo>
                    <a:lnTo>
                      <a:pt x="29299" y="15781"/>
                    </a:lnTo>
                    <a:cubicBezTo>
                      <a:pt x="31567" y="14598"/>
                      <a:pt x="33985" y="13690"/>
                      <a:pt x="36504" y="13092"/>
                    </a:cubicBezTo>
                    <a:lnTo>
                      <a:pt x="36504" y="0"/>
                    </a:lnTo>
                    <a:lnTo>
                      <a:pt x="50822" y="0"/>
                    </a:lnTo>
                    <a:lnTo>
                      <a:pt x="50822" y="13092"/>
                    </a:lnTo>
                    <a:close/>
                    <a:moveTo>
                      <a:pt x="25721" y="43788"/>
                    </a:moveTo>
                    <a:cubicBezTo>
                      <a:pt x="25721" y="53686"/>
                      <a:pt x="33700" y="61710"/>
                      <a:pt x="43542" y="61710"/>
                    </a:cubicBezTo>
                    <a:cubicBezTo>
                      <a:pt x="53384" y="61710"/>
                      <a:pt x="61362" y="53686"/>
                      <a:pt x="61362" y="43788"/>
                    </a:cubicBezTo>
                    <a:cubicBezTo>
                      <a:pt x="61362" y="33890"/>
                      <a:pt x="53384" y="25866"/>
                      <a:pt x="43542" y="25866"/>
                    </a:cubicBezTo>
                    <a:cubicBezTo>
                      <a:pt x="33700" y="25866"/>
                      <a:pt x="25721" y="33890"/>
                      <a:pt x="25721" y="43788"/>
                    </a:cubicBezTo>
                    <a:close/>
                    <a:moveTo>
                      <a:pt x="26631" y="133426"/>
                    </a:moveTo>
                    <a:cubicBezTo>
                      <a:pt x="27811" y="130651"/>
                      <a:pt x="29303" y="128094"/>
                      <a:pt x="31049" y="125782"/>
                    </a:cubicBezTo>
                    <a:lnTo>
                      <a:pt x="19982" y="112519"/>
                    </a:lnTo>
                    <a:lnTo>
                      <a:pt x="32607" y="101865"/>
                    </a:lnTo>
                    <a:lnTo>
                      <a:pt x="43767" y="115240"/>
                    </a:lnTo>
                    <a:cubicBezTo>
                      <a:pt x="48345" y="112966"/>
                      <a:pt x="53398" y="111668"/>
                      <a:pt x="58588" y="111504"/>
                    </a:cubicBezTo>
                    <a:lnTo>
                      <a:pt x="61145" y="96923"/>
                    </a:lnTo>
                    <a:lnTo>
                      <a:pt x="77375" y="99801"/>
                    </a:lnTo>
                    <a:lnTo>
                      <a:pt x="74745" y="114803"/>
                    </a:lnTo>
                    <a:cubicBezTo>
                      <a:pt x="79192" y="116853"/>
                      <a:pt x="83049" y="119727"/>
                      <a:pt x="86199" y="123176"/>
                    </a:cubicBezTo>
                    <a:lnTo>
                      <a:pt x="102215" y="113877"/>
                    </a:lnTo>
                    <a:lnTo>
                      <a:pt x="110455" y="128230"/>
                    </a:lnTo>
                    <a:lnTo>
                      <a:pt x="94282" y="137621"/>
                    </a:lnTo>
                    <a:cubicBezTo>
                      <a:pt x="95034" y="140225"/>
                      <a:pt x="95499" y="142923"/>
                      <a:pt x="95653" y="145665"/>
                    </a:cubicBezTo>
                    <a:lnTo>
                      <a:pt x="110590" y="148314"/>
                    </a:lnTo>
                    <a:lnTo>
                      <a:pt x="107728" y="164636"/>
                    </a:lnTo>
                    <a:lnTo>
                      <a:pt x="92775" y="161985"/>
                    </a:lnTo>
                    <a:cubicBezTo>
                      <a:pt x="91677" y="164559"/>
                      <a:pt x="90312" y="166945"/>
                      <a:pt x="88724" y="169121"/>
                    </a:cubicBezTo>
                    <a:lnTo>
                      <a:pt x="97742" y="180559"/>
                    </a:lnTo>
                    <a:lnTo>
                      <a:pt x="85117" y="191213"/>
                    </a:lnTo>
                    <a:lnTo>
                      <a:pt x="76179" y="179872"/>
                    </a:lnTo>
                    <a:cubicBezTo>
                      <a:pt x="71996" y="182036"/>
                      <a:pt x="67399" y="183376"/>
                      <a:pt x="62652" y="183771"/>
                    </a:cubicBezTo>
                    <a:lnTo>
                      <a:pt x="59969" y="199076"/>
                    </a:lnTo>
                    <a:lnTo>
                      <a:pt x="43738" y="196198"/>
                    </a:lnTo>
                    <a:lnTo>
                      <a:pt x="46351" y="181298"/>
                    </a:lnTo>
                    <a:cubicBezTo>
                      <a:pt x="41445" y="179329"/>
                      <a:pt x="37197" y="176384"/>
                      <a:pt x="33748" y="172768"/>
                    </a:cubicBezTo>
                    <a:lnTo>
                      <a:pt x="21660" y="180195"/>
                    </a:lnTo>
                    <a:lnTo>
                      <a:pt x="13419" y="165841"/>
                    </a:lnTo>
                    <a:lnTo>
                      <a:pt x="25360" y="158500"/>
                    </a:lnTo>
                    <a:cubicBezTo>
                      <a:pt x="24480" y="155678"/>
                      <a:pt x="23939" y="152739"/>
                      <a:pt x="23769" y="149748"/>
                    </a:cubicBezTo>
                    <a:lnTo>
                      <a:pt x="9011" y="147132"/>
                    </a:lnTo>
                    <a:lnTo>
                      <a:pt x="11873" y="130809"/>
                    </a:lnTo>
                    <a:lnTo>
                      <a:pt x="26631" y="133426"/>
                    </a:lnTo>
                    <a:close/>
                    <a:moveTo>
                      <a:pt x="56214" y="168177"/>
                    </a:moveTo>
                    <a:cubicBezTo>
                      <a:pt x="67371" y="170155"/>
                      <a:pt x="78010" y="162663"/>
                      <a:pt x="79978" y="151443"/>
                    </a:cubicBezTo>
                    <a:cubicBezTo>
                      <a:pt x="81945" y="140223"/>
                      <a:pt x="74495" y="129524"/>
                      <a:pt x="63338" y="127545"/>
                    </a:cubicBezTo>
                    <a:cubicBezTo>
                      <a:pt x="52181" y="125567"/>
                      <a:pt x="41542" y="133059"/>
                      <a:pt x="39575" y="144279"/>
                    </a:cubicBezTo>
                    <a:cubicBezTo>
                      <a:pt x="37607" y="155499"/>
                      <a:pt x="45057" y="166198"/>
                      <a:pt x="56214" y="168177"/>
                    </a:cubicBezTo>
                    <a:close/>
                  </a:path>
                  <a:path w="136619" h="199076" fill="none" extrusionOk="0">
                    <a:moveTo>
                      <a:pt x="117913" y="51714"/>
                    </a:moveTo>
                    <a:cubicBezTo>
                      <a:pt x="119406" y="52518"/>
                      <a:pt x="120762" y="53486"/>
                      <a:pt x="121968" y="54587"/>
                    </a:cubicBezTo>
                    <a:lnTo>
                      <a:pt x="129926" y="48984"/>
                    </a:lnTo>
                    <a:lnTo>
                      <a:pt x="135260" y="56644"/>
                    </a:lnTo>
                    <a:lnTo>
                      <a:pt x="127235" y="62295"/>
                    </a:lnTo>
                    <a:cubicBezTo>
                      <a:pt x="128281" y="64995"/>
                      <a:pt x="128758" y="67915"/>
                      <a:pt x="128595" y="70857"/>
                    </a:cubicBezTo>
                    <a:lnTo>
                      <a:pt x="136619" y="73019"/>
                    </a:lnTo>
                    <a:lnTo>
                      <a:pt x="134212" y="82053"/>
                    </a:lnTo>
                    <a:lnTo>
                      <a:pt x="125956" y="79828"/>
                    </a:lnTo>
                    <a:cubicBezTo>
                      <a:pt x="124592" y="82241"/>
                      <a:pt x="122795" y="84280"/>
                      <a:pt x="120713" y="85891"/>
                    </a:cubicBezTo>
                    <a:lnTo>
                      <a:pt x="125123" y="95402"/>
                    </a:lnTo>
                    <a:lnTo>
                      <a:pt x="116695" y="99538"/>
                    </a:lnTo>
                    <a:lnTo>
                      <a:pt x="112242" y="89750"/>
                    </a:lnTo>
                    <a:cubicBezTo>
                      <a:pt x="110749" y="90047"/>
                      <a:pt x="109218" y="90177"/>
                      <a:pt x="107678" y="90129"/>
                    </a:cubicBezTo>
                    <a:lnTo>
                      <a:pt x="105463" y="98442"/>
                    </a:lnTo>
                    <a:lnTo>
                      <a:pt x="96480" y="96022"/>
                    </a:lnTo>
                    <a:lnTo>
                      <a:pt x="98698" y="87700"/>
                    </a:lnTo>
                    <a:cubicBezTo>
                      <a:pt x="97313" y="86953"/>
                      <a:pt x="96046" y="86064"/>
                      <a:pt x="94908" y="85059"/>
                    </a:cubicBezTo>
                    <a:lnTo>
                      <a:pt x="88071" y="89594"/>
                    </a:lnTo>
                    <a:lnTo>
                      <a:pt x="82737" y="81933"/>
                    </a:lnTo>
                    <a:lnTo>
                      <a:pt x="89516" y="77439"/>
                    </a:lnTo>
                    <a:cubicBezTo>
                      <a:pt x="88512" y="74968"/>
                      <a:pt x="87989" y="72303"/>
                      <a:pt x="88002" y="69600"/>
                    </a:cubicBezTo>
                    <a:lnTo>
                      <a:pt x="79579" y="67331"/>
                    </a:lnTo>
                    <a:lnTo>
                      <a:pt x="81986" y="58298"/>
                    </a:lnTo>
                    <a:lnTo>
                      <a:pt x="90186" y="60507"/>
                    </a:lnTo>
                    <a:cubicBezTo>
                      <a:pt x="91528" y="57831"/>
                      <a:pt x="93383" y="55574"/>
                      <a:pt x="95574" y="53802"/>
                    </a:cubicBezTo>
                    <a:lnTo>
                      <a:pt x="92016" y="46604"/>
                    </a:lnTo>
                    <a:lnTo>
                      <a:pt x="100444" y="42652"/>
                    </a:lnTo>
                    <a:lnTo>
                      <a:pt x="103961" y="49763"/>
                    </a:lnTo>
                    <a:cubicBezTo>
                      <a:pt x="105582" y="49404"/>
                      <a:pt x="107251" y="49243"/>
                      <a:pt x="108931" y="49293"/>
                    </a:cubicBezTo>
                    <a:lnTo>
                      <a:pt x="111119" y="41080"/>
                    </a:lnTo>
                    <a:lnTo>
                      <a:pt x="120102" y="43500"/>
                    </a:lnTo>
                    <a:lnTo>
                      <a:pt x="117913" y="51714"/>
                    </a:lnTo>
                    <a:close/>
                    <a:moveTo>
                      <a:pt x="97035" y="66728"/>
                    </a:moveTo>
                    <a:cubicBezTo>
                      <a:pt x="95380" y="72938"/>
                      <a:pt x="99044" y="79320"/>
                      <a:pt x="105219" y="80984"/>
                    </a:cubicBezTo>
                    <a:cubicBezTo>
                      <a:pt x="111394" y="82648"/>
                      <a:pt x="117740" y="78963"/>
                      <a:pt x="119395" y="72753"/>
                    </a:cubicBezTo>
                    <a:cubicBezTo>
                      <a:pt x="121049" y="66544"/>
                      <a:pt x="117385" y="60161"/>
                      <a:pt x="111211" y="58497"/>
                    </a:cubicBezTo>
                    <a:cubicBezTo>
                      <a:pt x="105036" y="56833"/>
                      <a:pt x="98689" y="60518"/>
                      <a:pt x="97035" y="66728"/>
                    </a:cubicBezTo>
                    <a:close/>
                    <a:moveTo>
                      <a:pt x="50822" y="13092"/>
                    </a:moveTo>
                    <a:cubicBezTo>
                      <a:pt x="53361" y="13689"/>
                      <a:pt x="55761" y="14587"/>
                      <a:pt x="57991" y="15740"/>
                    </a:cubicBezTo>
                    <a:lnTo>
                      <a:pt x="67605" y="4218"/>
                    </a:lnTo>
                    <a:lnTo>
                      <a:pt x="78574" y="13473"/>
                    </a:lnTo>
                    <a:lnTo>
                      <a:pt x="68878" y="25093"/>
                    </a:lnTo>
                    <a:cubicBezTo>
                      <a:pt x="71504" y="28689"/>
                      <a:pt x="73371" y="32841"/>
                      <a:pt x="74293" y="37281"/>
                    </a:cubicBezTo>
                    <a:lnTo>
                      <a:pt x="87083" y="37281"/>
                    </a:lnTo>
                    <a:lnTo>
                      <a:pt x="87083" y="51680"/>
                    </a:lnTo>
                    <a:lnTo>
                      <a:pt x="73924" y="51680"/>
                    </a:lnTo>
                    <a:cubicBezTo>
                      <a:pt x="72850" y="55816"/>
                      <a:pt x="70987" y="59567"/>
                      <a:pt x="68529" y="62798"/>
                    </a:cubicBezTo>
                    <a:lnTo>
                      <a:pt x="78856" y="75175"/>
                    </a:lnTo>
                    <a:lnTo>
                      <a:pt x="67888" y="84431"/>
                    </a:lnTo>
                    <a:lnTo>
                      <a:pt x="57459" y="71932"/>
                    </a:lnTo>
                    <a:cubicBezTo>
                      <a:pt x="55357" y="72972"/>
                      <a:pt x="53131" y="73779"/>
                      <a:pt x="50822" y="74325"/>
                    </a:cubicBezTo>
                    <a:lnTo>
                      <a:pt x="50822" y="87576"/>
                    </a:lnTo>
                    <a:lnTo>
                      <a:pt x="36504" y="87576"/>
                    </a:lnTo>
                    <a:lnTo>
                      <a:pt x="36504" y="74311"/>
                    </a:lnTo>
                    <a:cubicBezTo>
                      <a:pt x="34149" y="73755"/>
                      <a:pt x="31913" y="72940"/>
                      <a:pt x="29822" y="71902"/>
                    </a:cubicBezTo>
                    <a:lnTo>
                      <a:pt x="21451" y="81386"/>
                    </a:lnTo>
                    <a:lnTo>
                      <a:pt x="10483" y="72131"/>
                    </a:lnTo>
                    <a:lnTo>
                      <a:pt x="18783" y="62731"/>
                    </a:lnTo>
                    <a:cubicBezTo>
                      <a:pt x="16311" y="59457"/>
                      <a:pt x="14477" y="55705"/>
                      <a:pt x="13425" y="51680"/>
                    </a:cubicBezTo>
                    <a:lnTo>
                      <a:pt x="0" y="51680"/>
                    </a:lnTo>
                    <a:lnTo>
                      <a:pt x="0" y="37281"/>
                    </a:lnTo>
                    <a:lnTo>
                      <a:pt x="13070" y="37281"/>
                    </a:lnTo>
                    <a:cubicBezTo>
                      <a:pt x="14005" y="32763"/>
                      <a:pt x="15870" y="28664"/>
                      <a:pt x="18426" y="25151"/>
                    </a:cubicBezTo>
                    <a:lnTo>
                      <a:pt x="10283" y="15871"/>
                    </a:lnTo>
                    <a:lnTo>
                      <a:pt x="21252" y="6615"/>
                    </a:lnTo>
                    <a:lnTo>
                      <a:pt x="29299" y="15781"/>
                    </a:lnTo>
                    <a:cubicBezTo>
                      <a:pt x="31567" y="14598"/>
                      <a:pt x="33985" y="13690"/>
                      <a:pt x="36504" y="13092"/>
                    </a:cubicBezTo>
                    <a:lnTo>
                      <a:pt x="36504" y="0"/>
                    </a:lnTo>
                    <a:lnTo>
                      <a:pt x="50822" y="0"/>
                    </a:lnTo>
                    <a:lnTo>
                      <a:pt x="50822" y="13092"/>
                    </a:lnTo>
                    <a:close/>
                    <a:moveTo>
                      <a:pt x="25721" y="43788"/>
                    </a:moveTo>
                    <a:cubicBezTo>
                      <a:pt x="25721" y="53686"/>
                      <a:pt x="33700" y="61710"/>
                      <a:pt x="43542" y="61710"/>
                    </a:cubicBezTo>
                    <a:cubicBezTo>
                      <a:pt x="53384" y="61710"/>
                      <a:pt x="61362" y="53686"/>
                      <a:pt x="61362" y="43788"/>
                    </a:cubicBezTo>
                    <a:cubicBezTo>
                      <a:pt x="61362" y="33890"/>
                      <a:pt x="53384" y="25866"/>
                      <a:pt x="43542" y="25866"/>
                    </a:cubicBezTo>
                    <a:cubicBezTo>
                      <a:pt x="33700" y="25866"/>
                      <a:pt x="25721" y="33890"/>
                      <a:pt x="25721" y="43788"/>
                    </a:cubicBezTo>
                    <a:close/>
                    <a:moveTo>
                      <a:pt x="26631" y="133426"/>
                    </a:moveTo>
                    <a:cubicBezTo>
                      <a:pt x="27811" y="130651"/>
                      <a:pt x="29303" y="128094"/>
                      <a:pt x="31049" y="125782"/>
                    </a:cubicBezTo>
                    <a:lnTo>
                      <a:pt x="19982" y="112519"/>
                    </a:lnTo>
                    <a:lnTo>
                      <a:pt x="32607" y="101865"/>
                    </a:lnTo>
                    <a:lnTo>
                      <a:pt x="43767" y="115240"/>
                    </a:lnTo>
                    <a:cubicBezTo>
                      <a:pt x="48345" y="112966"/>
                      <a:pt x="53398" y="111668"/>
                      <a:pt x="58588" y="111504"/>
                    </a:cubicBezTo>
                    <a:lnTo>
                      <a:pt x="61145" y="96923"/>
                    </a:lnTo>
                    <a:lnTo>
                      <a:pt x="77375" y="99801"/>
                    </a:lnTo>
                    <a:lnTo>
                      <a:pt x="74745" y="114803"/>
                    </a:lnTo>
                    <a:cubicBezTo>
                      <a:pt x="79192" y="116853"/>
                      <a:pt x="83049" y="119727"/>
                      <a:pt x="86199" y="123176"/>
                    </a:cubicBezTo>
                    <a:lnTo>
                      <a:pt x="102215" y="113877"/>
                    </a:lnTo>
                    <a:lnTo>
                      <a:pt x="110455" y="128230"/>
                    </a:lnTo>
                    <a:lnTo>
                      <a:pt x="94282" y="137621"/>
                    </a:lnTo>
                    <a:cubicBezTo>
                      <a:pt x="95034" y="140225"/>
                      <a:pt x="95499" y="142923"/>
                      <a:pt x="95653" y="145665"/>
                    </a:cubicBezTo>
                    <a:lnTo>
                      <a:pt x="110590" y="148314"/>
                    </a:lnTo>
                    <a:lnTo>
                      <a:pt x="107728" y="164636"/>
                    </a:lnTo>
                    <a:lnTo>
                      <a:pt x="92775" y="161985"/>
                    </a:lnTo>
                    <a:cubicBezTo>
                      <a:pt x="91677" y="164559"/>
                      <a:pt x="90312" y="166945"/>
                      <a:pt x="88724" y="169121"/>
                    </a:cubicBezTo>
                    <a:lnTo>
                      <a:pt x="97742" y="180559"/>
                    </a:lnTo>
                    <a:lnTo>
                      <a:pt x="85117" y="191213"/>
                    </a:lnTo>
                    <a:lnTo>
                      <a:pt x="76179" y="179872"/>
                    </a:lnTo>
                    <a:cubicBezTo>
                      <a:pt x="71996" y="182036"/>
                      <a:pt x="67399" y="183376"/>
                      <a:pt x="62652" y="183771"/>
                    </a:cubicBezTo>
                    <a:lnTo>
                      <a:pt x="59969" y="199076"/>
                    </a:lnTo>
                    <a:lnTo>
                      <a:pt x="43738" y="196198"/>
                    </a:lnTo>
                    <a:lnTo>
                      <a:pt x="46351" y="181298"/>
                    </a:lnTo>
                    <a:cubicBezTo>
                      <a:pt x="41445" y="179329"/>
                      <a:pt x="37197" y="176384"/>
                      <a:pt x="33748" y="172768"/>
                    </a:cubicBezTo>
                    <a:lnTo>
                      <a:pt x="21660" y="180195"/>
                    </a:lnTo>
                    <a:lnTo>
                      <a:pt x="13419" y="165841"/>
                    </a:lnTo>
                    <a:lnTo>
                      <a:pt x="25360" y="158500"/>
                    </a:lnTo>
                    <a:cubicBezTo>
                      <a:pt x="24480" y="155678"/>
                      <a:pt x="23939" y="152739"/>
                      <a:pt x="23769" y="149748"/>
                    </a:cubicBezTo>
                    <a:lnTo>
                      <a:pt x="9011" y="147132"/>
                    </a:lnTo>
                    <a:lnTo>
                      <a:pt x="11873" y="130809"/>
                    </a:lnTo>
                    <a:lnTo>
                      <a:pt x="26631" y="133426"/>
                    </a:lnTo>
                    <a:close/>
                    <a:moveTo>
                      <a:pt x="56214" y="168177"/>
                    </a:moveTo>
                    <a:cubicBezTo>
                      <a:pt x="67371" y="170155"/>
                      <a:pt x="78010" y="162663"/>
                      <a:pt x="79978" y="151443"/>
                    </a:cubicBezTo>
                    <a:cubicBezTo>
                      <a:pt x="81945" y="140223"/>
                      <a:pt x="74495" y="129524"/>
                      <a:pt x="63338" y="127545"/>
                    </a:cubicBezTo>
                    <a:cubicBezTo>
                      <a:pt x="52181" y="125567"/>
                      <a:pt x="41542" y="133059"/>
                      <a:pt x="39575" y="144279"/>
                    </a:cubicBezTo>
                    <a:cubicBezTo>
                      <a:pt x="37607" y="155499"/>
                      <a:pt x="45057" y="166198"/>
                      <a:pt x="56214" y="168177"/>
                    </a:cubicBezTo>
                    <a:close/>
                  </a:path>
                </a:pathLst>
              </a:custGeom>
              <a:solidFill>
                <a:srgbClr val="19CB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73" name="Google Shape;173;p26"/>
            <p:cNvSpPr/>
            <p:nvPr/>
          </p:nvSpPr>
          <p:spPr>
            <a:xfrm>
              <a:off x="6465284" y="2580844"/>
              <a:ext cx="572356" cy="264559"/>
            </a:xfrm>
            <a:custGeom>
              <a:avLst/>
              <a:gdLst/>
              <a:ahLst/>
              <a:cxnLst/>
              <a:rect l="l" t="t" r="r" b="b"/>
              <a:pathLst>
                <a:path w="572356" h="264559" fill="none" extrusionOk="0">
                  <a:moveTo>
                    <a:pt x="0" y="264559"/>
                  </a:moveTo>
                  <a:cubicBezTo>
                    <a:pt x="161925" y="129316"/>
                    <a:pt x="324218" y="0"/>
                    <a:pt x="572356" y="0"/>
                  </a:cubicBezTo>
                </a:path>
              </a:pathLst>
            </a:custGeom>
            <a:solidFill>
              <a:srgbClr val="454545"/>
            </a:solidFill>
            <a:ln w="21000" cap="rnd" cmpd="sng">
              <a:solidFill>
                <a:srgbClr val="45454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 name="Google Shape;174;p26"/>
            <p:cNvSpPr/>
            <p:nvPr/>
          </p:nvSpPr>
          <p:spPr>
            <a:xfrm>
              <a:off x="6449447" y="3466732"/>
              <a:ext cx="588193" cy="298780"/>
            </a:xfrm>
            <a:custGeom>
              <a:avLst/>
              <a:gdLst/>
              <a:ahLst/>
              <a:cxnLst/>
              <a:rect l="l" t="t" r="r" b="b"/>
              <a:pathLst>
                <a:path w="588193" h="298780" fill="none" extrusionOk="0">
                  <a:moveTo>
                    <a:pt x="0" y="0"/>
                  </a:moveTo>
                  <a:cubicBezTo>
                    <a:pt x="164024" y="150906"/>
                    <a:pt x="327075" y="298780"/>
                    <a:pt x="588193" y="298780"/>
                  </a:cubicBezTo>
                </a:path>
              </a:pathLst>
            </a:custGeom>
            <a:solidFill>
              <a:srgbClr val="454545"/>
            </a:solidFill>
            <a:ln w="21000" cap="rnd" cmpd="sng">
              <a:solidFill>
                <a:srgbClr val="45454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 name="Google Shape;175;p26"/>
            <p:cNvSpPr/>
            <p:nvPr/>
          </p:nvSpPr>
          <p:spPr>
            <a:xfrm>
              <a:off x="6256281" y="3558553"/>
              <a:ext cx="781359" cy="1193088"/>
            </a:xfrm>
            <a:custGeom>
              <a:avLst/>
              <a:gdLst/>
              <a:ahLst/>
              <a:cxnLst/>
              <a:rect l="l" t="t" r="r" b="b"/>
              <a:pathLst>
                <a:path w="781359" h="1193088" fill="none" extrusionOk="0">
                  <a:moveTo>
                    <a:pt x="0" y="0"/>
                  </a:moveTo>
                  <a:cubicBezTo>
                    <a:pt x="187414" y="474833"/>
                    <a:pt x="255198" y="1193088"/>
                    <a:pt x="781359" y="1193088"/>
                  </a:cubicBezTo>
                </a:path>
              </a:pathLst>
            </a:custGeom>
            <a:solidFill>
              <a:srgbClr val="454545"/>
            </a:solidFill>
            <a:ln w="21000" cap="rnd" cmpd="sng">
              <a:solidFill>
                <a:srgbClr val="45454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 name="Google Shape;176;p26"/>
            <p:cNvSpPr/>
            <p:nvPr/>
          </p:nvSpPr>
          <p:spPr>
            <a:xfrm>
              <a:off x="4605560" y="1866493"/>
              <a:ext cx="742151" cy="882182"/>
            </a:xfrm>
            <a:custGeom>
              <a:avLst/>
              <a:gdLst/>
              <a:ahLst/>
              <a:cxnLst/>
              <a:rect l="l" t="t" r="r" b="b"/>
              <a:pathLst>
                <a:path w="742151" h="882182" fill="none" extrusionOk="0">
                  <a:moveTo>
                    <a:pt x="742151" y="882182"/>
                  </a:moveTo>
                  <a:cubicBezTo>
                    <a:pt x="560371" y="505861"/>
                    <a:pt x="444253" y="0"/>
                    <a:pt x="0" y="0"/>
                  </a:cubicBezTo>
                </a:path>
              </a:pathLst>
            </a:custGeom>
            <a:solidFill>
              <a:srgbClr val="454545"/>
            </a:solidFill>
            <a:ln w="21000" cap="rnd" cmpd="sng">
              <a:solidFill>
                <a:srgbClr val="45454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 name="Google Shape;177;p26"/>
            <p:cNvSpPr/>
            <p:nvPr/>
          </p:nvSpPr>
          <p:spPr>
            <a:xfrm>
              <a:off x="4605560" y="2631703"/>
              <a:ext cx="555363" cy="230607"/>
            </a:xfrm>
            <a:custGeom>
              <a:avLst/>
              <a:gdLst/>
              <a:ahLst/>
              <a:cxnLst/>
              <a:rect l="l" t="t" r="r" b="b"/>
              <a:pathLst>
                <a:path w="555363" h="230607" fill="none" extrusionOk="0">
                  <a:moveTo>
                    <a:pt x="555363" y="230607"/>
                  </a:moveTo>
                  <a:cubicBezTo>
                    <a:pt x="395749" y="111275"/>
                    <a:pt x="234845" y="0"/>
                    <a:pt x="0" y="0"/>
                  </a:cubicBezTo>
                </a:path>
              </a:pathLst>
            </a:custGeom>
            <a:solidFill>
              <a:srgbClr val="454545"/>
            </a:solidFill>
            <a:ln w="21000" cap="rnd" cmpd="sng">
              <a:solidFill>
                <a:srgbClr val="45454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 name="Google Shape;178;p26"/>
            <p:cNvSpPr/>
            <p:nvPr/>
          </p:nvSpPr>
          <p:spPr>
            <a:xfrm>
              <a:off x="4605560" y="3454410"/>
              <a:ext cx="574305" cy="268628"/>
            </a:xfrm>
            <a:custGeom>
              <a:avLst/>
              <a:gdLst/>
              <a:ahLst/>
              <a:cxnLst/>
              <a:rect l="l" t="t" r="r" b="b"/>
              <a:pathLst>
                <a:path w="574305" h="268628" fill="none" extrusionOk="0">
                  <a:moveTo>
                    <a:pt x="574305" y="0"/>
                  </a:moveTo>
                  <a:cubicBezTo>
                    <a:pt x="412118" y="137125"/>
                    <a:pt x="249703" y="268628"/>
                    <a:pt x="0" y="268628"/>
                  </a:cubicBezTo>
                </a:path>
              </a:pathLst>
            </a:custGeom>
            <a:solidFill>
              <a:srgbClr val="454545"/>
            </a:solidFill>
            <a:ln w="21000" cap="rnd" cmpd="sng">
              <a:solidFill>
                <a:srgbClr val="45454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 name="Google Shape;179;p26"/>
            <p:cNvSpPr/>
            <p:nvPr/>
          </p:nvSpPr>
          <p:spPr>
            <a:xfrm>
              <a:off x="4605560" y="3549318"/>
              <a:ext cx="742151" cy="882182"/>
            </a:xfrm>
            <a:custGeom>
              <a:avLst/>
              <a:gdLst/>
              <a:ahLst/>
              <a:cxnLst/>
              <a:rect l="l" t="t" r="r" b="b"/>
              <a:pathLst>
                <a:path w="742151" h="882182" fill="none" extrusionOk="0">
                  <a:moveTo>
                    <a:pt x="742151" y="0"/>
                  </a:moveTo>
                  <a:cubicBezTo>
                    <a:pt x="560371" y="376322"/>
                    <a:pt x="444253" y="882182"/>
                    <a:pt x="0" y="882182"/>
                  </a:cubicBezTo>
                </a:path>
              </a:pathLst>
            </a:custGeom>
            <a:solidFill>
              <a:srgbClr val="454545"/>
            </a:solidFill>
            <a:ln w="21000" cap="rnd" cmpd="sng">
              <a:solidFill>
                <a:srgbClr val="45454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 name="Google Shape;180;p26"/>
            <p:cNvSpPr/>
            <p:nvPr/>
          </p:nvSpPr>
          <p:spPr>
            <a:xfrm>
              <a:off x="7751640" y="2362947"/>
              <a:ext cx="175000" cy="217897"/>
            </a:xfrm>
            <a:custGeom>
              <a:avLst/>
              <a:gdLst/>
              <a:ahLst/>
              <a:cxnLst/>
              <a:rect l="l" t="t" r="r" b="b"/>
              <a:pathLst>
                <a:path w="175000" h="217897" fill="none" extrusionOk="0">
                  <a:moveTo>
                    <a:pt x="0" y="217897"/>
                  </a:moveTo>
                  <a:cubicBezTo>
                    <a:pt x="94660" y="217897"/>
                    <a:pt x="64961" y="0"/>
                    <a:pt x="175000" y="0"/>
                  </a:cubicBezTo>
                </a:path>
              </a:pathLst>
            </a:custGeom>
            <a:solidFill>
              <a:srgbClr val="454545"/>
            </a:solidFill>
            <a:ln w="9525" cap="rnd" cmpd="sng">
              <a:solidFill>
                <a:srgbClr val="45454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 name="Google Shape;181;p26"/>
            <p:cNvSpPr/>
            <p:nvPr/>
          </p:nvSpPr>
          <p:spPr>
            <a:xfrm>
              <a:off x="7751640" y="2580844"/>
              <a:ext cx="175000" cy="217897"/>
            </a:xfrm>
            <a:custGeom>
              <a:avLst/>
              <a:gdLst/>
              <a:ahLst/>
              <a:cxnLst/>
              <a:rect l="l" t="t" r="r" b="b"/>
              <a:pathLst>
                <a:path w="175000" h="217897" fill="none" extrusionOk="0">
                  <a:moveTo>
                    <a:pt x="0" y="0"/>
                  </a:moveTo>
                  <a:cubicBezTo>
                    <a:pt x="94660" y="0"/>
                    <a:pt x="64961" y="217897"/>
                    <a:pt x="175000" y="217897"/>
                  </a:cubicBezTo>
                </a:path>
              </a:pathLst>
            </a:custGeom>
            <a:solidFill>
              <a:srgbClr val="454545"/>
            </a:solidFill>
            <a:ln w="9525" cap="rnd" cmpd="sng">
              <a:solidFill>
                <a:srgbClr val="45454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 name="Google Shape;182;p26"/>
            <p:cNvSpPr/>
            <p:nvPr/>
          </p:nvSpPr>
          <p:spPr>
            <a:xfrm>
              <a:off x="7786640" y="3530778"/>
              <a:ext cx="175000" cy="234733"/>
            </a:xfrm>
            <a:custGeom>
              <a:avLst/>
              <a:gdLst/>
              <a:ahLst/>
              <a:cxnLst/>
              <a:rect l="l" t="t" r="r" b="b"/>
              <a:pathLst>
                <a:path w="175000" h="234733" fill="none" extrusionOk="0">
                  <a:moveTo>
                    <a:pt x="0" y="234733"/>
                  </a:moveTo>
                  <a:cubicBezTo>
                    <a:pt x="96393" y="234733"/>
                    <a:pt x="60917" y="0"/>
                    <a:pt x="175000" y="0"/>
                  </a:cubicBezTo>
                </a:path>
              </a:pathLst>
            </a:custGeom>
            <a:solidFill>
              <a:srgbClr val="454545"/>
            </a:solidFill>
            <a:ln w="9525" cap="rnd" cmpd="sng">
              <a:solidFill>
                <a:srgbClr val="45454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 name="Google Shape;183;p26"/>
            <p:cNvSpPr/>
            <p:nvPr/>
          </p:nvSpPr>
          <p:spPr>
            <a:xfrm>
              <a:off x="7786640" y="3765512"/>
              <a:ext cx="175000" cy="234733"/>
            </a:xfrm>
            <a:custGeom>
              <a:avLst/>
              <a:gdLst/>
              <a:ahLst/>
              <a:cxnLst/>
              <a:rect l="l" t="t" r="r" b="b"/>
              <a:pathLst>
                <a:path w="175000" h="234733" fill="none" extrusionOk="0">
                  <a:moveTo>
                    <a:pt x="0" y="0"/>
                  </a:moveTo>
                  <a:cubicBezTo>
                    <a:pt x="96393" y="0"/>
                    <a:pt x="60917" y="234733"/>
                    <a:pt x="175000" y="234733"/>
                  </a:cubicBezTo>
                </a:path>
              </a:pathLst>
            </a:custGeom>
            <a:solidFill>
              <a:srgbClr val="454545"/>
            </a:solidFill>
            <a:ln w="9525" cap="rnd" cmpd="sng">
              <a:solidFill>
                <a:srgbClr val="45454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 name="Google Shape;184;p26"/>
            <p:cNvSpPr/>
            <p:nvPr/>
          </p:nvSpPr>
          <p:spPr>
            <a:xfrm>
              <a:off x="8231798" y="4467202"/>
              <a:ext cx="175000" cy="284440"/>
            </a:xfrm>
            <a:custGeom>
              <a:avLst/>
              <a:gdLst/>
              <a:ahLst/>
              <a:cxnLst/>
              <a:rect l="l" t="t" r="r" b="b"/>
              <a:pathLst>
                <a:path w="175000" h="284440" fill="none" extrusionOk="0">
                  <a:moveTo>
                    <a:pt x="0" y="284440"/>
                  </a:moveTo>
                  <a:cubicBezTo>
                    <a:pt x="101280" y="284440"/>
                    <a:pt x="49513" y="0"/>
                    <a:pt x="175000" y="0"/>
                  </a:cubicBezTo>
                </a:path>
              </a:pathLst>
            </a:custGeom>
            <a:solidFill>
              <a:srgbClr val="454545"/>
            </a:solidFill>
            <a:ln w="9525" cap="rnd" cmpd="sng">
              <a:solidFill>
                <a:srgbClr val="45454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 name="Google Shape;185;p26"/>
            <p:cNvSpPr/>
            <p:nvPr/>
          </p:nvSpPr>
          <p:spPr>
            <a:xfrm>
              <a:off x="8231798" y="4751642"/>
              <a:ext cx="175000" cy="284440"/>
            </a:xfrm>
            <a:custGeom>
              <a:avLst/>
              <a:gdLst/>
              <a:ahLst/>
              <a:cxnLst/>
              <a:rect l="l" t="t" r="r" b="b"/>
              <a:pathLst>
                <a:path w="175000" h="284440" fill="none" extrusionOk="0">
                  <a:moveTo>
                    <a:pt x="0" y="0"/>
                  </a:moveTo>
                  <a:cubicBezTo>
                    <a:pt x="101280" y="0"/>
                    <a:pt x="49513" y="284440"/>
                    <a:pt x="175000" y="284440"/>
                  </a:cubicBezTo>
                </a:path>
              </a:pathLst>
            </a:custGeom>
            <a:solidFill>
              <a:srgbClr val="454545"/>
            </a:solidFill>
            <a:ln w="9525" cap="rnd" cmpd="sng">
              <a:solidFill>
                <a:srgbClr val="45454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 name="Google Shape;186;p26"/>
            <p:cNvSpPr/>
            <p:nvPr/>
          </p:nvSpPr>
          <p:spPr>
            <a:xfrm>
              <a:off x="2103550" y="3443654"/>
              <a:ext cx="175000" cy="279384"/>
            </a:xfrm>
            <a:custGeom>
              <a:avLst/>
              <a:gdLst/>
              <a:ahLst/>
              <a:cxnLst/>
              <a:rect l="l" t="t" r="r" b="b"/>
              <a:pathLst>
                <a:path w="175000" h="279384" fill="none" extrusionOk="0">
                  <a:moveTo>
                    <a:pt x="175000" y="279384"/>
                  </a:moveTo>
                  <a:cubicBezTo>
                    <a:pt x="74200" y="279384"/>
                    <a:pt x="124367" y="0"/>
                    <a:pt x="0" y="0"/>
                  </a:cubicBezTo>
                </a:path>
              </a:pathLst>
            </a:custGeom>
            <a:solidFill>
              <a:srgbClr val="454545"/>
            </a:solidFill>
            <a:ln w="9525" cap="rnd" cmpd="sng">
              <a:solidFill>
                <a:srgbClr val="45454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7" name="Google Shape;187;p26"/>
            <p:cNvSpPr/>
            <p:nvPr/>
          </p:nvSpPr>
          <p:spPr>
            <a:xfrm>
              <a:off x="2103550" y="3723038"/>
              <a:ext cx="175000" cy="279384"/>
            </a:xfrm>
            <a:custGeom>
              <a:avLst/>
              <a:gdLst/>
              <a:ahLst/>
              <a:cxnLst/>
              <a:rect l="l" t="t" r="r" b="b"/>
              <a:pathLst>
                <a:path w="175000" h="279384" fill="none" extrusionOk="0">
                  <a:moveTo>
                    <a:pt x="175000" y="0"/>
                  </a:moveTo>
                  <a:cubicBezTo>
                    <a:pt x="74200" y="0"/>
                    <a:pt x="124367" y="279384"/>
                    <a:pt x="0" y="279384"/>
                  </a:cubicBezTo>
                </a:path>
              </a:pathLst>
            </a:custGeom>
            <a:solidFill>
              <a:srgbClr val="454545"/>
            </a:solidFill>
            <a:ln w="9525" cap="rnd" cmpd="sng">
              <a:solidFill>
                <a:srgbClr val="45454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8" name="Google Shape;188;p26"/>
            <p:cNvSpPr/>
            <p:nvPr/>
          </p:nvSpPr>
          <p:spPr>
            <a:xfrm>
              <a:off x="6256281" y="1546351"/>
              <a:ext cx="781359" cy="1193088"/>
            </a:xfrm>
            <a:custGeom>
              <a:avLst/>
              <a:gdLst/>
              <a:ahLst/>
              <a:cxnLst/>
              <a:rect l="l" t="t" r="r" b="b"/>
              <a:pathLst>
                <a:path w="781359" h="1193088" fill="none" extrusionOk="0">
                  <a:moveTo>
                    <a:pt x="0" y="1193088"/>
                  </a:moveTo>
                  <a:cubicBezTo>
                    <a:pt x="187414" y="718256"/>
                    <a:pt x="255198" y="0"/>
                    <a:pt x="781359" y="0"/>
                  </a:cubicBezTo>
                </a:path>
              </a:pathLst>
            </a:custGeom>
            <a:solidFill>
              <a:srgbClr val="454545"/>
            </a:solidFill>
            <a:ln w="21000" cap="rnd" cmpd="sng">
              <a:solidFill>
                <a:srgbClr val="45454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9" name="Google Shape;189;p26"/>
            <p:cNvSpPr/>
            <p:nvPr/>
          </p:nvSpPr>
          <p:spPr>
            <a:xfrm>
              <a:off x="8066640" y="1323347"/>
              <a:ext cx="175000" cy="223005"/>
            </a:xfrm>
            <a:custGeom>
              <a:avLst/>
              <a:gdLst/>
              <a:ahLst/>
              <a:cxnLst/>
              <a:rect l="l" t="t" r="r" b="b"/>
              <a:pathLst>
                <a:path w="175000" h="223005" fill="none" extrusionOk="0">
                  <a:moveTo>
                    <a:pt x="0" y="223005"/>
                  </a:moveTo>
                  <a:cubicBezTo>
                    <a:pt x="95189" y="223005"/>
                    <a:pt x="63725" y="0"/>
                    <a:pt x="175000" y="0"/>
                  </a:cubicBezTo>
                </a:path>
              </a:pathLst>
            </a:custGeom>
            <a:solidFill>
              <a:srgbClr val="454545"/>
            </a:solidFill>
            <a:ln w="9525" cap="rnd" cmpd="sng">
              <a:solidFill>
                <a:srgbClr val="45454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0" name="Google Shape;190;p26"/>
            <p:cNvSpPr/>
            <p:nvPr/>
          </p:nvSpPr>
          <p:spPr>
            <a:xfrm>
              <a:off x="8066640" y="1546351"/>
              <a:ext cx="175000" cy="223005"/>
            </a:xfrm>
            <a:custGeom>
              <a:avLst/>
              <a:gdLst/>
              <a:ahLst/>
              <a:cxnLst/>
              <a:rect l="l" t="t" r="r" b="b"/>
              <a:pathLst>
                <a:path w="175000" h="223005" fill="none" extrusionOk="0">
                  <a:moveTo>
                    <a:pt x="0" y="0"/>
                  </a:moveTo>
                  <a:cubicBezTo>
                    <a:pt x="95189" y="0"/>
                    <a:pt x="63725" y="223005"/>
                    <a:pt x="175000" y="223005"/>
                  </a:cubicBezTo>
                </a:path>
              </a:pathLst>
            </a:custGeom>
            <a:solidFill>
              <a:srgbClr val="454545"/>
            </a:solidFill>
            <a:ln w="9525" cap="rnd" cmpd="sng">
              <a:solidFill>
                <a:srgbClr val="45454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1" name="Google Shape;191;p26"/>
            <p:cNvSpPr/>
            <p:nvPr/>
          </p:nvSpPr>
          <p:spPr>
            <a:xfrm>
              <a:off x="3443560" y="1724860"/>
              <a:ext cx="175000" cy="141633"/>
            </a:xfrm>
            <a:custGeom>
              <a:avLst/>
              <a:gdLst/>
              <a:ahLst/>
              <a:cxnLst/>
              <a:rect l="l" t="t" r="r" b="b"/>
              <a:pathLst>
                <a:path w="175000" h="141633" fill="none" extrusionOk="0">
                  <a:moveTo>
                    <a:pt x="175000" y="141633"/>
                  </a:moveTo>
                  <a:cubicBezTo>
                    <a:pt x="88594" y="141633"/>
                    <a:pt x="90781" y="0"/>
                    <a:pt x="0" y="0"/>
                  </a:cubicBezTo>
                </a:path>
              </a:pathLst>
            </a:custGeom>
            <a:solidFill>
              <a:srgbClr val="454545"/>
            </a:solidFill>
            <a:ln w="9525" cap="rnd" cmpd="sng">
              <a:solidFill>
                <a:srgbClr val="45454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2" name="Google Shape;192;p26"/>
            <p:cNvSpPr/>
            <p:nvPr/>
          </p:nvSpPr>
          <p:spPr>
            <a:xfrm>
              <a:off x="3443560" y="1866493"/>
              <a:ext cx="175000" cy="141633"/>
            </a:xfrm>
            <a:custGeom>
              <a:avLst/>
              <a:gdLst/>
              <a:ahLst/>
              <a:cxnLst/>
              <a:rect l="l" t="t" r="r" b="b"/>
              <a:pathLst>
                <a:path w="175000" h="141633" fill="none" extrusionOk="0">
                  <a:moveTo>
                    <a:pt x="175000" y="0"/>
                  </a:moveTo>
                  <a:cubicBezTo>
                    <a:pt x="88594" y="0"/>
                    <a:pt x="90781" y="141633"/>
                    <a:pt x="0" y="141633"/>
                  </a:cubicBezTo>
                </a:path>
              </a:pathLst>
            </a:custGeom>
            <a:solidFill>
              <a:srgbClr val="454545"/>
            </a:solidFill>
            <a:ln w="9525" cap="rnd" cmpd="sng">
              <a:solidFill>
                <a:srgbClr val="45454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3" name="Google Shape;193;p26"/>
            <p:cNvSpPr/>
            <p:nvPr/>
          </p:nvSpPr>
          <p:spPr>
            <a:xfrm>
              <a:off x="7037640" y="2423344"/>
              <a:ext cx="714000" cy="315000"/>
            </a:xfrm>
            <a:custGeom>
              <a:avLst/>
              <a:gdLst/>
              <a:ahLst/>
              <a:cxnLst/>
              <a:rect l="l" t="t" r="r" b="b"/>
              <a:pathLst>
                <a:path w="714000" h="315000" extrusionOk="0">
                  <a:moveTo>
                    <a:pt x="28000" y="0"/>
                  </a:moveTo>
                  <a:lnTo>
                    <a:pt x="686000" y="0"/>
                  </a:lnTo>
                  <a:cubicBezTo>
                    <a:pt x="701456" y="0"/>
                    <a:pt x="714000" y="12544"/>
                    <a:pt x="714000" y="28000"/>
                  </a:cubicBezTo>
                  <a:lnTo>
                    <a:pt x="714000" y="287000"/>
                  </a:lnTo>
                  <a:cubicBezTo>
                    <a:pt x="714000" y="302456"/>
                    <a:pt x="701456" y="315000"/>
                    <a:pt x="686000" y="315000"/>
                  </a:cubicBezTo>
                  <a:lnTo>
                    <a:pt x="28000" y="315000"/>
                  </a:lnTo>
                  <a:cubicBezTo>
                    <a:pt x="12544" y="315000"/>
                    <a:pt x="0" y="302456"/>
                    <a:pt x="0" y="287000"/>
                  </a:cubicBezTo>
                  <a:lnTo>
                    <a:pt x="0" y="28000"/>
                  </a:lnTo>
                  <a:cubicBezTo>
                    <a:pt x="0" y="12544"/>
                    <a:pt x="12544" y="0"/>
                    <a:pt x="28000" y="0"/>
                  </a:cubicBezTo>
                  <a:close/>
                </a:path>
                <a:path w="714000" h="315000" fill="none" extrusionOk="0">
                  <a:moveTo>
                    <a:pt x="28000" y="0"/>
                  </a:moveTo>
                  <a:lnTo>
                    <a:pt x="686000" y="0"/>
                  </a:lnTo>
                  <a:cubicBezTo>
                    <a:pt x="701456" y="0"/>
                    <a:pt x="714000" y="12544"/>
                    <a:pt x="714000" y="28000"/>
                  </a:cubicBezTo>
                  <a:lnTo>
                    <a:pt x="714000" y="287000"/>
                  </a:lnTo>
                  <a:cubicBezTo>
                    <a:pt x="714000" y="302456"/>
                    <a:pt x="701456" y="315000"/>
                    <a:pt x="686000" y="315000"/>
                  </a:cubicBezTo>
                  <a:lnTo>
                    <a:pt x="28000" y="315000"/>
                  </a:lnTo>
                  <a:cubicBezTo>
                    <a:pt x="12544" y="315000"/>
                    <a:pt x="0" y="302456"/>
                    <a:pt x="0" y="287000"/>
                  </a:cubicBezTo>
                  <a:lnTo>
                    <a:pt x="0" y="28000"/>
                  </a:lnTo>
                  <a:cubicBezTo>
                    <a:pt x="0" y="12544"/>
                    <a:pt x="12544" y="0"/>
                    <a:pt x="28000" y="0"/>
                  </a:cubicBezTo>
                  <a:close/>
                </a:path>
              </a:pathLst>
            </a:custGeom>
            <a:solidFill>
              <a:srgbClr val="FFFFFF"/>
            </a:solidFill>
            <a:ln w="14000" cap="flat" cmpd="sng">
              <a:solidFill>
                <a:srgbClr val="454545"/>
              </a:solidFill>
              <a:prstDash val="solid"/>
              <a:round/>
              <a:headEnd type="none" w="sm" len="sm"/>
              <a:tailEnd type="none" w="sm" len="sm"/>
            </a:ln>
          </p:spPr>
          <p:txBody>
            <a:bodyPr spcFirstLastPara="1" wrap="square" lIns="38100" tIns="38100" rIns="38100" bIns="38100" anchor="ctr" anchorCtr="0">
              <a:noAutofit/>
            </a:bodyPr>
            <a:lstStyle/>
            <a:p>
              <a:pPr marL="0" marR="0" lvl="0" indent="0" algn="ctr" rtl="0">
                <a:spcBef>
                  <a:spcPts val="0"/>
                </a:spcBef>
                <a:spcAft>
                  <a:spcPts val="0"/>
                </a:spcAft>
                <a:buNone/>
              </a:pPr>
              <a:r>
                <a:rPr lang="vi-VN" sz="980" b="1" i="0" u="none" strike="noStrike" cap="none">
                  <a:solidFill>
                    <a:srgbClr val="303030"/>
                  </a:solidFill>
                  <a:latin typeface="Arial" panose="020B0704020202020204"/>
                  <a:ea typeface="Arial" panose="020B0704020202020204"/>
                  <a:cs typeface="Arial" panose="020B0704020202020204"/>
                  <a:sym typeface="Arial" panose="020B0704020202020204"/>
                </a:rPr>
                <a:t>Chu kì</a:t>
              </a:r>
              <a:endParaRPr lang="vi-VN" sz="980" b="1" i="0" u="none" strike="noStrike" cap="none">
                <a:solidFill>
                  <a:srgbClr val="303030"/>
                </a:solidFill>
                <a:latin typeface="Arial" panose="020B0704020202020204"/>
                <a:ea typeface="Arial" panose="020B0704020202020204"/>
                <a:cs typeface="Arial" panose="020B0704020202020204"/>
                <a:sym typeface="Arial" panose="020B0704020202020204"/>
              </a:endParaRPr>
            </a:p>
          </p:txBody>
        </p:sp>
        <p:sp>
          <p:nvSpPr>
            <p:cNvPr id="194" name="Google Shape;194;p26"/>
            <p:cNvSpPr/>
            <p:nvPr/>
          </p:nvSpPr>
          <p:spPr>
            <a:xfrm>
              <a:off x="7037640" y="3608012"/>
              <a:ext cx="749000" cy="315000"/>
            </a:xfrm>
            <a:custGeom>
              <a:avLst/>
              <a:gdLst/>
              <a:ahLst/>
              <a:cxnLst/>
              <a:rect l="l" t="t" r="r" b="b"/>
              <a:pathLst>
                <a:path w="749000" h="315000" extrusionOk="0">
                  <a:moveTo>
                    <a:pt x="28000" y="0"/>
                  </a:moveTo>
                  <a:lnTo>
                    <a:pt x="721000" y="0"/>
                  </a:lnTo>
                  <a:cubicBezTo>
                    <a:pt x="736456" y="0"/>
                    <a:pt x="749000" y="12544"/>
                    <a:pt x="749000" y="28000"/>
                  </a:cubicBezTo>
                  <a:lnTo>
                    <a:pt x="749000" y="287000"/>
                  </a:lnTo>
                  <a:cubicBezTo>
                    <a:pt x="749000" y="302456"/>
                    <a:pt x="736456" y="315000"/>
                    <a:pt x="721000" y="315000"/>
                  </a:cubicBezTo>
                  <a:lnTo>
                    <a:pt x="28000" y="315000"/>
                  </a:lnTo>
                  <a:cubicBezTo>
                    <a:pt x="12544" y="315000"/>
                    <a:pt x="0" y="302456"/>
                    <a:pt x="0" y="287000"/>
                  </a:cubicBezTo>
                  <a:lnTo>
                    <a:pt x="0" y="28000"/>
                  </a:lnTo>
                  <a:cubicBezTo>
                    <a:pt x="0" y="12544"/>
                    <a:pt x="12544" y="0"/>
                    <a:pt x="28000" y="0"/>
                  </a:cubicBezTo>
                  <a:close/>
                </a:path>
                <a:path w="749000" h="315000" fill="none" extrusionOk="0">
                  <a:moveTo>
                    <a:pt x="28000" y="0"/>
                  </a:moveTo>
                  <a:lnTo>
                    <a:pt x="721000" y="0"/>
                  </a:lnTo>
                  <a:cubicBezTo>
                    <a:pt x="736456" y="0"/>
                    <a:pt x="749000" y="12544"/>
                    <a:pt x="749000" y="28000"/>
                  </a:cubicBezTo>
                  <a:lnTo>
                    <a:pt x="749000" y="287000"/>
                  </a:lnTo>
                  <a:cubicBezTo>
                    <a:pt x="749000" y="302456"/>
                    <a:pt x="736456" y="315000"/>
                    <a:pt x="721000" y="315000"/>
                  </a:cubicBezTo>
                  <a:lnTo>
                    <a:pt x="28000" y="315000"/>
                  </a:lnTo>
                  <a:cubicBezTo>
                    <a:pt x="12544" y="315000"/>
                    <a:pt x="0" y="302456"/>
                    <a:pt x="0" y="287000"/>
                  </a:cubicBezTo>
                  <a:lnTo>
                    <a:pt x="0" y="28000"/>
                  </a:lnTo>
                  <a:cubicBezTo>
                    <a:pt x="0" y="12544"/>
                    <a:pt x="12544" y="0"/>
                    <a:pt x="28000" y="0"/>
                  </a:cubicBezTo>
                  <a:close/>
                </a:path>
              </a:pathLst>
            </a:custGeom>
            <a:solidFill>
              <a:srgbClr val="FFFFFF"/>
            </a:solidFill>
            <a:ln w="14000" cap="flat" cmpd="sng">
              <a:solidFill>
                <a:srgbClr val="454545"/>
              </a:solidFill>
              <a:prstDash val="solid"/>
              <a:round/>
              <a:headEnd type="none" w="sm" len="sm"/>
              <a:tailEnd type="none" w="sm" len="sm"/>
            </a:ln>
          </p:spPr>
          <p:txBody>
            <a:bodyPr spcFirstLastPara="1" wrap="square" lIns="38100" tIns="38100" rIns="38100" bIns="38100" anchor="ctr" anchorCtr="0">
              <a:noAutofit/>
            </a:bodyPr>
            <a:lstStyle/>
            <a:p>
              <a:pPr marL="0" marR="0" lvl="0" indent="0" algn="ctr" rtl="0">
                <a:spcBef>
                  <a:spcPts val="0"/>
                </a:spcBef>
                <a:spcAft>
                  <a:spcPts val="0"/>
                </a:spcAft>
                <a:buNone/>
              </a:pPr>
              <a:r>
                <a:rPr lang="vi-VN" sz="980" b="1" i="0" u="none" strike="noStrike" cap="none">
                  <a:solidFill>
                    <a:srgbClr val="303030"/>
                  </a:solidFill>
                  <a:latin typeface="Arial" panose="020B0704020202020204"/>
                  <a:ea typeface="Arial" panose="020B0704020202020204"/>
                  <a:cs typeface="Arial" panose="020B0704020202020204"/>
                  <a:sym typeface="Arial" panose="020B0704020202020204"/>
                </a:rPr>
                <a:t>Tần số</a:t>
              </a:r>
              <a:endParaRPr lang="vi-VN" sz="980" b="1" i="0" u="none" strike="noStrike" cap="none">
                <a:solidFill>
                  <a:srgbClr val="303030"/>
                </a:solidFill>
                <a:latin typeface="Arial" panose="020B0704020202020204"/>
                <a:ea typeface="Arial" panose="020B0704020202020204"/>
                <a:cs typeface="Arial" panose="020B0704020202020204"/>
                <a:sym typeface="Arial" panose="020B0704020202020204"/>
              </a:endParaRPr>
            </a:p>
          </p:txBody>
        </p:sp>
        <p:sp>
          <p:nvSpPr>
            <p:cNvPr id="195" name="Google Shape;195;p26"/>
            <p:cNvSpPr/>
            <p:nvPr/>
          </p:nvSpPr>
          <p:spPr>
            <a:xfrm>
              <a:off x="7037640" y="4513642"/>
              <a:ext cx="1194158" cy="476000"/>
            </a:xfrm>
            <a:custGeom>
              <a:avLst/>
              <a:gdLst/>
              <a:ahLst/>
              <a:cxnLst/>
              <a:rect l="l" t="t" r="r" b="b"/>
              <a:pathLst>
                <a:path w="1194158" h="476000" extrusionOk="0">
                  <a:moveTo>
                    <a:pt x="28000" y="0"/>
                  </a:moveTo>
                  <a:lnTo>
                    <a:pt x="1166158" y="0"/>
                  </a:lnTo>
                  <a:cubicBezTo>
                    <a:pt x="1181614" y="0"/>
                    <a:pt x="1194158" y="12544"/>
                    <a:pt x="1194158" y="28000"/>
                  </a:cubicBezTo>
                  <a:lnTo>
                    <a:pt x="1194158" y="448000"/>
                  </a:lnTo>
                  <a:cubicBezTo>
                    <a:pt x="1194158" y="463456"/>
                    <a:pt x="1181614" y="476000"/>
                    <a:pt x="1166158" y="476000"/>
                  </a:cubicBezTo>
                  <a:lnTo>
                    <a:pt x="28000" y="476000"/>
                  </a:lnTo>
                  <a:cubicBezTo>
                    <a:pt x="12544" y="476000"/>
                    <a:pt x="0" y="463456"/>
                    <a:pt x="0" y="448000"/>
                  </a:cubicBezTo>
                  <a:lnTo>
                    <a:pt x="0" y="28000"/>
                  </a:lnTo>
                  <a:cubicBezTo>
                    <a:pt x="0" y="12544"/>
                    <a:pt x="12544" y="0"/>
                    <a:pt x="28000" y="0"/>
                  </a:cubicBezTo>
                  <a:close/>
                </a:path>
                <a:path w="1194158" h="476000" fill="none" extrusionOk="0">
                  <a:moveTo>
                    <a:pt x="28000" y="0"/>
                  </a:moveTo>
                  <a:lnTo>
                    <a:pt x="1166158" y="0"/>
                  </a:lnTo>
                  <a:cubicBezTo>
                    <a:pt x="1181614" y="0"/>
                    <a:pt x="1194158" y="12544"/>
                    <a:pt x="1194158" y="28000"/>
                  </a:cubicBezTo>
                  <a:lnTo>
                    <a:pt x="1194158" y="448000"/>
                  </a:lnTo>
                  <a:cubicBezTo>
                    <a:pt x="1194158" y="463456"/>
                    <a:pt x="1181614" y="476000"/>
                    <a:pt x="1166158" y="476000"/>
                  </a:cubicBezTo>
                  <a:lnTo>
                    <a:pt x="28000" y="476000"/>
                  </a:lnTo>
                  <a:cubicBezTo>
                    <a:pt x="12544" y="476000"/>
                    <a:pt x="0" y="463456"/>
                    <a:pt x="0" y="448000"/>
                  </a:cubicBezTo>
                  <a:lnTo>
                    <a:pt x="0" y="28000"/>
                  </a:lnTo>
                  <a:cubicBezTo>
                    <a:pt x="0" y="12544"/>
                    <a:pt x="12544" y="0"/>
                    <a:pt x="28000" y="0"/>
                  </a:cubicBezTo>
                  <a:close/>
                </a:path>
              </a:pathLst>
            </a:custGeom>
            <a:solidFill>
              <a:srgbClr val="FFFFFF"/>
            </a:solidFill>
            <a:ln w="14000" cap="flat" cmpd="sng">
              <a:solidFill>
                <a:srgbClr val="454545"/>
              </a:solidFill>
              <a:prstDash val="solid"/>
              <a:round/>
              <a:headEnd type="none" w="sm" len="sm"/>
              <a:tailEnd type="none" w="sm" len="sm"/>
            </a:ln>
          </p:spPr>
          <p:txBody>
            <a:bodyPr spcFirstLastPara="1" wrap="square" lIns="38100" tIns="38100" rIns="38100" bIns="38100" anchor="ctr" anchorCtr="0">
              <a:noAutofit/>
            </a:bodyPr>
            <a:lstStyle/>
            <a:p>
              <a:pPr marL="0" marR="0" lvl="0" indent="0" algn="ctr" rtl="0">
                <a:spcBef>
                  <a:spcPts val="0"/>
                </a:spcBef>
                <a:spcAft>
                  <a:spcPts val="0"/>
                </a:spcAft>
                <a:buNone/>
              </a:pPr>
              <a:r>
                <a:rPr lang="vi-VN" sz="980" b="1" i="0" u="none" strike="noStrike" cap="none">
                  <a:solidFill>
                    <a:srgbClr val="303030"/>
                  </a:solidFill>
                  <a:latin typeface="Arial" panose="020B0704020202020204"/>
                  <a:ea typeface="Arial" panose="020B0704020202020204"/>
                  <a:cs typeface="Arial" panose="020B0704020202020204"/>
                  <a:sym typeface="Arial" panose="020B0704020202020204"/>
                </a:rPr>
                <a:t>Phương trình dao động</a:t>
              </a:r>
              <a:endParaRPr lang="vi-VN" sz="980" b="1" i="0" u="none" strike="noStrike" cap="none">
                <a:solidFill>
                  <a:srgbClr val="303030"/>
                </a:solidFill>
                <a:latin typeface="Arial" panose="020B0704020202020204"/>
                <a:ea typeface="Arial" panose="020B0704020202020204"/>
                <a:cs typeface="Arial" panose="020B0704020202020204"/>
                <a:sym typeface="Arial" panose="020B0704020202020204"/>
              </a:endParaRPr>
            </a:p>
          </p:txBody>
        </p:sp>
        <p:sp>
          <p:nvSpPr>
            <p:cNvPr id="196" name="Google Shape;196;p26"/>
            <p:cNvSpPr/>
            <p:nvPr/>
          </p:nvSpPr>
          <p:spPr>
            <a:xfrm>
              <a:off x="3618560" y="1628493"/>
              <a:ext cx="987000" cy="476000"/>
            </a:xfrm>
            <a:custGeom>
              <a:avLst/>
              <a:gdLst/>
              <a:ahLst/>
              <a:cxnLst/>
              <a:rect l="l" t="t" r="r" b="b"/>
              <a:pathLst>
                <a:path w="987000" h="476000" extrusionOk="0">
                  <a:moveTo>
                    <a:pt x="28000" y="0"/>
                  </a:moveTo>
                  <a:lnTo>
                    <a:pt x="959000" y="0"/>
                  </a:lnTo>
                  <a:cubicBezTo>
                    <a:pt x="974456" y="0"/>
                    <a:pt x="987000" y="12544"/>
                    <a:pt x="987000" y="28000"/>
                  </a:cubicBezTo>
                  <a:lnTo>
                    <a:pt x="987000" y="448000"/>
                  </a:lnTo>
                  <a:cubicBezTo>
                    <a:pt x="987000" y="463456"/>
                    <a:pt x="974456" y="476000"/>
                    <a:pt x="959000" y="476000"/>
                  </a:cubicBezTo>
                  <a:lnTo>
                    <a:pt x="28000" y="476000"/>
                  </a:lnTo>
                  <a:cubicBezTo>
                    <a:pt x="12544" y="476000"/>
                    <a:pt x="0" y="463456"/>
                    <a:pt x="0" y="448000"/>
                  </a:cubicBezTo>
                  <a:lnTo>
                    <a:pt x="0" y="28000"/>
                  </a:lnTo>
                  <a:cubicBezTo>
                    <a:pt x="0" y="12544"/>
                    <a:pt x="12544" y="0"/>
                    <a:pt x="28000" y="0"/>
                  </a:cubicBezTo>
                  <a:close/>
                </a:path>
                <a:path w="987000" h="476000" fill="none" extrusionOk="0">
                  <a:moveTo>
                    <a:pt x="28000" y="0"/>
                  </a:moveTo>
                  <a:lnTo>
                    <a:pt x="959000" y="0"/>
                  </a:lnTo>
                  <a:cubicBezTo>
                    <a:pt x="974456" y="0"/>
                    <a:pt x="987000" y="12544"/>
                    <a:pt x="987000" y="28000"/>
                  </a:cubicBezTo>
                  <a:lnTo>
                    <a:pt x="987000" y="448000"/>
                  </a:lnTo>
                  <a:cubicBezTo>
                    <a:pt x="987000" y="463456"/>
                    <a:pt x="974456" y="476000"/>
                    <a:pt x="959000" y="476000"/>
                  </a:cubicBezTo>
                  <a:lnTo>
                    <a:pt x="28000" y="476000"/>
                  </a:lnTo>
                  <a:cubicBezTo>
                    <a:pt x="12544" y="476000"/>
                    <a:pt x="0" y="463456"/>
                    <a:pt x="0" y="448000"/>
                  </a:cubicBezTo>
                  <a:lnTo>
                    <a:pt x="0" y="28000"/>
                  </a:lnTo>
                  <a:cubicBezTo>
                    <a:pt x="0" y="12544"/>
                    <a:pt x="12544" y="0"/>
                    <a:pt x="28000" y="0"/>
                  </a:cubicBezTo>
                  <a:close/>
                </a:path>
              </a:pathLst>
            </a:custGeom>
            <a:solidFill>
              <a:srgbClr val="FFFFFF"/>
            </a:solidFill>
            <a:ln w="14000" cap="flat" cmpd="sng">
              <a:solidFill>
                <a:srgbClr val="454545"/>
              </a:solidFill>
              <a:prstDash val="solid"/>
              <a:round/>
              <a:headEnd type="none" w="sm" len="sm"/>
              <a:tailEnd type="none" w="sm" len="sm"/>
            </a:ln>
          </p:spPr>
          <p:txBody>
            <a:bodyPr spcFirstLastPara="1" wrap="square" lIns="38100" tIns="38100" rIns="38100" bIns="38100" anchor="ctr" anchorCtr="0">
              <a:noAutofit/>
            </a:bodyPr>
            <a:lstStyle/>
            <a:p>
              <a:pPr marL="0" marR="0" lvl="0" indent="0" algn="ctr" rtl="0">
                <a:spcBef>
                  <a:spcPts val="0"/>
                </a:spcBef>
                <a:spcAft>
                  <a:spcPts val="0"/>
                </a:spcAft>
                <a:buNone/>
              </a:pPr>
              <a:r>
                <a:rPr lang="vi-VN" sz="980" b="1" i="0" u="none" strike="noStrike" cap="none">
                  <a:solidFill>
                    <a:srgbClr val="303030"/>
                  </a:solidFill>
                  <a:latin typeface="Arial" panose="020B0704020202020204"/>
                  <a:ea typeface="Arial" panose="020B0704020202020204"/>
                  <a:cs typeface="Arial" panose="020B0704020202020204"/>
                  <a:sym typeface="Arial" panose="020B0704020202020204"/>
                </a:rPr>
                <a:t>Vận tốc và gia tốc</a:t>
              </a:r>
              <a:endParaRPr lang="vi-VN" sz="980" b="1" i="0" u="none" strike="noStrike" cap="none">
                <a:solidFill>
                  <a:srgbClr val="303030"/>
                </a:solidFill>
                <a:latin typeface="Arial" panose="020B0704020202020204"/>
                <a:ea typeface="Arial" panose="020B0704020202020204"/>
                <a:cs typeface="Arial" panose="020B0704020202020204"/>
                <a:sym typeface="Arial" panose="020B0704020202020204"/>
              </a:endParaRPr>
            </a:p>
          </p:txBody>
        </p:sp>
        <p:sp>
          <p:nvSpPr>
            <p:cNvPr id="197" name="Google Shape;197;p26"/>
            <p:cNvSpPr/>
            <p:nvPr/>
          </p:nvSpPr>
          <p:spPr>
            <a:xfrm>
              <a:off x="1903161" y="2335493"/>
              <a:ext cx="2702399" cy="592421"/>
            </a:xfrm>
            <a:custGeom>
              <a:avLst/>
              <a:gdLst/>
              <a:ahLst/>
              <a:cxnLst/>
              <a:rect l="l" t="t" r="r" b="b"/>
              <a:pathLst>
                <a:path w="2702399" h="592421" extrusionOk="0">
                  <a:moveTo>
                    <a:pt x="28000" y="0"/>
                  </a:moveTo>
                  <a:lnTo>
                    <a:pt x="2674399" y="0"/>
                  </a:lnTo>
                  <a:cubicBezTo>
                    <a:pt x="2689855" y="0"/>
                    <a:pt x="2702399" y="12544"/>
                    <a:pt x="2702399" y="28000"/>
                  </a:cubicBezTo>
                  <a:lnTo>
                    <a:pt x="2702399" y="564421"/>
                  </a:lnTo>
                  <a:cubicBezTo>
                    <a:pt x="2702399" y="579877"/>
                    <a:pt x="2689855" y="592421"/>
                    <a:pt x="2674399" y="592421"/>
                  </a:cubicBezTo>
                  <a:lnTo>
                    <a:pt x="28000" y="592421"/>
                  </a:lnTo>
                  <a:cubicBezTo>
                    <a:pt x="12544" y="592421"/>
                    <a:pt x="0" y="579877"/>
                    <a:pt x="0" y="564421"/>
                  </a:cubicBezTo>
                  <a:lnTo>
                    <a:pt x="0" y="28000"/>
                  </a:lnTo>
                  <a:cubicBezTo>
                    <a:pt x="0" y="12544"/>
                    <a:pt x="12544" y="0"/>
                    <a:pt x="28000" y="0"/>
                  </a:cubicBezTo>
                  <a:close/>
                </a:path>
                <a:path w="2702399" h="592421" fill="none" extrusionOk="0">
                  <a:moveTo>
                    <a:pt x="28000" y="0"/>
                  </a:moveTo>
                  <a:lnTo>
                    <a:pt x="2674399" y="0"/>
                  </a:lnTo>
                  <a:cubicBezTo>
                    <a:pt x="2689855" y="0"/>
                    <a:pt x="2702399" y="12544"/>
                    <a:pt x="2702399" y="28000"/>
                  </a:cubicBezTo>
                  <a:lnTo>
                    <a:pt x="2702399" y="564421"/>
                  </a:lnTo>
                  <a:cubicBezTo>
                    <a:pt x="2702399" y="579877"/>
                    <a:pt x="2689855" y="592421"/>
                    <a:pt x="2674399" y="592421"/>
                  </a:cubicBezTo>
                  <a:lnTo>
                    <a:pt x="28000" y="592421"/>
                  </a:lnTo>
                  <a:cubicBezTo>
                    <a:pt x="12544" y="592421"/>
                    <a:pt x="0" y="579877"/>
                    <a:pt x="0" y="564421"/>
                  </a:cubicBezTo>
                  <a:lnTo>
                    <a:pt x="0" y="28000"/>
                  </a:lnTo>
                  <a:cubicBezTo>
                    <a:pt x="0" y="12544"/>
                    <a:pt x="12544" y="0"/>
                    <a:pt x="28000" y="0"/>
                  </a:cubicBezTo>
                  <a:close/>
                </a:path>
              </a:pathLst>
            </a:custGeom>
            <a:solidFill>
              <a:srgbClr val="FFFFFF"/>
            </a:solidFill>
            <a:ln w="14000" cap="flat" cmpd="sng">
              <a:solidFill>
                <a:srgbClr val="454545"/>
              </a:solidFill>
              <a:prstDash val="solid"/>
              <a:round/>
              <a:headEnd type="none" w="sm" len="sm"/>
              <a:tailEnd type="none" w="sm" len="sm"/>
            </a:ln>
          </p:spPr>
          <p:txBody>
            <a:bodyPr spcFirstLastPara="1" wrap="square" lIns="38100" tIns="38100" rIns="38100" bIns="38100" anchor="ctr" anchorCtr="0">
              <a:noAutofit/>
            </a:bodyPr>
            <a:lstStyle/>
            <a:p>
              <a:pPr marL="0" marR="0" lvl="0" indent="0" algn="ctr" rtl="0">
                <a:spcBef>
                  <a:spcPts val="0"/>
                </a:spcBef>
                <a:spcAft>
                  <a:spcPts val="0"/>
                </a:spcAft>
                <a:buNone/>
              </a:pPr>
              <a:r>
                <a:rPr lang="vi-VN" sz="980" b="1" i="0" u="none" strike="noStrike" cap="none">
                  <a:solidFill>
                    <a:srgbClr val="303030"/>
                  </a:solidFill>
                  <a:latin typeface="Arial" panose="020B0704020202020204"/>
                  <a:ea typeface="Arial" panose="020B0704020202020204"/>
                  <a:cs typeface="Arial" panose="020B0704020202020204"/>
                  <a:sym typeface="Arial" panose="020B0704020202020204"/>
                </a:rPr>
                <a:t>Động năng</a:t>
              </a:r>
              <a:endParaRPr lang="vi-VN" sz="980" b="1" i="0" u="none" strike="noStrike" cap="none">
                <a:solidFill>
                  <a:srgbClr val="303030"/>
                </a:solidFill>
                <a:latin typeface="Arial" panose="020B0704020202020204"/>
                <a:ea typeface="Arial" panose="020B0704020202020204"/>
                <a:cs typeface="Arial" panose="020B0704020202020204"/>
                <a:sym typeface="Arial" panose="020B0704020202020204"/>
              </a:endParaRPr>
            </a:p>
          </p:txBody>
        </p:sp>
        <p:pic>
          <p:nvPicPr>
            <p:cNvPr id="198" name="Google Shape;198;p26"/>
            <p:cNvPicPr preferRelativeResize="0"/>
            <p:nvPr/>
          </p:nvPicPr>
          <p:blipFill rotWithShape="1">
            <a:blip r:embed="rId1"/>
            <a:srcRect/>
            <a:stretch>
              <a:fillRect/>
            </a:stretch>
          </p:blipFill>
          <p:spPr>
            <a:xfrm>
              <a:off x="2032661" y="2387993"/>
              <a:ext cx="1666399" cy="487421"/>
            </a:xfrm>
            <a:prstGeom prst="rect">
              <a:avLst/>
            </a:prstGeom>
            <a:noFill/>
            <a:ln>
              <a:noFill/>
            </a:ln>
          </p:spPr>
        </p:pic>
        <p:sp>
          <p:nvSpPr>
            <p:cNvPr id="199" name="Google Shape;199;p26"/>
            <p:cNvSpPr/>
            <p:nvPr/>
          </p:nvSpPr>
          <p:spPr>
            <a:xfrm>
              <a:off x="2278550" y="3549000"/>
              <a:ext cx="2327010" cy="348076"/>
            </a:xfrm>
            <a:custGeom>
              <a:avLst/>
              <a:gdLst/>
              <a:ahLst/>
              <a:cxnLst/>
              <a:rect l="l" t="t" r="r" b="b"/>
              <a:pathLst>
                <a:path w="2327010" h="348076" extrusionOk="0">
                  <a:moveTo>
                    <a:pt x="28000" y="0"/>
                  </a:moveTo>
                  <a:lnTo>
                    <a:pt x="2299010" y="0"/>
                  </a:lnTo>
                  <a:cubicBezTo>
                    <a:pt x="2314466" y="0"/>
                    <a:pt x="2327010" y="12544"/>
                    <a:pt x="2327010" y="28000"/>
                  </a:cubicBezTo>
                  <a:lnTo>
                    <a:pt x="2327010" y="320076"/>
                  </a:lnTo>
                  <a:cubicBezTo>
                    <a:pt x="2327010" y="335532"/>
                    <a:pt x="2314466" y="348076"/>
                    <a:pt x="2299010" y="348076"/>
                  </a:cubicBezTo>
                  <a:lnTo>
                    <a:pt x="28000" y="348076"/>
                  </a:lnTo>
                  <a:cubicBezTo>
                    <a:pt x="12544" y="348076"/>
                    <a:pt x="0" y="335532"/>
                    <a:pt x="0" y="320076"/>
                  </a:cubicBezTo>
                  <a:lnTo>
                    <a:pt x="0" y="28000"/>
                  </a:lnTo>
                  <a:cubicBezTo>
                    <a:pt x="0" y="12544"/>
                    <a:pt x="12544" y="0"/>
                    <a:pt x="28000" y="0"/>
                  </a:cubicBezTo>
                  <a:close/>
                </a:path>
                <a:path w="2327010" h="348076" fill="none" extrusionOk="0">
                  <a:moveTo>
                    <a:pt x="28000" y="0"/>
                  </a:moveTo>
                  <a:lnTo>
                    <a:pt x="2299010" y="0"/>
                  </a:lnTo>
                  <a:cubicBezTo>
                    <a:pt x="2314466" y="0"/>
                    <a:pt x="2327010" y="12544"/>
                    <a:pt x="2327010" y="28000"/>
                  </a:cubicBezTo>
                  <a:lnTo>
                    <a:pt x="2327010" y="320076"/>
                  </a:lnTo>
                  <a:cubicBezTo>
                    <a:pt x="2327010" y="335532"/>
                    <a:pt x="2314466" y="348076"/>
                    <a:pt x="2299010" y="348076"/>
                  </a:cubicBezTo>
                  <a:lnTo>
                    <a:pt x="28000" y="348076"/>
                  </a:lnTo>
                  <a:cubicBezTo>
                    <a:pt x="12544" y="348076"/>
                    <a:pt x="0" y="335532"/>
                    <a:pt x="0" y="320076"/>
                  </a:cubicBezTo>
                  <a:lnTo>
                    <a:pt x="0" y="28000"/>
                  </a:lnTo>
                  <a:cubicBezTo>
                    <a:pt x="0" y="12544"/>
                    <a:pt x="12544" y="0"/>
                    <a:pt x="28000" y="0"/>
                  </a:cubicBezTo>
                  <a:close/>
                </a:path>
              </a:pathLst>
            </a:custGeom>
            <a:solidFill>
              <a:srgbClr val="FFFFFF"/>
            </a:solidFill>
            <a:ln w="14000" cap="flat" cmpd="sng">
              <a:solidFill>
                <a:srgbClr val="454545"/>
              </a:solidFill>
              <a:prstDash val="solid"/>
              <a:round/>
              <a:headEnd type="none" w="sm" len="sm"/>
              <a:tailEnd type="none" w="sm" len="sm"/>
            </a:ln>
          </p:spPr>
          <p:txBody>
            <a:bodyPr spcFirstLastPara="1" wrap="square" lIns="38100" tIns="38100" rIns="38100" bIns="38100" anchor="ctr" anchorCtr="0">
              <a:noAutofit/>
            </a:bodyPr>
            <a:lstStyle/>
            <a:p>
              <a:pPr marL="0" marR="0" lvl="0" indent="0" algn="ctr" rtl="0">
                <a:spcBef>
                  <a:spcPts val="0"/>
                </a:spcBef>
                <a:spcAft>
                  <a:spcPts val="0"/>
                </a:spcAft>
                <a:buNone/>
              </a:pPr>
              <a:r>
                <a:rPr lang="vi-VN" sz="980" b="1" i="0" u="none" strike="noStrike" cap="none">
                  <a:solidFill>
                    <a:srgbClr val="303030"/>
                  </a:solidFill>
                  <a:latin typeface="Arial" panose="020B0704020202020204"/>
                  <a:ea typeface="Arial" panose="020B0704020202020204"/>
                  <a:cs typeface="Arial" panose="020B0704020202020204"/>
                  <a:sym typeface="Arial" panose="020B0704020202020204"/>
                </a:rPr>
                <a:t>Thế năng</a:t>
              </a:r>
              <a:endParaRPr lang="vi-VN" sz="980" b="1" i="0" u="none" strike="noStrike" cap="none">
                <a:solidFill>
                  <a:srgbClr val="303030"/>
                </a:solidFill>
                <a:latin typeface="Arial" panose="020B0704020202020204"/>
                <a:ea typeface="Arial" panose="020B0704020202020204"/>
                <a:cs typeface="Arial" panose="020B0704020202020204"/>
                <a:sym typeface="Arial" panose="020B0704020202020204"/>
              </a:endParaRPr>
            </a:p>
          </p:txBody>
        </p:sp>
        <p:pic>
          <p:nvPicPr>
            <p:cNvPr id="200" name="Google Shape;200;p26"/>
            <p:cNvPicPr preferRelativeResize="0"/>
            <p:nvPr/>
          </p:nvPicPr>
          <p:blipFill rotWithShape="1">
            <a:blip r:embed="rId2"/>
            <a:srcRect/>
            <a:stretch>
              <a:fillRect/>
            </a:stretch>
          </p:blipFill>
          <p:spPr>
            <a:xfrm>
              <a:off x="2408051" y="3601500"/>
              <a:ext cx="1389010" cy="243076"/>
            </a:xfrm>
            <a:prstGeom prst="rect">
              <a:avLst/>
            </a:prstGeom>
            <a:noFill/>
            <a:ln>
              <a:noFill/>
            </a:ln>
          </p:spPr>
        </p:pic>
        <p:sp>
          <p:nvSpPr>
            <p:cNvPr id="201" name="Google Shape;201;p26"/>
            <p:cNvSpPr/>
            <p:nvPr/>
          </p:nvSpPr>
          <p:spPr>
            <a:xfrm>
              <a:off x="2414987" y="4233422"/>
              <a:ext cx="2190573" cy="396157"/>
            </a:xfrm>
            <a:custGeom>
              <a:avLst/>
              <a:gdLst/>
              <a:ahLst/>
              <a:cxnLst/>
              <a:rect l="l" t="t" r="r" b="b"/>
              <a:pathLst>
                <a:path w="2190573" h="396157" extrusionOk="0">
                  <a:moveTo>
                    <a:pt x="28000" y="0"/>
                  </a:moveTo>
                  <a:lnTo>
                    <a:pt x="2162573" y="0"/>
                  </a:lnTo>
                  <a:cubicBezTo>
                    <a:pt x="2178029" y="0"/>
                    <a:pt x="2190573" y="12544"/>
                    <a:pt x="2190573" y="28000"/>
                  </a:cubicBezTo>
                  <a:lnTo>
                    <a:pt x="2190573" y="368157"/>
                  </a:lnTo>
                  <a:cubicBezTo>
                    <a:pt x="2190573" y="383613"/>
                    <a:pt x="2178029" y="396157"/>
                    <a:pt x="2162573" y="396157"/>
                  </a:cubicBezTo>
                  <a:lnTo>
                    <a:pt x="28000" y="396157"/>
                  </a:lnTo>
                  <a:cubicBezTo>
                    <a:pt x="12544" y="396157"/>
                    <a:pt x="0" y="383613"/>
                    <a:pt x="0" y="368157"/>
                  </a:cubicBezTo>
                  <a:lnTo>
                    <a:pt x="0" y="28000"/>
                  </a:lnTo>
                  <a:cubicBezTo>
                    <a:pt x="0" y="12544"/>
                    <a:pt x="12544" y="0"/>
                    <a:pt x="28000" y="0"/>
                  </a:cubicBezTo>
                  <a:close/>
                </a:path>
                <a:path w="2190573" h="396157" fill="none" extrusionOk="0">
                  <a:moveTo>
                    <a:pt x="28000" y="0"/>
                  </a:moveTo>
                  <a:lnTo>
                    <a:pt x="2162573" y="0"/>
                  </a:lnTo>
                  <a:cubicBezTo>
                    <a:pt x="2178029" y="0"/>
                    <a:pt x="2190573" y="12544"/>
                    <a:pt x="2190573" y="28000"/>
                  </a:cubicBezTo>
                  <a:lnTo>
                    <a:pt x="2190573" y="368157"/>
                  </a:lnTo>
                  <a:cubicBezTo>
                    <a:pt x="2190573" y="383613"/>
                    <a:pt x="2178029" y="396157"/>
                    <a:pt x="2162573" y="396157"/>
                  </a:cubicBezTo>
                  <a:lnTo>
                    <a:pt x="28000" y="396157"/>
                  </a:lnTo>
                  <a:cubicBezTo>
                    <a:pt x="12544" y="396157"/>
                    <a:pt x="0" y="383613"/>
                    <a:pt x="0" y="368157"/>
                  </a:cubicBezTo>
                  <a:lnTo>
                    <a:pt x="0" y="28000"/>
                  </a:lnTo>
                  <a:cubicBezTo>
                    <a:pt x="0" y="12544"/>
                    <a:pt x="12544" y="0"/>
                    <a:pt x="28000" y="0"/>
                  </a:cubicBezTo>
                  <a:close/>
                </a:path>
              </a:pathLst>
            </a:custGeom>
            <a:solidFill>
              <a:srgbClr val="FFFFFF"/>
            </a:solidFill>
            <a:ln w="14000" cap="flat" cmpd="sng">
              <a:solidFill>
                <a:srgbClr val="454545"/>
              </a:solidFill>
              <a:prstDash val="solid"/>
              <a:round/>
              <a:headEnd type="none" w="sm" len="sm"/>
              <a:tailEnd type="none" w="sm" len="sm"/>
            </a:ln>
          </p:spPr>
          <p:txBody>
            <a:bodyPr spcFirstLastPara="1" wrap="square" lIns="38100" tIns="38100" rIns="38100" bIns="38100" anchor="ctr" anchorCtr="0">
              <a:noAutofit/>
            </a:bodyPr>
            <a:lstStyle/>
            <a:p>
              <a:pPr marL="0" marR="0" lvl="0" indent="0" algn="ctr" rtl="0">
                <a:spcBef>
                  <a:spcPts val="0"/>
                </a:spcBef>
                <a:spcAft>
                  <a:spcPts val="0"/>
                </a:spcAft>
                <a:buNone/>
              </a:pPr>
              <a:r>
                <a:rPr lang="vi-VN" sz="980" b="1" i="0" u="none" strike="noStrike" cap="none">
                  <a:solidFill>
                    <a:srgbClr val="303030"/>
                  </a:solidFill>
                  <a:latin typeface="Arial" panose="020B0704020202020204"/>
                  <a:ea typeface="Arial" panose="020B0704020202020204"/>
                  <a:cs typeface="Arial" panose="020B0704020202020204"/>
                  <a:sym typeface="Arial" panose="020B0704020202020204"/>
                </a:rPr>
                <a:t>Cơ năng</a:t>
              </a:r>
              <a:endParaRPr lang="vi-VN" sz="980" b="1" i="0" u="none" strike="noStrike" cap="none">
                <a:solidFill>
                  <a:srgbClr val="303030"/>
                </a:solidFill>
                <a:latin typeface="Arial" panose="020B0704020202020204"/>
                <a:ea typeface="Arial" panose="020B0704020202020204"/>
                <a:cs typeface="Arial" panose="020B0704020202020204"/>
                <a:sym typeface="Arial" panose="020B0704020202020204"/>
              </a:endParaRPr>
            </a:p>
          </p:txBody>
        </p:sp>
        <p:pic>
          <p:nvPicPr>
            <p:cNvPr id="202" name="Google Shape;202;p26"/>
            <p:cNvPicPr preferRelativeResize="0"/>
            <p:nvPr/>
          </p:nvPicPr>
          <p:blipFill rotWithShape="1">
            <a:blip r:embed="rId3"/>
            <a:srcRect/>
            <a:stretch>
              <a:fillRect/>
            </a:stretch>
          </p:blipFill>
          <p:spPr>
            <a:xfrm>
              <a:off x="2544483" y="4285922"/>
              <a:ext cx="1308573" cy="291157"/>
            </a:xfrm>
            <a:prstGeom prst="rect">
              <a:avLst/>
            </a:prstGeom>
            <a:noFill/>
            <a:ln>
              <a:noFill/>
            </a:ln>
          </p:spPr>
        </p:pic>
        <p:sp>
          <p:nvSpPr>
            <p:cNvPr id="203" name="Google Shape;203;p26"/>
            <p:cNvSpPr/>
            <p:nvPr/>
          </p:nvSpPr>
          <p:spPr>
            <a:xfrm>
              <a:off x="7926640" y="2000356"/>
              <a:ext cx="1338183" cy="362592"/>
            </a:xfrm>
            <a:custGeom>
              <a:avLst/>
              <a:gdLst/>
              <a:ahLst/>
              <a:cxnLst/>
              <a:rect l="l" t="t" r="r" b="b"/>
              <a:pathLst>
                <a:path w="1338183" h="362592" extrusionOk="0">
                  <a:moveTo>
                    <a:pt x="0" y="0"/>
                  </a:moveTo>
                  <a:lnTo>
                    <a:pt x="1338183" y="0"/>
                  </a:lnTo>
                  <a:lnTo>
                    <a:pt x="1338183" y="362592"/>
                  </a:lnTo>
                  <a:lnTo>
                    <a:pt x="0" y="362592"/>
                  </a:lnTo>
                  <a:lnTo>
                    <a:pt x="0" y="0"/>
                  </a:lnTo>
                  <a:close/>
                </a:path>
                <a:path w="1338183" h="362592" fill="none" extrusionOk="0">
                  <a:moveTo>
                    <a:pt x="0" y="362592"/>
                  </a:moveTo>
                  <a:lnTo>
                    <a:pt x="1338183" y="362592"/>
                  </a:lnTo>
                </a:path>
              </a:pathLst>
            </a:custGeom>
            <a:solidFill>
              <a:srgbClr val="FFFFFF"/>
            </a:solidFill>
            <a:ln w="9525" cap="flat" cmpd="sng">
              <a:solidFill>
                <a:srgbClr val="454545"/>
              </a:solidFill>
              <a:prstDash val="solid"/>
              <a:miter lim="8000"/>
              <a:headEnd type="none" w="sm" len="sm"/>
              <a:tailEnd type="none" w="sm" len="sm"/>
            </a:ln>
          </p:spPr>
          <p:txBody>
            <a:bodyPr spcFirstLastPara="1" wrap="square" lIns="38100" tIns="38100" rIns="38100" bIns="38100" anchor="ctr" anchorCtr="0">
              <a:noAutofit/>
            </a:bodyPr>
            <a:lstStyle/>
            <a:p>
              <a:pPr marL="0" marR="0" lvl="0" indent="0" algn="ctr" rtl="0">
                <a:spcBef>
                  <a:spcPts val="0"/>
                </a:spcBef>
                <a:spcAft>
                  <a:spcPts val="0"/>
                </a:spcAft>
                <a:buNone/>
              </a:pPr>
              <a:r>
                <a:rPr lang="vi-VN" sz="700" b="0" i="0" u="none" strike="noStrike" cap="none">
                  <a:solidFill>
                    <a:srgbClr val="303030"/>
                  </a:solidFill>
                  <a:latin typeface="Arial" panose="020B0704020202020204"/>
                  <a:ea typeface="Arial" panose="020B0704020202020204"/>
                  <a:cs typeface="Arial" panose="020B0704020202020204"/>
                  <a:sym typeface="Arial" panose="020B0704020202020204"/>
                </a:rPr>
                <a:t>Con lắc lò xo</a:t>
              </a:r>
              <a:endParaRPr lang="vi-VN" sz="700" b="0" i="0" u="none" strike="noStrike" cap="none">
                <a:solidFill>
                  <a:srgbClr val="303030"/>
                </a:solidFill>
                <a:latin typeface="Arial" panose="020B0704020202020204"/>
                <a:ea typeface="Arial" panose="020B0704020202020204"/>
                <a:cs typeface="Arial" panose="020B0704020202020204"/>
                <a:sym typeface="Arial" panose="020B0704020202020204"/>
              </a:endParaRPr>
            </a:p>
          </p:txBody>
        </p:sp>
        <p:pic>
          <p:nvPicPr>
            <p:cNvPr id="204" name="Google Shape;204;p26"/>
            <p:cNvPicPr preferRelativeResize="0"/>
            <p:nvPr/>
          </p:nvPicPr>
          <p:blipFill rotWithShape="1">
            <a:blip r:embed="rId4"/>
            <a:srcRect/>
            <a:stretch>
              <a:fillRect/>
            </a:stretch>
          </p:blipFill>
          <p:spPr>
            <a:xfrm>
              <a:off x="8570644" y="2019606"/>
              <a:ext cx="645183" cy="324092"/>
            </a:xfrm>
            <a:prstGeom prst="rect">
              <a:avLst/>
            </a:prstGeom>
            <a:noFill/>
            <a:ln>
              <a:noFill/>
            </a:ln>
          </p:spPr>
        </p:pic>
        <p:sp>
          <p:nvSpPr>
            <p:cNvPr id="205" name="Google Shape;205;p26"/>
            <p:cNvSpPr/>
            <p:nvPr/>
          </p:nvSpPr>
          <p:spPr>
            <a:xfrm>
              <a:off x="7926640" y="2423847"/>
              <a:ext cx="1327669" cy="374893"/>
            </a:xfrm>
            <a:custGeom>
              <a:avLst/>
              <a:gdLst/>
              <a:ahLst/>
              <a:cxnLst/>
              <a:rect l="l" t="t" r="r" b="b"/>
              <a:pathLst>
                <a:path w="1327669" h="374893" extrusionOk="0">
                  <a:moveTo>
                    <a:pt x="0" y="0"/>
                  </a:moveTo>
                  <a:lnTo>
                    <a:pt x="1327669" y="0"/>
                  </a:lnTo>
                  <a:lnTo>
                    <a:pt x="1327669" y="374893"/>
                  </a:lnTo>
                  <a:lnTo>
                    <a:pt x="0" y="374893"/>
                  </a:lnTo>
                  <a:lnTo>
                    <a:pt x="0" y="0"/>
                  </a:lnTo>
                  <a:close/>
                </a:path>
                <a:path w="1327669" h="374893" fill="none" extrusionOk="0">
                  <a:moveTo>
                    <a:pt x="0" y="374893"/>
                  </a:moveTo>
                  <a:lnTo>
                    <a:pt x="1327669" y="374893"/>
                  </a:lnTo>
                </a:path>
              </a:pathLst>
            </a:custGeom>
            <a:solidFill>
              <a:srgbClr val="FFFFFF"/>
            </a:solidFill>
            <a:ln w="9525" cap="flat" cmpd="sng">
              <a:solidFill>
                <a:srgbClr val="454545"/>
              </a:solidFill>
              <a:prstDash val="solid"/>
              <a:miter lim="8000"/>
              <a:headEnd type="none" w="sm" len="sm"/>
              <a:tailEnd type="none" w="sm" len="sm"/>
            </a:ln>
          </p:spPr>
          <p:txBody>
            <a:bodyPr spcFirstLastPara="1" wrap="square" lIns="38100" tIns="38100" rIns="38100" bIns="38100" anchor="ctr" anchorCtr="0">
              <a:noAutofit/>
            </a:bodyPr>
            <a:lstStyle/>
            <a:p>
              <a:pPr marL="0" marR="0" lvl="0" indent="0" algn="ctr" rtl="0">
                <a:spcBef>
                  <a:spcPts val="0"/>
                </a:spcBef>
                <a:spcAft>
                  <a:spcPts val="0"/>
                </a:spcAft>
                <a:buNone/>
              </a:pPr>
              <a:r>
                <a:rPr lang="vi-VN" sz="700" b="0" i="0" u="none" strike="noStrike" cap="none">
                  <a:solidFill>
                    <a:srgbClr val="303030"/>
                  </a:solidFill>
                  <a:latin typeface="Arial" panose="020B0704020202020204"/>
                  <a:ea typeface="Arial" panose="020B0704020202020204"/>
                  <a:cs typeface="Arial" panose="020B0704020202020204"/>
                  <a:sym typeface="Arial" panose="020B0704020202020204"/>
                </a:rPr>
                <a:t>Con lắc đơn</a:t>
              </a:r>
              <a:endParaRPr lang="vi-VN" sz="700" b="0" i="0" u="none" strike="noStrike" cap="none">
                <a:solidFill>
                  <a:srgbClr val="303030"/>
                </a:solidFill>
                <a:latin typeface="Arial" panose="020B0704020202020204"/>
                <a:ea typeface="Arial" panose="020B0704020202020204"/>
                <a:cs typeface="Arial" panose="020B0704020202020204"/>
                <a:sym typeface="Arial" panose="020B0704020202020204"/>
              </a:endParaRPr>
            </a:p>
          </p:txBody>
        </p:sp>
        <p:pic>
          <p:nvPicPr>
            <p:cNvPr id="206" name="Google Shape;206;p26"/>
            <p:cNvPicPr preferRelativeResize="0"/>
            <p:nvPr/>
          </p:nvPicPr>
          <p:blipFill rotWithShape="1">
            <a:blip r:embed="rId5"/>
            <a:srcRect/>
            <a:stretch>
              <a:fillRect/>
            </a:stretch>
          </p:blipFill>
          <p:spPr>
            <a:xfrm>
              <a:off x="8535642" y="2443097"/>
              <a:ext cx="669673" cy="336393"/>
            </a:xfrm>
            <a:prstGeom prst="rect">
              <a:avLst/>
            </a:prstGeom>
            <a:noFill/>
            <a:ln>
              <a:noFill/>
            </a:ln>
          </p:spPr>
        </p:pic>
        <p:sp>
          <p:nvSpPr>
            <p:cNvPr id="207" name="Google Shape;207;p26"/>
            <p:cNvSpPr/>
            <p:nvPr/>
          </p:nvSpPr>
          <p:spPr>
            <a:xfrm>
              <a:off x="7961640" y="3029741"/>
              <a:ext cx="1355970" cy="501038"/>
            </a:xfrm>
            <a:custGeom>
              <a:avLst/>
              <a:gdLst/>
              <a:ahLst/>
              <a:cxnLst/>
              <a:rect l="l" t="t" r="r" b="b"/>
              <a:pathLst>
                <a:path w="1355970" h="501038" extrusionOk="0">
                  <a:moveTo>
                    <a:pt x="0" y="0"/>
                  </a:moveTo>
                  <a:lnTo>
                    <a:pt x="1355970" y="0"/>
                  </a:lnTo>
                  <a:lnTo>
                    <a:pt x="1355970" y="501038"/>
                  </a:lnTo>
                  <a:lnTo>
                    <a:pt x="0" y="501038"/>
                  </a:lnTo>
                  <a:lnTo>
                    <a:pt x="0" y="0"/>
                  </a:lnTo>
                  <a:close/>
                </a:path>
                <a:path w="1355970" h="501038" fill="none" extrusionOk="0">
                  <a:moveTo>
                    <a:pt x="0" y="501038"/>
                  </a:moveTo>
                  <a:lnTo>
                    <a:pt x="1355970" y="501038"/>
                  </a:lnTo>
                </a:path>
              </a:pathLst>
            </a:custGeom>
            <a:solidFill>
              <a:srgbClr val="FFFFFF"/>
            </a:solidFill>
            <a:ln w="9525" cap="flat" cmpd="sng">
              <a:solidFill>
                <a:srgbClr val="454545"/>
              </a:solidFill>
              <a:prstDash val="solid"/>
              <a:miter lim="8000"/>
              <a:headEnd type="none" w="sm" len="sm"/>
              <a:tailEnd type="none" w="sm" len="sm"/>
            </a:ln>
          </p:spPr>
          <p:txBody>
            <a:bodyPr spcFirstLastPara="1" wrap="square" lIns="38100" tIns="38100" rIns="38100" bIns="38100" anchor="ctr" anchorCtr="0">
              <a:noAutofit/>
            </a:bodyPr>
            <a:lstStyle/>
            <a:p>
              <a:pPr marL="0" marR="0" lvl="0" indent="0" algn="ctr" rtl="0">
                <a:spcBef>
                  <a:spcPts val="0"/>
                </a:spcBef>
                <a:spcAft>
                  <a:spcPts val="0"/>
                </a:spcAft>
                <a:buNone/>
              </a:pPr>
              <a:r>
                <a:rPr lang="vi-VN" sz="700" b="0" i="0" u="none" strike="noStrike" cap="none">
                  <a:solidFill>
                    <a:srgbClr val="303030"/>
                  </a:solidFill>
                  <a:latin typeface="Arial" panose="020B0704020202020204"/>
                  <a:ea typeface="Arial" panose="020B0704020202020204"/>
                  <a:cs typeface="Arial" panose="020B0704020202020204"/>
                  <a:sym typeface="Arial" panose="020B0704020202020204"/>
                </a:rPr>
                <a:t>Con lắc lò xo</a:t>
              </a:r>
              <a:endParaRPr lang="vi-VN" sz="700" b="0" i="0" u="none" strike="noStrike" cap="none">
                <a:solidFill>
                  <a:srgbClr val="303030"/>
                </a:solidFill>
                <a:latin typeface="Arial" panose="020B0704020202020204"/>
                <a:ea typeface="Arial" panose="020B0704020202020204"/>
                <a:cs typeface="Arial" panose="020B0704020202020204"/>
                <a:sym typeface="Arial" panose="020B0704020202020204"/>
              </a:endParaRPr>
            </a:p>
          </p:txBody>
        </p:sp>
        <p:pic>
          <p:nvPicPr>
            <p:cNvPr id="208" name="Google Shape;208;p26"/>
            <p:cNvPicPr preferRelativeResize="0"/>
            <p:nvPr/>
          </p:nvPicPr>
          <p:blipFill rotWithShape="1">
            <a:blip r:embed="rId6"/>
            <a:srcRect/>
            <a:stretch>
              <a:fillRect/>
            </a:stretch>
          </p:blipFill>
          <p:spPr>
            <a:xfrm>
              <a:off x="8605640" y="3048991"/>
              <a:ext cx="662971" cy="462538"/>
            </a:xfrm>
            <a:prstGeom prst="rect">
              <a:avLst/>
            </a:prstGeom>
            <a:noFill/>
            <a:ln>
              <a:noFill/>
            </a:ln>
          </p:spPr>
        </p:pic>
        <p:sp>
          <p:nvSpPr>
            <p:cNvPr id="209" name="Google Shape;209;p26"/>
            <p:cNvSpPr/>
            <p:nvPr/>
          </p:nvSpPr>
          <p:spPr>
            <a:xfrm>
              <a:off x="7961640" y="3591678"/>
              <a:ext cx="1394708" cy="408567"/>
            </a:xfrm>
            <a:custGeom>
              <a:avLst/>
              <a:gdLst/>
              <a:ahLst/>
              <a:cxnLst/>
              <a:rect l="l" t="t" r="r" b="b"/>
              <a:pathLst>
                <a:path w="1394708" h="408567" extrusionOk="0">
                  <a:moveTo>
                    <a:pt x="0" y="0"/>
                  </a:moveTo>
                  <a:lnTo>
                    <a:pt x="1394708" y="0"/>
                  </a:lnTo>
                  <a:lnTo>
                    <a:pt x="1394708" y="408567"/>
                  </a:lnTo>
                  <a:lnTo>
                    <a:pt x="0" y="408567"/>
                  </a:lnTo>
                  <a:lnTo>
                    <a:pt x="0" y="0"/>
                  </a:lnTo>
                  <a:close/>
                </a:path>
                <a:path w="1394708" h="408567" fill="none" extrusionOk="0">
                  <a:moveTo>
                    <a:pt x="0" y="408567"/>
                  </a:moveTo>
                  <a:lnTo>
                    <a:pt x="1394708" y="408567"/>
                  </a:lnTo>
                </a:path>
              </a:pathLst>
            </a:custGeom>
            <a:solidFill>
              <a:srgbClr val="FFFFFF"/>
            </a:solidFill>
            <a:ln w="9525" cap="flat" cmpd="sng">
              <a:solidFill>
                <a:srgbClr val="454545"/>
              </a:solidFill>
              <a:prstDash val="solid"/>
              <a:miter lim="8000"/>
              <a:headEnd type="none" w="sm" len="sm"/>
              <a:tailEnd type="none" w="sm" len="sm"/>
            </a:ln>
          </p:spPr>
          <p:txBody>
            <a:bodyPr spcFirstLastPara="1" wrap="square" lIns="38100" tIns="38100" rIns="38100" bIns="38100" anchor="ctr" anchorCtr="0">
              <a:noAutofit/>
            </a:bodyPr>
            <a:lstStyle/>
            <a:p>
              <a:pPr marL="0" marR="0" lvl="0" indent="0" algn="ctr" rtl="0">
                <a:spcBef>
                  <a:spcPts val="0"/>
                </a:spcBef>
                <a:spcAft>
                  <a:spcPts val="0"/>
                </a:spcAft>
                <a:buNone/>
              </a:pPr>
              <a:r>
                <a:rPr lang="vi-VN" sz="700" b="0" i="0" u="none" strike="noStrike" cap="none">
                  <a:solidFill>
                    <a:srgbClr val="303030"/>
                  </a:solidFill>
                  <a:latin typeface="Arial" panose="020B0704020202020204"/>
                  <a:ea typeface="Arial" panose="020B0704020202020204"/>
                  <a:cs typeface="Arial" panose="020B0704020202020204"/>
                  <a:sym typeface="Arial" panose="020B0704020202020204"/>
                </a:rPr>
                <a:t>Con lắc đơn</a:t>
              </a:r>
              <a:endParaRPr lang="vi-VN" sz="700" b="0" i="0" u="none" strike="noStrike" cap="none">
                <a:solidFill>
                  <a:srgbClr val="303030"/>
                </a:solidFill>
                <a:latin typeface="Arial" panose="020B0704020202020204"/>
                <a:ea typeface="Arial" panose="020B0704020202020204"/>
                <a:cs typeface="Arial" panose="020B0704020202020204"/>
                <a:sym typeface="Arial" panose="020B0704020202020204"/>
              </a:endParaRPr>
            </a:p>
          </p:txBody>
        </p:sp>
        <p:pic>
          <p:nvPicPr>
            <p:cNvPr id="210" name="Google Shape;210;p26"/>
            <p:cNvPicPr preferRelativeResize="0"/>
            <p:nvPr/>
          </p:nvPicPr>
          <p:blipFill rotWithShape="1">
            <a:blip r:embed="rId7"/>
            <a:srcRect/>
            <a:stretch>
              <a:fillRect/>
            </a:stretch>
          </p:blipFill>
          <p:spPr>
            <a:xfrm>
              <a:off x="8570641" y="3610928"/>
              <a:ext cx="736708" cy="370067"/>
            </a:xfrm>
            <a:prstGeom prst="rect">
              <a:avLst/>
            </a:prstGeom>
            <a:noFill/>
            <a:ln>
              <a:noFill/>
            </a:ln>
          </p:spPr>
        </p:pic>
        <p:sp>
          <p:nvSpPr>
            <p:cNvPr id="211" name="Google Shape;211;p26"/>
            <p:cNvSpPr/>
            <p:nvPr/>
          </p:nvSpPr>
          <p:spPr>
            <a:xfrm>
              <a:off x="8406798" y="4231245"/>
              <a:ext cx="1746108" cy="235957"/>
            </a:xfrm>
            <a:custGeom>
              <a:avLst/>
              <a:gdLst/>
              <a:ahLst/>
              <a:cxnLst/>
              <a:rect l="l" t="t" r="r" b="b"/>
              <a:pathLst>
                <a:path w="1746108" h="235957" extrusionOk="0">
                  <a:moveTo>
                    <a:pt x="0" y="0"/>
                  </a:moveTo>
                  <a:lnTo>
                    <a:pt x="1746108" y="0"/>
                  </a:lnTo>
                  <a:lnTo>
                    <a:pt x="1746108" y="235957"/>
                  </a:lnTo>
                  <a:lnTo>
                    <a:pt x="0" y="235957"/>
                  </a:lnTo>
                  <a:lnTo>
                    <a:pt x="0" y="0"/>
                  </a:lnTo>
                  <a:close/>
                </a:path>
                <a:path w="1746108" h="235957" fill="none" extrusionOk="0">
                  <a:moveTo>
                    <a:pt x="0" y="235957"/>
                  </a:moveTo>
                  <a:lnTo>
                    <a:pt x="1746108" y="235957"/>
                  </a:lnTo>
                </a:path>
              </a:pathLst>
            </a:custGeom>
            <a:solidFill>
              <a:srgbClr val="FFFFFF"/>
            </a:solidFill>
            <a:ln w="9525" cap="flat" cmpd="sng">
              <a:solidFill>
                <a:srgbClr val="454545"/>
              </a:solidFill>
              <a:prstDash val="solid"/>
              <a:miter lim="8000"/>
              <a:headEnd type="none" w="sm" len="sm"/>
              <a:tailEnd type="none" w="sm" len="sm"/>
            </a:ln>
          </p:spPr>
          <p:txBody>
            <a:bodyPr spcFirstLastPara="1" wrap="square" lIns="38100" tIns="38100" rIns="38100" bIns="38100" anchor="ctr" anchorCtr="0">
              <a:noAutofit/>
            </a:bodyPr>
            <a:lstStyle/>
            <a:p>
              <a:pPr marL="0" marR="0" lvl="0" indent="0" algn="ctr" rtl="0">
                <a:spcBef>
                  <a:spcPts val="0"/>
                </a:spcBef>
                <a:spcAft>
                  <a:spcPts val="0"/>
                </a:spcAft>
                <a:buNone/>
              </a:pPr>
              <a:r>
                <a:rPr lang="vi-VN" sz="700" b="0" i="0" u="none" strike="noStrike" cap="none">
                  <a:solidFill>
                    <a:srgbClr val="303030"/>
                  </a:solidFill>
                  <a:latin typeface="Arial" panose="020B0704020202020204"/>
                  <a:ea typeface="Arial" panose="020B0704020202020204"/>
                  <a:cs typeface="Arial" panose="020B0704020202020204"/>
                  <a:sym typeface="Arial" panose="020B0704020202020204"/>
                </a:rPr>
                <a:t>Con lắc lò xo</a:t>
              </a:r>
              <a:endParaRPr lang="vi-VN" sz="700" b="0" i="0" u="none" strike="noStrike" cap="none">
                <a:solidFill>
                  <a:srgbClr val="303030"/>
                </a:solidFill>
                <a:latin typeface="Arial" panose="020B0704020202020204"/>
                <a:ea typeface="Arial" panose="020B0704020202020204"/>
                <a:cs typeface="Arial" panose="020B0704020202020204"/>
                <a:sym typeface="Arial" panose="020B0704020202020204"/>
              </a:endParaRPr>
            </a:p>
          </p:txBody>
        </p:sp>
        <p:pic>
          <p:nvPicPr>
            <p:cNvPr id="212" name="Google Shape;212;p26"/>
            <p:cNvPicPr preferRelativeResize="0"/>
            <p:nvPr/>
          </p:nvPicPr>
          <p:blipFill rotWithShape="1">
            <a:blip r:embed="rId8"/>
            <a:srcRect/>
            <a:stretch>
              <a:fillRect/>
            </a:stretch>
          </p:blipFill>
          <p:spPr>
            <a:xfrm>
              <a:off x="9050798" y="4250495"/>
              <a:ext cx="1053108" cy="197457"/>
            </a:xfrm>
            <a:prstGeom prst="rect">
              <a:avLst/>
            </a:prstGeom>
            <a:noFill/>
            <a:ln>
              <a:noFill/>
            </a:ln>
          </p:spPr>
        </p:pic>
        <p:sp>
          <p:nvSpPr>
            <p:cNvPr id="213" name="Google Shape;213;p26"/>
            <p:cNvSpPr/>
            <p:nvPr/>
          </p:nvSpPr>
          <p:spPr>
            <a:xfrm>
              <a:off x="8406798" y="4528102"/>
              <a:ext cx="1743504" cy="507979"/>
            </a:xfrm>
            <a:custGeom>
              <a:avLst/>
              <a:gdLst/>
              <a:ahLst/>
              <a:cxnLst/>
              <a:rect l="l" t="t" r="r" b="b"/>
              <a:pathLst>
                <a:path w="1743504" h="507979" extrusionOk="0">
                  <a:moveTo>
                    <a:pt x="0" y="0"/>
                  </a:moveTo>
                  <a:lnTo>
                    <a:pt x="1743504" y="0"/>
                  </a:lnTo>
                  <a:lnTo>
                    <a:pt x="1743504" y="507979"/>
                  </a:lnTo>
                  <a:lnTo>
                    <a:pt x="0" y="507979"/>
                  </a:lnTo>
                  <a:lnTo>
                    <a:pt x="0" y="0"/>
                  </a:lnTo>
                  <a:close/>
                </a:path>
                <a:path w="1743504" h="507979" fill="none" extrusionOk="0">
                  <a:moveTo>
                    <a:pt x="0" y="507979"/>
                  </a:moveTo>
                  <a:lnTo>
                    <a:pt x="1743504" y="507979"/>
                  </a:lnTo>
                </a:path>
              </a:pathLst>
            </a:custGeom>
            <a:solidFill>
              <a:srgbClr val="FFFFFF"/>
            </a:solidFill>
            <a:ln w="9525" cap="flat" cmpd="sng">
              <a:solidFill>
                <a:srgbClr val="454545"/>
              </a:solidFill>
              <a:prstDash val="solid"/>
              <a:miter lim="8000"/>
              <a:headEnd type="none" w="sm" len="sm"/>
              <a:tailEnd type="none" w="sm" len="sm"/>
            </a:ln>
          </p:spPr>
          <p:txBody>
            <a:bodyPr spcFirstLastPara="1" wrap="square" lIns="38100" tIns="38100" rIns="38100" bIns="38100" anchor="ctr" anchorCtr="0">
              <a:noAutofit/>
            </a:bodyPr>
            <a:lstStyle/>
            <a:p>
              <a:pPr marL="0" marR="0" lvl="0" indent="0" algn="ctr" rtl="0">
                <a:spcBef>
                  <a:spcPts val="0"/>
                </a:spcBef>
                <a:spcAft>
                  <a:spcPts val="0"/>
                </a:spcAft>
                <a:buNone/>
              </a:pPr>
              <a:r>
                <a:rPr lang="vi-VN" sz="700" b="0" i="0" u="none" strike="noStrike" cap="none">
                  <a:solidFill>
                    <a:srgbClr val="303030"/>
                  </a:solidFill>
                  <a:latin typeface="Arial" panose="020B0704020202020204"/>
                  <a:ea typeface="Arial" panose="020B0704020202020204"/>
                  <a:cs typeface="Arial" panose="020B0704020202020204"/>
                  <a:sym typeface="Arial" panose="020B0704020202020204"/>
                </a:rPr>
                <a:t>Con lắc đơn</a:t>
              </a:r>
              <a:endParaRPr lang="vi-VN" sz="700" b="0" i="0" u="none" strike="noStrike" cap="none">
                <a:solidFill>
                  <a:srgbClr val="303030"/>
                </a:solidFill>
                <a:latin typeface="Arial" panose="020B0704020202020204"/>
                <a:ea typeface="Arial" panose="020B0704020202020204"/>
                <a:cs typeface="Arial" panose="020B0704020202020204"/>
                <a:sym typeface="Arial" panose="020B0704020202020204"/>
              </a:endParaRPr>
            </a:p>
          </p:txBody>
        </p:sp>
        <p:pic>
          <p:nvPicPr>
            <p:cNvPr id="214" name="Google Shape;214;p26"/>
            <p:cNvPicPr preferRelativeResize="0"/>
            <p:nvPr/>
          </p:nvPicPr>
          <p:blipFill rotWithShape="1">
            <a:blip r:embed="rId9"/>
            <a:srcRect/>
            <a:stretch>
              <a:fillRect/>
            </a:stretch>
          </p:blipFill>
          <p:spPr>
            <a:xfrm>
              <a:off x="9015797" y="4547352"/>
              <a:ext cx="1085504" cy="469480"/>
            </a:xfrm>
            <a:prstGeom prst="rect">
              <a:avLst/>
            </a:prstGeom>
            <a:noFill/>
            <a:ln>
              <a:noFill/>
            </a:ln>
          </p:spPr>
        </p:pic>
        <p:sp>
          <p:nvSpPr>
            <p:cNvPr id="215" name="Google Shape;215;p26"/>
            <p:cNvSpPr/>
            <p:nvPr/>
          </p:nvSpPr>
          <p:spPr>
            <a:xfrm>
              <a:off x="-178100" y="3158914"/>
              <a:ext cx="2281650" cy="284740"/>
            </a:xfrm>
            <a:custGeom>
              <a:avLst/>
              <a:gdLst/>
              <a:ahLst/>
              <a:cxnLst/>
              <a:rect l="l" t="t" r="r" b="b"/>
              <a:pathLst>
                <a:path w="2281650" h="284740" extrusionOk="0">
                  <a:moveTo>
                    <a:pt x="0" y="0"/>
                  </a:moveTo>
                  <a:lnTo>
                    <a:pt x="2281650" y="0"/>
                  </a:lnTo>
                  <a:lnTo>
                    <a:pt x="2281650" y="284740"/>
                  </a:lnTo>
                  <a:lnTo>
                    <a:pt x="0" y="284740"/>
                  </a:lnTo>
                  <a:lnTo>
                    <a:pt x="0" y="0"/>
                  </a:lnTo>
                  <a:close/>
                </a:path>
                <a:path w="2281650" h="284740" fill="none" extrusionOk="0">
                  <a:moveTo>
                    <a:pt x="0" y="284740"/>
                  </a:moveTo>
                  <a:lnTo>
                    <a:pt x="2281650" y="284740"/>
                  </a:lnTo>
                </a:path>
              </a:pathLst>
            </a:custGeom>
            <a:solidFill>
              <a:srgbClr val="FFFFFF"/>
            </a:solidFill>
            <a:ln w="9525" cap="flat" cmpd="sng">
              <a:solidFill>
                <a:srgbClr val="454545"/>
              </a:solidFill>
              <a:prstDash val="solid"/>
              <a:miter lim="8000"/>
              <a:headEnd type="none" w="sm" len="sm"/>
              <a:tailEnd type="none" w="sm" len="sm"/>
            </a:ln>
          </p:spPr>
          <p:txBody>
            <a:bodyPr spcFirstLastPara="1" wrap="square" lIns="38100" tIns="38100" rIns="38100" bIns="38100" anchor="ctr" anchorCtr="0">
              <a:noAutofit/>
            </a:bodyPr>
            <a:lstStyle/>
            <a:p>
              <a:pPr marL="0" marR="0" lvl="0" indent="0" algn="ctr" rtl="0">
                <a:spcBef>
                  <a:spcPts val="0"/>
                </a:spcBef>
                <a:spcAft>
                  <a:spcPts val="0"/>
                </a:spcAft>
                <a:buNone/>
              </a:pPr>
              <a:r>
                <a:rPr lang="vi-VN" sz="700" b="0" i="0" u="none" strike="noStrike" cap="none">
                  <a:solidFill>
                    <a:srgbClr val="303030"/>
                  </a:solidFill>
                  <a:latin typeface="Arial" panose="020B0704020202020204"/>
                  <a:ea typeface="Arial" panose="020B0704020202020204"/>
                  <a:cs typeface="Arial" panose="020B0704020202020204"/>
                  <a:sym typeface="Arial" panose="020B0704020202020204"/>
                </a:rPr>
                <a:t>Con lắc lò xo</a:t>
              </a:r>
              <a:endParaRPr lang="vi-VN" sz="700" b="0" i="0" u="none" strike="noStrike" cap="none">
                <a:solidFill>
                  <a:srgbClr val="303030"/>
                </a:solidFill>
                <a:latin typeface="Arial" panose="020B0704020202020204"/>
                <a:ea typeface="Arial" panose="020B0704020202020204"/>
                <a:cs typeface="Arial" panose="020B0704020202020204"/>
                <a:sym typeface="Arial" panose="020B0704020202020204"/>
              </a:endParaRPr>
            </a:p>
          </p:txBody>
        </p:sp>
        <p:pic>
          <p:nvPicPr>
            <p:cNvPr id="216" name="Google Shape;216;p26"/>
            <p:cNvPicPr preferRelativeResize="0"/>
            <p:nvPr/>
          </p:nvPicPr>
          <p:blipFill rotWithShape="1">
            <a:blip r:embed="rId10"/>
            <a:srcRect/>
            <a:stretch>
              <a:fillRect/>
            </a:stretch>
          </p:blipFill>
          <p:spPr>
            <a:xfrm>
              <a:off x="-129100" y="3178164"/>
              <a:ext cx="1588650" cy="246240"/>
            </a:xfrm>
            <a:prstGeom prst="rect">
              <a:avLst/>
            </a:prstGeom>
            <a:noFill/>
            <a:ln>
              <a:noFill/>
            </a:ln>
          </p:spPr>
        </p:pic>
        <p:sp>
          <p:nvSpPr>
            <p:cNvPr id="217" name="Google Shape;217;p26"/>
            <p:cNvSpPr/>
            <p:nvPr/>
          </p:nvSpPr>
          <p:spPr>
            <a:xfrm>
              <a:off x="-124942" y="3504554"/>
              <a:ext cx="2228492" cy="497868"/>
            </a:xfrm>
            <a:custGeom>
              <a:avLst/>
              <a:gdLst/>
              <a:ahLst/>
              <a:cxnLst/>
              <a:rect l="l" t="t" r="r" b="b"/>
              <a:pathLst>
                <a:path w="2228492" h="497868" extrusionOk="0">
                  <a:moveTo>
                    <a:pt x="0" y="0"/>
                  </a:moveTo>
                  <a:lnTo>
                    <a:pt x="2228492" y="0"/>
                  </a:lnTo>
                  <a:lnTo>
                    <a:pt x="2228492" y="497868"/>
                  </a:lnTo>
                  <a:lnTo>
                    <a:pt x="0" y="497868"/>
                  </a:lnTo>
                  <a:lnTo>
                    <a:pt x="0" y="0"/>
                  </a:lnTo>
                  <a:close/>
                </a:path>
                <a:path w="2228492" h="497868" fill="none" extrusionOk="0">
                  <a:moveTo>
                    <a:pt x="0" y="497868"/>
                  </a:moveTo>
                  <a:lnTo>
                    <a:pt x="2228492" y="497868"/>
                  </a:lnTo>
                </a:path>
              </a:pathLst>
            </a:custGeom>
            <a:solidFill>
              <a:srgbClr val="FFFFFF"/>
            </a:solidFill>
            <a:ln w="9525" cap="flat" cmpd="sng">
              <a:solidFill>
                <a:srgbClr val="454545"/>
              </a:solidFill>
              <a:prstDash val="solid"/>
              <a:miter lim="8000"/>
              <a:headEnd type="none" w="sm" len="sm"/>
              <a:tailEnd type="none" w="sm" len="sm"/>
            </a:ln>
          </p:spPr>
          <p:txBody>
            <a:bodyPr spcFirstLastPara="1" wrap="square" lIns="38100" tIns="38100" rIns="38100" bIns="38100" anchor="ctr" anchorCtr="0">
              <a:noAutofit/>
            </a:bodyPr>
            <a:lstStyle/>
            <a:p>
              <a:pPr marL="0" marR="0" lvl="0" indent="0" algn="ctr" rtl="0">
                <a:spcBef>
                  <a:spcPts val="0"/>
                </a:spcBef>
                <a:spcAft>
                  <a:spcPts val="0"/>
                </a:spcAft>
                <a:buNone/>
              </a:pPr>
              <a:r>
                <a:rPr lang="vi-VN" sz="700" b="0" i="0" u="none" strike="noStrike" cap="none">
                  <a:solidFill>
                    <a:srgbClr val="303030"/>
                  </a:solidFill>
                  <a:latin typeface="Arial" panose="020B0704020202020204"/>
                  <a:ea typeface="Arial" panose="020B0704020202020204"/>
                  <a:cs typeface="Arial" panose="020B0704020202020204"/>
                  <a:sym typeface="Arial" panose="020B0704020202020204"/>
                </a:rPr>
                <a:t>Con lắc đơn</a:t>
              </a:r>
              <a:endParaRPr lang="vi-VN" sz="700" b="0" i="0" u="none" strike="noStrike" cap="none">
                <a:solidFill>
                  <a:srgbClr val="303030"/>
                </a:solidFill>
                <a:latin typeface="Arial" panose="020B0704020202020204"/>
                <a:ea typeface="Arial" panose="020B0704020202020204"/>
                <a:cs typeface="Arial" panose="020B0704020202020204"/>
                <a:sym typeface="Arial" panose="020B0704020202020204"/>
              </a:endParaRPr>
            </a:p>
          </p:txBody>
        </p:sp>
        <p:pic>
          <p:nvPicPr>
            <p:cNvPr id="218" name="Google Shape;218;p26"/>
            <p:cNvPicPr preferRelativeResize="0"/>
            <p:nvPr/>
          </p:nvPicPr>
          <p:blipFill rotWithShape="1">
            <a:blip r:embed="rId11"/>
            <a:srcRect/>
            <a:stretch>
              <a:fillRect/>
            </a:stretch>
          </p:blipFill>
          <p:spPr>
            <a:xfrm>
              <a:off x="-75942" y="3523804"/>
              <a:ext cx="1570492" cy="459368"/>
            </a:xfrm>
            <a:prstGeom prst="rect">
              <a:avLst/>
            </a:prstGeom>
            <a:noFill/>
            <a:ln>
              <a:noFill/>
            </a:ln>
          </p:spPr>
        </p:pic>
        <p:sp>
          <p:nvSpPr>
            <p:cNvPr id="219" name="Google Shape;219;p26"/>
            <p:cNvSpPr/>
            <p:nvPr/>
          </p:nvSpPr>
          <p:spPr>
            <a:xfrm>
              <a:off x="7037640" y="1388851"/>
              <a:ext cx="1029000" cy="315000"/>
            </a:xfrm>
            <a:custGeom>
              <a:avLst/>
              <a:gdLst/>
              <a:ahLst/>
              <a:cxnLst/>
              <a:rect l="l" t="t" r="r" b="b"/>
              <a:pathLst>
                <a:path w="1029000" h="315000" extrusionOk="0">
                  <a:moveTo>
                    <a:pt x="28000" y="0"/>
                  </a:moveTo>
                  <a:lnTo>
                    <a:pt x="1001000" y="0"/>
                  </a:lnTo>
                  <a:cubicBezTo>
                    <a:pt x="1016456" y="0"/>
                    <a:pt x="1029000" y="12544"/>
                    <a:pt x="1029000" y="28000"/>
                  </a:cubicBezTo>
                  <a:lnTo>
                    <a:pt x="1029000" y="287000"/>
                  </a:lnTo>
                  <a:cubicBezTo>
                    <a:pt x="1029000" y="302456"/>
                    <a:pt x="1016456" y="315000"/>
                    <a:pt x="1001000" y="315000"/>
                  </a:cubicBezTo>
                  <a:lnTo>
                    <a:pt x="28000" y="315000"/>
                  </a:lnTo>
                  <a:cubicBezTo>
                    <a:pt x="12544" y="315000"/>
                    <a:pt x="0" y="302456"/>
                    <a:pt x="0" y="287000"/>
                  </a:cubicBezTo>
                  <a:lnTo>
                    <a:pt x="0" y="28000"/>
                  </a:lnTo>
                  <a:cubicBezTo>
                    <a:pt x="0" y="12544"/>
                    <a:pt x="12544" y="0"/>
                    <a:pt x="28000" y="0"/>
                  </a:cubicBezTo>
                  <a:close/>
                </a:path>
                <a:path w="1029000" h="315000" fill="none" extrusionOk="0">
                  <a:moveTo>
                    <a:pt x="28000" y="0"/>
                  </a:moveTo>
                  <a:lnTo>
                    <a:pt x="1001000" y="0"/>
                  </a:lnTo>
                  <a:cubicBezTo>
                    <a:pt x="1016456" y="0"/>
                    <a:pt x="1029000" y="12544"/>
                    <a:pt x="1029000" y="28000"/>
                  </a:cubicBezTo>
                  <a:lnTo>
                    <a:pt x="1029000" y="287000"/>
                  </a:lnTo>
                  <a:cubicBezTo>
                    <a:pt x="1029000" y="302456"/>
                    <a:pt x="1016456" y="315000"/>
                    <a:pt x="1001000" y="315000"/>
                  </a:cubicBezTo>
                  <a:lnTo>
                    <a:pt x="28000" y="315000"/>
                  </a:lnTo>
                  <a:cubicBezTo>
                    <a:pt x="12544" y="315000"/>
                    <a:pt x="0" y="302456"/>
                    <a:pt x="0" y="287000"/>
                  </a:cubicBezTo>
                  <a:lnTo>
                    <a:pt x="0" y="28000"/>
                  </a:lnTo>
                  <a:cubicBezTo>
                    <a:pt x="0" y="12544"/>
                    <a:pt x="12544" y="0"/>
                    <a:pt x="28000" y="0"/>
                  </a:cubicBezTo>
                  <a:close/>
                </a:path>
              </a:pathLst>
            </a:custGeom>
            <a:solidFill>
              <a:srgbClr val="FFFFFF"/>
            </a:solidFill>
            <a:ln w="14000" cap="flat" cmpd="sng">
              <a:solidFill>
                <a:srgbClr val="454545"/>
              </a:solidFill>
              <a:prstDash val="solid"/>
              <a:round/>
              <a:headEnd type="none" w="sm" len="sm"/>
              <a:tailEnd type="none" w="sm" len="sm"/>
            </a:ln>
          </p:spPr>
          <p:txBody>
            <a:bodyPr spcFirstLastPara="1" wrap="square" lIns="38100" tIns="38100" rIns="38100" bIns="38100" anchor="ctr" anchorCtr="0">
              <a:noAutofit/>
            </a:bodyPr>
            <a:lstStyle/>
            <a:p>
              <a:pPr marL="0" marR="0" lvl="0" indent="0" algn="ctr" rtl="0">
                <a:spcBef>
                  <a:spcPts val="0"/>
                </a:spcBef>
                <a:spcAft>
                  <a:spcPts val="0"/>
                </a:spcAft>
                <a:buNone/>
              </a:pPr>
              <a:r>
                <a:rPr lang="vi-VN" sz="980" b="1" i="0" u="none" strike="noStrike" cap="none">
                  <a:solidFill>
                    <a:srgbClr val="303030"/>
                  </a:solidFill>
                  <a:latin typeface="Arial" panose="020B0704020202020204"/>
                  <a:ea typeface="Arial" panose="020B0704020202020204"/>
                  <a:cs typeface="Arial" panose="020B0704020202020204"/>
                  <a:sym typeface="Arial" panose="020B0704020202020204"/>
                </a:rPr>
                <a:t>Tần số góc</a:t>
              </a:r>
              <a:endParaRPr lang="vi-VN" sz="980" b="1" i="0" u="none" strike="noStrike" cap="none">
                <a:solidFill>
                  <a:srgbClr val="303030"/>
                </a:solidFill>
                <a:latin typeface="Arial" panose="020B0704020202020204"/>
                <a:ea typeface="Arial" panose="020B0704020202020204"/>
                <a:cs typeface="Arial" panose="020B0704020202020204"/>
                <a:sym typeface="Arial" panose="020B0704020202020204"/>
              </a:endParaRPr>
            </a:p>
          </p:txBody>
        </p:sp>
        <p:sp>
          <p:nvSpPr>
            <p:cNvPr id="220" name="Google Shape;220;p26"/>
            <p:cNvSpPr/>
            <p:nvPr/>
          </p:nvSpPr>
          <p:spPr>
            <a:xfrm>
              <a:off x="8241640" y="892431"/>
              <a:ext cx="1197910" cy="430916"/>
            </a:xfrm>
            <a:custGeom>
              <a:avLst/>
              <a:gdLst/>
              <a:ahLst/>
              <a:cxnLst/>
              <a:rect l="l" t="t" r="r" b="b"/>
              <a:pathLst>
                <a:path w="1197910" h="430916" extrusionOk="0">
                  <a:moveTo>
                    <a:pt x="0" y="0"/>
                  </a:moveTo>
                  <a:lnTo>
                    <a:pt x="1197910" y="0"/>
                  </a:lnTo>
                  <a:lnTo>
                    <a:pt x="1197910" y="430916"/>
                  </a:lnTo>
                  <a:lnTo>
                    <a:pt x="0" y="430916"/>
                  </a:lnTo>
                  <a:lnTo>
                    <a:pt x="0" y="0"/>
                  </a:lnTo>
                  <a:close/>
                </a:path>
                <a:path w="1197910" h="430916" fill="none" extrusionOk="0">
                  <a:moveTo>
                    <a:pt x="0" y="430916"/>
                  </a:moveTo>
                  <a:lnTo>
                    <a:pt x="1197910" y="430916"/>
                  </a:lnTo>
                </a:path>
              </a:pathLst>
            </a:custGeom>
            <a:solidFill>
              <a:srgbClr val="FFFFFF"/>
            </a:solidFill>
            <a:ln w="9525" cap="flat" cmpd="sng">
              <a:solidFill>
                <a:srgbClr val="454545"/>
              </a:solidFill>
              <a:prstDash val="solid"/>
              <a:miter lim="8000"/>
              <a:headEnd type="none" w="sm" len="sm"/>
              <a:tailEnd type="none" w="sm" len="sm"/>
            </a:ln>
          </p:spPr>
          <p:txBody>
            <a:bodyPr spcFirstLastPara="1" wrap="square" lIns="38100" tIns="38100" rIns="38100" bIns="38100" anchor="ctr" anchorCtr="0">
              <a:noAutofit/>
            </a:bodyPr>
            <a:lstStyle/>
            <a:p>
              <a:pPr marL="0" marR="0" lvl="0" indent="0" algn="ctr" rtl="0">
                <a:spcBef>
                  <a:spcPts val="0"/>
                </a:spcBef>
                <a:spcAft>
                  <a:spcPts val="0"/>
                </a:spcAft>
                <a:buNone/>
              </a:pPr>
              <a:r>
                <a:rPr lang="vi-VN" sz="700" b="0" i="0" u="none" strike="noStrike" cap="none">
                  <a:solidFill>
                    <a:srgbClr val="303030"/>
                  </a:solidFill>
                  <a:latin typeface="Arial" panose="020B0704020202020204"/>
                  <a:ea typeface="Arial" panose="020B0704020202020204"/>
                  <a:cs typeface="Arial" panose="020B0704020202020204"/>
                  <a:sym typeface="Arial" panose="020B0704020202020204"/>
                </a:rPr>
                <a:t>Con lắc lò xo</a:t>
              </a:r>
              <a:endParaRPr lang="vi-VN" sz="700" b="0" i="0" u="none" strike="noStrike" cap="none">
                <a:solidFill>
                  <a:srgbClr val="303030"/>
                </a:solidFill>
                <a:latin typeface="Arial" panose="020B0704020202020204"/>
                <a:ea typeface="Arial" panose="020B0704020202020204"/>
                <a:cs typeface="Arial" panose="020B0704020202020204"/>
                <a:sym typeface="Arial" panose="020B0704020202020204"/>
              </a:endParaRPr>
            </a:p>
          </p:txBody>
        </p:sp>
        <p:pic>
          <p:nvPicPr>
            <p:cNvPr id="221" name="Google Shape;221;p26"/>
            <p:cNvPicPr preferRelativeResize="0"/>
            <p:nvPr/>
          </p:nvPicPr>
          <p:blipFill rotWithShape="1">
            <a:blip r:embed="rId12"/>
            <a:srcRect/>
            <a:stretch>
              <a:fillRect/>
            </a:stretch>
          </p:blipFill>
          <p:spPr>
            <a:xfrm>
              <a:off x="8885641" y="911681"/>
              <a:ext cx="504908" cy="392416"/>
            </a:xfrm>
            <a:prstGeom prst="rect">
              <a:avLst/>
            </a:prstGeom>
            <a:noFill/>
            <a:ln>
              <a:noFill/>
            </a:ln>
          </p:spPr>
        </p:pic>
        <p:sp>
          <p:nvSpPr>
            <p:cNvPr id="222" name="Google Shape;222;p26"/>
            <p:cNvSpPr/>
            <p:nvPr/>
          </p:nvSpPr>
          <p:spPr>
            <a:xfrm>
              <a:off x="8241640" y="1384247"/>
              <a:ext cx="1277402" cy="385109"/>
            </a:xfrm>
            <a:custGeom>
              <a:avLst/>
              <a:gdLst/>
              <a:ahLst/>
              <a:cxnLst/>
              <a:rect l="l" t="t" r="r" b="b"/>
              <a:pathLst>
                <a:path w="1277402" h="385109" extrusionOk="0">
                  <a:moveTo>
                    <a:pt x="0" y="0"/>
                  </a:moveTo>
                  <a:lnTo>
                    <a:pt x="1277402" y="0"/>
                  </a:lnTo>
                  <a:lnTo>
                    <a:pt x="1277402" y="385109"/>
                  </a:lnTo>
                  <a:lnTo>
                    <a:pt x="0" y="385109"/>
                  </a:lnTo>
                  <a:lnTo>
                    <a:pt x="0" y="0"/>
                  </a:lnTo>
                  <a:close/>
                </a:path>
                <a:path w="1277402" h="385109" fill="none" extrusionOk="0">
                  <a:moveTo>
                    <a:pt x="0" y="385109"/>
                  </a:moveTo>
                  <a:lnTo>
                    <a:pt x="1277402" y="385109"/>
                  </a:lnTo>
                </a:path>
              </a:pathLst>
            </a:custGeom>
            <a:solidFill>
              <a:srgbClr val="FFFFFF"/>
            </a:solidFill>
            <a:ln w="9525" cap="flat" cmpd="sng">
              <a:solidFill>
                <a:srgbClr val="454545"/>
              </a:solidFill>
              <a:prstDash val="solid"/>
              <a:miter lim="8000"/>
              <a:headEnd type="none" w="sm" len="sm"/>
              <a:tailEnd type="none" w="sm" len="sm"/>
            </a:ln>
          </p:spPr>
          <p:txBody>
            <a:bodyPr spcFirstLastPara="1" wrap="square" lIns="38100" tIns="38100" rIns="38100" bIns="38100" anchor="ctr" anchorCtr="0">
              <a:noAutofit/>
            </a:bodyPr>
            <a:lstStyle/>
            <a:p>
              <a:pPr marL="0" marR="0" lvl="0" indent="0" algn="ctr" rtl="0">
                <a:spcBef>
                  <a:spcPts val="0"/>
                </a:spcBef>
                <a:spcAft>
                  <a:spcPts val="0"/>
                </a:spcAft>
                <a:buNone/>
              </a:pPr>
              <a:r>
                <a:rPr lang="vi-VN" sz="700" b="0" i="0" u="none" strike="noStrike" cap="none">
                  <a:solidFill>
                    <a:srgbClr val="303030"/>
                  </a:solidFill>
                  <a:latin typeface="Arial" panose="020B0704020202020204"/>
                  <a:ea typeface="Arial" panose="020B0704020202020204"/>
                  <a:cs typeface="Arial" panose="020B0704020202020204"/>
                  <a:sym typeface="Arial" panose="020B0704020202020204"/>
                </a:rPr>
                <a:t>Con lắc đơn</a:t>
              </a:r>
              <a:endParaRPr lang="vi-VN" sz="700" b="0" i="0" u="none" strike="noStrike" cap="none">
                <a:solidFill>
                  <a:srgbClr val="303030"/>
                </a:solidFill>
                <a:latin typeface="Arial" panose="020B0704020202020204"/>
                <a:ea typeface="Arial" panose="020B0704020202020204"/>
                <a:cs typeface="Arial" panose="020B0704020202020204"/>
                <a:sym typeface="Arial" panose="020B0704020202020204"/>
              </a:endParaRPr>
            </a:p>
          </p:txBody>
        </p:sp>
        <p:pic>
          <p:nvPicPr>
            <p:cNvPr id="223" name="Google Shape;223;p26"/>
            <p:cNvPicPr preferRelativeResize="0"/>
            <p:nvPr/>
          </p:nvPicPr>
          <p:blipFill rotWithShape="1">
            <a:blip r:embed="rId13"/>
            <a:srcRect/>
            <a:stretch>
              <a:fillRect/>
            </a:stretch>
          </p:blipFill>
          <p:spPr>
            <a:xfrm>
              <a:off x="8850639" y="1403497"/>
              <a:ext cx="619403" cy="346609"/>
            </a:xfrm>
            <a:prstGeom prst="rect">
              <a:avLst/>
            </a:prstGeom>
            <a:noFill/>
            <a:ln>
              <a:noFill/>
            </a:ln>
          </p:spPr>
        </p:pic>
        <p:sp>
          <p:nvSpPr>
            <p:cNvPr id="224" name="Google Shape;224;p26"/>
            <p:cNvSpPr/>
            <p:nvPr/>
          </p:nvSpPr>
          <p:spPr>
            <a:xfrm>
              <a:off x="1817026" y="1499398"/>
              <a:ext cx="1626534" cy="225462"/>
            </a:xfrm>
            <a:custGeom>
              <a:avLst/>
              <a:gdLst/>
              <a:ahLst/>
              <a:cxnLst/>
              <a:rect l="l" t="t" r="r" b="b"/>
              <a:pathLst>
                <a:path w="1626534" h="225462" extrusionOk="0">
                  <a:moveTo>
                    <a:pt x="0" y="0"/>
                  </a:moveTo>
                  <a:lnTo>
                    <a:pt x="1626534" y="0"/>
                  </a:lnTo>
                  <a:lnTo>
                    <a:pt x="1626534" y="225462"/>
                  </a:lnTo>
                  <a:lnTo>
                    <a:pt x="0" y="225462"/>
                  </a:lnTo>
                  <a:lnTo>
                    <a:pt x="0" y="0"/>
                  </a:lnTo>
                  <a:close/>
                </a:path>
                <a:path w="1626534" h="225462" fill="none" extrusionOk="0">
                  <a:moveTo>
                    <a:pt x="0" y="225462"/>
                  </a:moveTo>
                  <a:lnTo>
                    <a:pt x="1626534" y="225462"/>
                  </a:lnTo>
                </a:path>
              </a:pathLst>
            </a:custGeom>
            <a:solidFill>
              <a:srgbClr val="FFFFFF"/>
            </a:solidFill>
            <a:ln w="9525" cap="flat" cmpd="sng">
              <a:solidFill>
                <a:srgbClr val="454545"/>
              </a:solidFill>
              <a:prstDash val="solid"/>
              <a:miter lim="8000"/>
              <a:headEnd type="none" w="sm" len="sm"/>
              <a:tailEnd type="none" w="sm" len="sm"/>
            </a:ln>
          </p:spPr>
          <p:txBody>
            <a:bodyPr spcFirstLastPara="1" wrap="square" lIns="38100" tIns="38100" rIns="38100" bIns="38100" anchor="ctr" anchorCtr="0">
              <a:noAutofit/>
            </a:bodyPr>
            <a:lstStyle/>
            <a:p>
              <a:pPr marL="0" marR="0" lvl="0" indent="0" algn="ctr" rtl="0">
                <a:spcBef>
                  <a:spcPts val="0"/>
                </a:spcBef>
                <a:spcAft>
                  <a:spcPts val="0"/>
                </a:spcAft>
                <a:buNone/>
              </a:pPr>
              <a:r>
                <a:rPr lang="vi-VN" sz="700" b="0" i="0" u="none" strike="noStrike" cap="none">
                  <a:solidFill>
                    <a:srgbClr val="303030"/>
                  </a:solidFill>
                  <a:latin typeface="Arial" panose="020B0704020202020204"/>
                  <a:ea typeface="Arial" panose="020B0704020202020204"/>
                  <a:cs typeface="Arial" panose="020B0704020202020204"/>
                  <a:sym typeface="Arial" panose="020B0704020202020204"/>
                </a:rPr>
                <a:t>Vận tốc</a:t>
              </a:r>
              <a:endParaRPr lang="vi-VN" sz="700" b="0" i="0" u="none" strike="noStrike" cap="none">
                <a:solidFill>
                  <a:srgbClr val="303030"/>
                </a:solidFill>
                <a:latin typeface="Arial" panose="020B0704020202020204"/>
                <a:ea typeface="Arial" panose="020B0704020202020204"/>
                <a:cs typeface="Arial" panose="020B0704020202020204"/>
                <a:sym typeface="Arial" panose="020B0704020202020204"/>
              </a:endParaRPr>
            </a:p>
          </p:txBody>
        </p:sp>
        <p:pic>
          <p:nvPicPr>
            <p:cNvPr id="225" name="Google Shape;225;p26"/>
            <p:cNvPicPr preferRelativeResize="0"/>
            <p:nvPr/>
          </p:nvPicPr>
          <p:blipFill rotWithShape="1">
            <a:blip r:embed="rId14"/>
            <a:srcRect/>
            <a:stretch>
              <a:fillRect/>
            </a:stretch>
          </p:blipFill>
          <p:spPr>
            <a:xfrm>
              <a:off x="1866026" y="1518648"/>
              <a:ext cx="1150534" cy="186962"/>
            </a:xfrm>
            <a:prstGeom prst="rect">
              <a:avLst/>
            </a:prstGeom>
            <a:noFill/>
            <a:ln>
              <a:noFill/>
            </a:ln>
          </p:spPr>
        </p:pic>
        <p:sp>
          <p:nvSpPr>
            <p:cNvPr id="226" name="Google Shape;226;p26"/>
            <p:cNvSpPr/>
            <p:nvPr/>
          </p:nvSpPr>
          <p:spPr>
            <a:xfrm>
              <a:off x="1389732" y="1785760"/>
              <a:ext cx="2053828" cy="222366"/>
            </a:xfrm>
            <a:custGeom>
              <a:avLst/>
              <a:gdLst/>
              <a:ahLst/>
              <a:cxnLst/>
              <a:rect l="l" t="t" r="r" b="b"/>
              <a:pathLst>
                <a:path w="2053828" h="222366" extrusionOk="0">
                  <a:moveTo>
                    <a:pt x="0" y="0"/>
                  </a:moveTo>
                  <a:lnTo>
                    <a:pt x="2053828" y="0"/>
                  </a:lnTo>
                  <a:lnTo>
                    <a:pt x="2053828" y="222366"/>
                  </a:lnTo>
                  <a:lnTo>
                    <a:pt x="0" y="222366"/>
                  </a:lnTo>
                  <a:lnTo>
                    <a:pt x="0" y="0"/>
                  </a:lnTo>
                  <a:close/>
                </a:path>
                <a:path w="2053828" h="222366" fill="none" extrusionOk="0">
                  <a:moveTo>
                    <a:pt x="0" y="222366"/>
                  </a:moveTo>
                  <a:lnTo>
                    <a:pt x="2053828" y="222366"/>
                  </a:lnTo>
                </a:path>
              </a:pathLst>
            </a:custGeom>
            <a:solidFill>
              <a:srgbClr val="FFFFFF"/>
            </a:solidFill>
            <a:ln w="9525" cap="flat" cmpd="sng">
              <a:solidFill>
                <a:srgbClr val="454545"/>
              </a:solidFill>
              <a:prstDash val="solid"/>
              <a:miter lim="8000"/>
              <a:headEnd type="none" w="sm" len="sm"/>
              <a:tailEnd type="none" w="sm" len="sm"/>
            </a:ln>
          </p:spPr>
          <p:txBody>
            <a:bodyPr spcFirstLastPara="1" wrap="square" lIns="38100" tIns="38100" rIns="38100" bIns="38100" anchor="ctr" anchorCtr="0">
              <a:noAutofit/>
            </a:bodyPr>
            <a:lstStyle/>
            <a:p>
              <a:pPr marL="0" marR="0" lvl="0" indent="0" algn="ctr" rtl="0">
                <a:spcBef>
                  <a:spcPts val="0"/>
                </a:spcBef>
                <a:spcAft>
                  <a:spcPts val="0"/>
                </a:spcAft>
                <a:buNone/>
              </a:pPr>
              <a:r>
                <a:rPr lang="vi-VN" sz="700" b="0" i="0" u="none" strike="noStrike" cap="none">
                  <a:solidFill>
                    <a:srgbClr val="303030"/>
                  </a:solidFill>
                  <a:latin typeface="Arial" panose="020B0704020202020204"/>
                  <a:ea typeface="Arial" panose="020B0704020202020204"/>
                  <a:cs typeface="Arial" panose="020B0704020202020204"/>
                  <a:sym typeface="Arial" panose="020B0704020202020204"/>
                </a:rPr>
                <a:t>Gia tốc</a:t>
              </a:r>
              <a:endParaRPr lang="vi-VN" sz="700" b="0" i="0" u="none" strike="noStrike" cap="none">
                <a:solidFill>
                  <a:srgbClr val="303030"/>
                </a:solidFill>
                <a:latin typeface="Arial" panose="020B0704020202020204"/>
                <a:ea typeface="Arial" panose="020B0704020202020204"/>
                <a:cs typeface="Arial" panose="020B0704020202020204"/>
                <a:sym typeface="Arial" panose="020B0704020202020204"/>
              </a:endParaRPr>
            </a:p>
          </p:txBody>
        </p:sp>
        <p:pic>
          <p:nvPicPr>
            <p:cNvPr id="227" name="Google Shape;227;p26"/>
            <p:cNvPicPr preferRelativeResize="0"/>
            <p:nvPr/>
          </p:nvPicPr>
          <p:blipFill rotWithShape="1">
            <a:blip r:embed="rId15"/>
            <a:srcRect/>
            <a:stretch>
              <a:fillRect/>
            </a:stretch>
          </p:blipFill>
          <p:spPr>
            <a:xfrm>
              <a:off x="1438732" y="1805010"/>
              <a:ext cx="1598828" cy="183866"/>
            </a:xfrm>
            <a:prstGeom prst="rect">
              <a:avLst/>
            </a:prstGeom>
            <a:noFill/>
            <a:ln>
              <a:noFill/>
            </a:ln>
          </p:spPr>
        </p:pic>
      </p:grpSp>
      <p:sp>
        <p:nvSpPr>
          <p:cNvPr id="228" name="Google Shape;228;p26"/>
          <p:cNvSpPr/>
          <p:nvPr/>
        </p:nvSpPr>
        <p:spPr>
          <a:xfrm>
            <a:off x="456530" y="5283572"/>
            <a:ext cx="11275469" cy="1059713"/>
          </a:xfrm>
          <a:prstGeom prst="roundRect">
            <a:avLst>
              <a:gd name="adj" fmla="val 27054"/>
            </a:avLst>
          </a:prstGeom>
          <a:solidFill>
            <a:srgbClr val="DDEAF6"/>
          </a:solidFill>
          <a:ln w="28575" cap="flat" cmpd="dbl">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7030A0"/>
              </a:solidFill>
              <a:latin typeface="Calibri"/>
              <a:ea typeface="Calibri"/>
              <a:cs typeface="Calibri"/>
              <a:sym typeface="Calibri"/>
            </a:endParaRPr>
          </a:p>
        </p:txBody>
      </p:sp>
      <p:sp>
        <p:nvSpPr>
          <p:cNvPr id="229" name="Google Shape;229;p26"/>
          <p:cNvSpPr txBox="1"/>
          <p:nvPr/>
        </p:nvSpPr>
        <p:spPr>
          <a:xfrm>
            <a:off x="694723" y="5378441"/>
            <a:ext cx="10884568" cy="86177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2500" b="0" i="0" u="none" strike="noStrike" cap="none">
                <a:solidFill>
                  <a:srgbClr val="000000"/>
                </a:solidFill>
                <a:latin typeface="Arial" panose="020B0704020202020204"/>
                <a:ea typeface="Arial" panose="020B0704020202020204"/>
                <a:cs typeface="Arial" panose="020B0704020202020204"/>
                <a:sym typeface="Arial" panose="020B0704020202020204"/>
              </a:rPr>
              <a:t>Ta có thể sử dụng định luật bảo toàn cơ năng để tìm li độ và vận tốc của vật dao động điều hòa được không?</a:t>
            </a:r>
            <a:endParaRPr sz="25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230" name="Google Shape;230;p26"/>
          <p:cNvGrpSpPr/>
          <p:nvPr/>
        </p:nvGrpSpPr>
        <p:grpSpPr>
          <a:xfrm>
            <a:off x="307665" y="4932119"/>
            <a:ext cx="573943" cy="732171"/>
            <a:chOff x="492857" y="487470"/>
            <a:chExt cx="573943" cy="732171"/>
          </a:xfrm>
        </p:grpSpPr>
        <p:grpSp>
          <p:nvGrpSpPr>
            <p:cNvPr id="231" name="Google Shape;231;p26"/>
            <p:cNvGrpSpPr/>
            <p:nvPr/>
          </p:nvGrpSpPr>
          <p:grpSpPr>
            <a:xfrm>
              <a:off x="492857" y="487470"/>
              <a:ext cx="573943" cy="531990"/>
              <a:chOff x="492857" y="307120"/>
              <a:chExt cx="758778" cy="712340"/>
            </a:xfrm>
          </p:grpSpPr>
          <p:sp>
            <p:nvSpPr>
              <p:cNvPr id="232" name="Google Shape;232;p26"/>
              <p:cNvSpPr/>
              <p:nvPr/>
            </p:nvSpPr>
            <p:spPr>
              <a:xfrm>
                <a:off x="504123" y="333892"/>
                <a:ext cx="685800" cy="659631"/>
              </a:xfrm>
              <a:prstGeom prst="ellipse">
                <a:avLst/>
              </a:prstGeom>
              <a:solidFill>
                <a:schemeClr val="l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233" name="Google Shape;233;p26" descr="Logo&#10;&#10;Description automatically generated"/>
              <p:cNvPicPr preferRelativeResize="0"/>
              <p:nvPr/>
            </p:nvPicPr>
            <p:blipFill rotWithShape="1">
              <a:blip r:embed="rId16"/>
              <a:srcRect l="26889" t="8771" r="25999" b="14679"/>
              <a:stretch>
                <a:fillRect/>
              </a:stretch>
            </p:blipFill>
            <p:spPr>
              <a:xfrm>
                <a:off x="492857" y="307120"/>
                <a:ext cx="758778" cy="712340"/>
              </a:xfrm>
              <a:prstGeom prst="rect">
                <a:avLst/>
              </a:prstGeom>
              <a:noFill/>
              <a:ln>
                <a:noFill/>
              </a:ln>
            </p:spPr>
          </p:pic>
        </p:grpSp>
        <p:pic>
          <p:nvPicPr>
            <p:cNvPr id="234" name="Google Shape;234;p26" descr="A picture containing handwear&#10;&#10;Description automatically generated"/>
            <p:cNvPicPr preferRelativeResize="0"/>
            <p:nvPr/>
          </p:nvPicPr>
          <p:blipFill rotWithShape="1">
            <a:blip r:embed="rId17"/>
            <a:srcRect b="10876"/>
            <a:stretch>
              <a:fillRect/>
            </a:stretch>
          </p:blipFill>
          <p:spPr>
            <a:xfrm>
              <a:off x="600775" y="770499"/>
              <a:ext cx="292432" cy="449142"/>
            </a:xfrm>
            <a:prstGeom prst="rect">
              <a:avLst/>
            </a:prstGeom>
            <a:noFill/>
            <a:ln>
              <a:noFill/>
            </a:ln>
          </p:spPr>
        </p:pic>
      </p:gr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8"/>
                                        </p:tgtEl>
                                        <p:attrNameLst>
                                          <p:attrName>style.visibility</p:attrName>
                                        </p:attrNameLst>
                                      </p:cBhvr>
                                      <p:to>
                                        <p:strVal val="visible"/>
                                      </p:to>
                                    </p:set>
                                    <p:animEffect transition="in" filter="fade">
                                      <p:cBhvr>
                                        <p:cTn id="7" dur="500"/>
                                        <p:tgtEl>
                                          <p:spTgt spid="16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28"/>
                                        </p:tgtEl>
                                        <p:attrNameLst>
                                          <p:attrName>style.visibility</p:attrName>
                                        </p:attrNameLst>
                                      </p:cBhvr>
                                      <p:to>
                                        <p:strVal val="visible"/>
                                      </p:to>
                                    </p:set>
                                    <p:anim calcmode="lin" valueType="num">
                                      <p:cBhvr additive="base">
                                        <p:cTn id="12" dur="500"/>
                                        <p:tgtEl>
                                          <p:spTgt spid="228"/>
                                        </p:tgtEl>
                                        <p:attrNameLst>
                                          <p:attrName>ppt_x</p:attrName>
                                        </p:attrNameLst>
                                      </p:cBhvr>
                                      <p:tavLst>
                                        <p:tav tm="0" fmla="">
                                          <p:val>
                                            <p:strVal val="#ppt_x-1"/>
                                          </p:val>
                                        </p:tav>
                                        <p:tav tm="100000" fmla="">
                                          <p:val>
                                            <p:strVal val="#ppt_x"/>
                                          </p:val>
                                        </p:tav>
                                      </p:tavLst>
                                    </p:anim>
                                  </p:childTnLst>
                                </p:cTn>
                              </p:par>
                              <p:par>
                                <p:cTn id="13" presetID="2" presetClass="entr" presetSubtype="8" fill="hold" nodeType="withEffect">
                                  <p:stCondLst>
                                    <p:cond delay="0"/>
                                  </p:stCondLst>
                                  <p:childTnLst>
                                    <p:set>
                                      <p:cBhvr>
                                        <p:cTn id="14" dur="1" fill="hold">
                                          <p:stCondLst>
                                            <p:cond delay="0"/>
                                          </p:stCondLst>
                                        </p:cTn>
                                        <p:tgtEl>
                                          <p:spTgt spid="229"/>
                                        </p:tgtEl>
                                        <p:attrNameLst>
                                          <p:attrName>style.visibility</p:attrName>
                                        </p:attrNameLst>
                                      </p:cBhvr>
                                      <p:to>
                                        <p:strVal val="visible"/>
                                      </p:to>
                                    </p:set>
                                    <p:anim calcmode="lin" valueType="num">
                                      <p:cBhvr additive="base">
                                        <p:cTn id="15" dur="500"/>
                                        <p:tgtEl>
                                          <p:spTgt spid="229"/>
                                        </p:tgtEl>
                                        <p:attrNameLst>
                                          <p:attrName>ppt_x</p:attrName>
                                        </p:attrNameLst>
                                      </p:cBhvr>
                                      <p:tavLst>
                                        <p:tav tm="0" fmla="">
                                          <p:val>
                                            <p:strVal val="#ppt_x-1"/>
                                          </p:val>
                                        </p:tav>
                                        <p:tav tm="100000" fmla="">
                                          <p:val>
                                            <p:strVal val="#ppt_x"/>
                                          </p:val>
                                        </p:tav>
                                      </p:tavLst>
                                    </p:anim>
                                  </p:childTnLst>
                                </p:cTn>
                              </p:par>
                              <p:par>
                                <p:cTn id="16" presetID="2" presetClass="entr" presetSubtype="8" fill="hold" nodeType="withEffect">
                                  <p:stCondLst>
                                    <p:cond delay="0"/>
                                  </p:stCondLst>
                                  <p:childTnLst>
                                    <p:set>
                                      <p:cBhvr>
                                        <p:cTn id="17" dur="1" fill="hold">
                                          <p:stCondLst>
                                            <p:cond delay="0"/>
                                          </p:stCondLst>
                                        </p:cTn>
                                        <p:tgtEl>
                                          <p:spTgt spid="230"/>
                                        </p:tgtEl>
                                        <p:attrNameLst>
                                          <p:attrName>style.visibility</p:attrName>
                                        </p:attrNameLst>
                                      </p:cBhvr>
                                      <p:to>
                                        <p:strVal val="visible"/>
                                      </p:to>
                                    </p:set>
                                    <p:anim calcmode="lin" valueType="num">
                                      <p:cBhvr additive="base">
                                        <p:cTn id="18" dur="500"/>
                                        <p:tgtEl>
                                          <p:spTgt spid="230"/>
                                        </p:tgtEl>
                                        <p:attrNameLst>
                                          <p:attrName>ppt_x</p:attrName>
                                        </p:attrNameLst>
                                      </p:cBhvr>
                                      <p:tavLst>
                                        <p:tav tm="0" fmla="">
                                          <p:val>
                                            <p:strVal val="#ppt_x-1"/>
                                          </p:val>
                                        </p:tav>
                                        <p:tav tm="100000" fmla="">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238" name="Shape 238"/>
        <p:cNvGrpSpPr/>
        <p:nvPr/>
      </p:nvGrpSpPr>
      <p:grpSpPr>
        <a:xfrm>
          <a:off x="0" y="0"/>
          <a:ext cx="0" cy="0"/>
          <a:chOff x="0" y="0"/>
          <a:chExt cx="0" cy="0"/>
        </a:xfrm>
      </p:grpSpPr>
      <p:grpSp>
        <p:nvGrpSpPr>
          <p:cNvPr id="239" name="Google Shape;239;p27"/>
          <p:cNvGrpSpPr/>
          <p:nvPr/>
        </p:nvGrpSpPr>
        <p:grpSpPr>
          <a:xfrm>
            <a:off x="-244135" y="81157"/>
            <a:ext cx="8603569" cy="542538"/>
            <a:chOff x="74035" y="2231322"/>
            <a:chExt cx="8550261" cy="757342"/>
          </a:xfrm>
        </p:grpSpPr>
        <p:grpSp>
          <p:nvGrpSpPr>
            <p:cNvPr id="240" name="Google Shape;240;p27"/>
            <p:cNvGrpSpPr/>
            <p:nvPr/>
          </p:nvGrpSpPr>
          <p:grpSpPr>
            <a:xfrm>
              <a:off x="286108" y="2280389"/>
              <a:ext cx="5875473" cy="708275"/>
              <a:chOff x="564747" y="3403331"/>
              <a:chExt cx="3025594" cy="1364238"/>
            </a:xfrm>
          </p:grpSpPr>
          <p:pic>
            <p:nvPicPr>
              <p:cNvPr id="241" name="Google Shape;241;p27" descr="empty-green-rectangle"/>
              <p:cNvPicPr preferRelativeResize="0"/>
              <p:nvPr/>
            </p:nvPicPr>
            <p:blipFill rotWithShape="1">
              <a:blip r:embed="rId1"/>
              <a:srcRect/>
              <a:stretch>
                <a:fillRect/>
              </a:stretch>
            </p:blipFill>
            <p:spPr>
              <a:xfrm>
                <a:off x="564747" y="3403331"/>
                <a:ext cx="3025594" cy="1364238"/>
              </a:xfrm>
              <a:prstGeom prst="rect">
                <a:avLst/>
              </a:prstGeom>
              <a:noFill/>
              <a:ln>
                <a:noFill/>
              </a:ln>
            </p:spPr>
          </p:pic>
          <p:pic>
            <p:nvPicPr>
              <p:cNvPr id="242" name="Google Shape;242;p27" descr="green-top-faded"/>
              <p:cNvPicPr preferRelativeResize="0"/>
              <p:nvPr/>
            </p:nvPicPr>
            <p:blipFill rotWithShape="1">
              <a:blip r:embed="rId2"/>
              <a:srcRect/>
              <a:stretch>
                <a:fillRect/>
              </a:stretch>
            </p:blipFill>
            <p:spPr>
              <a:xfrm rot="-5400000">
                <a:off x="205129" y="3887447"/>
                <a:ext cx="1273934" cy="396005"/>
              </a:xfrm>
              <a:prstGeom prst="rect">
                <a:avLst/>
              </a:prstGeom>
              <a:noFill/>
              <a:ln>
                <a:noFill/>
              </a:ln>
            </p:spPr>
          </p:pic>
        </p:grpSp>
        <p:sp>
          <p:nvSpPr>
            <p:cNvPr id="243" name="Google Shape;243;p27"/>
            <p:cNvSpPr txBox="1"/>
            <p:nvPr/>
          </p:nvSpPr>
          <p:spPr>
            <a:xfrm>
              <a:off x="74035" y="2267003"/>
              <a:ext cx="1501326" cy="6874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600" b="0" i="0" u="none" strike="noStrike" cap="none">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rPr>
                <a:t>I</a:t>
              </a:r>
              <a:endParaRPr lang="vi-VN" sz="2600" b="0" i="0" u="none" strike="noStrike" cap="none">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endParaRPr>
            </a:p>
          </p:txBody>
        </p:sp>
        <p:sp>
          <p:nvSpPr>
            <p:cNvPr id="244" name="Google Shape;244;p27"/>
            <p:cNvSpPr/>
            <p:nvPr/>
          </p:nvSpPr>
          <p:spPr>
            <a:xfrm>
              <a:off x="1209204" y="2231322"/>
              <a:ext cx="7415092" cy="756153"/>
            </a:xfrm>
            <a:prstGeom prst="rect">
              <a:avLst/>
            </a:prstGeom>
            <a:noFill/>
            <a:ln>
              <a:noFill/>
            </a:ln>
          </p:spPr>
          <p:txBody>
            <a:bodyPr spcFirstLastPara="1" wrap="square" lIns="109725" tIns="54850" rIns="109725" bIns="54850" anchor="t" anchorCtr="0">
              <a:noAutofit/>
            </a:bodyPr>
            <a:lstStyle/>
            <a:p>
              <a:pPr marL="0" marR="0" lvl="0" indent="0" algn="l" rtl="0">
                <a:spcBef>
                  <a:spcPts val="0"/>
                </a:spcBef>
                <a:spcAft>
                  <a:spcPts val="0"/>
                </a:spcAft>
                <a:buNone/>
              </a:pPr>
              <a:r>
                <a:rPr lang="vi-VN" sz="2800" b="0" i="1" u="none" strike="noStrike" cap="none">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rPr>
                <a:t>Các ví dụ</a:t>
              </a:r>
              <a:endParaRPr sz="2800" b="0" i="0" u="none" strike="noStrike" cap="none">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endParaRPr>
            </a:p>
          </p:txBody>
        </p:sp>
      </p:grpSp>
      <p:pic>
        <p:nvPicPr>
          <p:cNvPr id="245" name="Google Shape;245;p27" descr="empty-blue-rectangle"/>
          <p:cNvPicPr preferRelativeResize="0"/>
          <p:nvPr/>
        </p:nvPicPr>
        <p:blipFill rotWithShape="1">
          <a:blip r:embed="rId3"/>
          <a:srcRect/>
          <a:stretch>
            <a:fillRect/>
          </a:stretch>
        </p:blipFill>
        <p:spPr>
          <a:xfrm>
            <a:off x="0" y="719647"/>
            <a:ext cx="12192000" cy="2709353"/>
          </a:xfrm>
          <a:prstGeom prst="rect">
            <a:avLst/>
          </a:prstGeom>
          <a:noFill/>
          <a:ln>
            <a:noFill/>
          </a:ln>
        </p:spPr>
      </p:pic>
      <p:sp>
        <p:nvSpPr>
          <p:cNvPr id="246" name="Google Shape;246;p27"/>
          <p:cNvSpPr txBox="1"/>
          <p:nvPr/>
        </p:nvSpPr>
        <p:spPr>
          <a:xfrm>
            <a:off x="447869" y="837508"/>
            <a:ext cx="10021078" cy="2138534"/>
          </a:xfrm>
          <a:prstGeom prst="rect">
            <a:avLst/>
          </a:prstGeom>
          <a:blipFill rotWithShape="1">
            <a:blip r:embed="rId4"/>
            <a:stretch>
              <a:fillRect l="-790" t="-1708" r="-790" b="-484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b="0" i="0" u="none" strike="noStrike" cap="none">
                <a:latin typeface="Calibri"/>
                <a:ea typeface="Calibri"/>
                <a:cs typeface="Calibri"/>
                <a:sym typeface="Calibri"/>
              </a:rPr>
              <a:t> </a:t>
            </a:r>
            <a:endParaRPr lang="vi-VN" sz="1800" b="0" i="0" u="none" strike="noStrike" cap="none">
              <a:latin typeface="Calibri"/>
              <a:ea typeface="Calibri"/>
              <a:cs typeface="Calibri"/>
              <a:sym typeface="Calibri"/>
            </a:endParaRPr>
          </a:p>
        </p:txBody>
      </p:sp>
      <p:pic>
        <p:nvPicPr>
          <p:cNvPr id="247" name="Google Shape;247;p27"/>
          <p:cNvPicPr preferRelativeResize="0"/>
          <p:nvPr/>
        </p:nvPicPr>
        <p:blipFill rotWithShape="1">
          <a:blip r:embed="rId5"/>
          <a:srcRect/>
          <a:stretch>
            <a:fillRect/>
          </a:stretch>
        </p:blipFill>
        <p:spPr>
          <a:xfrm>
            <a:off x="10409230" y="835779"/>
            <a:ext cx="1334901" cy="2477088"/>
          </a:xfrm>
          <a:prstGeom prst="rect">
            <a:avLst/>
          </a:prstGeom>
          <a:noFill/>
          <a:ln>
            <a:noFill/>
          </a:ln>
        </p:spPr>
      </p:pic>
      <p:grpSp>
        <p:nvGrpSpPr>
          <p:cNvPr id="248" name="Google Shape;248;p27"/>
          <p:cNvGrpSpPr/>
          <p:nvPr/>
        </p:nvGrpSpPr>
        <p:grpSpPr>
          <a:xfrm>
            <a:off x="8999304" y="3428999"/>
            <a:ext cx="2819851" cy="3362978"/>
            <a:chOff x="9002106" y="3405217"/>
            <a:chExt cx="2819851" cy="3362978"/>
          </a:xfrm>
        </p:grpSpPr>
        <p:grpSp>
          <p:nvGrpSpPr>
            <p:cNvPr id="249" name="Google Shape;249;p27"/>
            <p:cNvGrpSpPr/>
            <p:nvPr/>
          </p:nvGrpSpPr>
          <p:grpSpPr>
            <a:xfrm>
              <a:off x="9098279" y="3757592"/>
              <a:ext cx="2621902" cy="2642325"/>
              <a:chOff x="8873412" y="3860229"/>
              <a:chExt cx="2621902" cy="2642325"/>
            </a:xfrm>
          </p:grpSpPr>
          <p:sp>
            <p:nvSpPr>
              <p:cNvPr id="250" name="Google Shape;250;p27"/>
              <p:cNvSpPr/>
              <p:nvPr/>
            </p:nvSpPr>
            <p:spPr>
              <a:xfrm rot="10800000" flipH="1">
                <a:off x="8873412" y="3872205"/>
                <a:ext cx="2621902" cy="2621902"/>
              </a:xfrm>
              <a:prstGeom prst="arc">
                <a:avLst>
                  <a:gd name="adj1" fmla="val 12488769"/>
                  <a:gd name="adj2" fmla="val 19867598"/>
                </a:avLst>
              </a:prstGeom>
              <a:noFill/>
              <a:ln w="9525" cap="flat" cmpd="sng">
                <a:solidFill>
                  <a:schemeClr val="dk1"/>
                </a:solidFill>
                <a:prstDash val="lg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cxnSp>
            <p:nvCxnSpPr>
              <p:cNvPr id="251" name="Google Shape;251;p27"/>
              <p:cNvCxnSpPr/>
              <p:nvPr/>
            </p:nvCxnSpPr>
            <p:spPr>
              <a:xfrm rot="10800000" flipH="1">
                <a:off x="9022702" y="3862873"/>
                <a:ext cx="1166327" cy="1931437"/>
              </a:xfrm>
              <a:prstGeom prst="straightConnector1">
                <a:avLst/>
              </a:prstGeom>
              <a:noFill/>
              <a:ln w="9525" cap="flat" cmpd="sng">
                <a:solidFill>
                  <a:schemeClr val="dk1"/>
                </a:solidFill>
                <a:prstDash val="dashDot"/>
                <a:miter lim="800000"/>
                <a:headEnd type="none" w="sm" len="sm"/>
                <a:tailEnd type="none" w="sm" len="sm"/>
              </a:ln>
            </p:spPr>
          </p:cxnSp>
          <p:cxnSp>
            <p:nvCxnSpPr>
              <p:cNvPr id="252" name="Google Shape;252;p27"/>
              <p:cNvCxnSpPr/>
              <p:nvPr/>
            </p:nvCxnSpPr>
            <p:spPr>
              <a:xfrm rot="10800000">
                <a:off x="10184363" y="3872205"/>
                <a:ext cx="1152331" cy="1940766"/>
              </a:xfrm>
              <a:prstGeom prst="straightConnector1">
                <a:avLst/>
              </a:prstGeom>
              <a:noFill/>
              <a:ln w="9525" cap="flat" cmpd="sng">
                <a:solidFill>
                  <a:schemeClr val="dk1"/>
                </a:solidFill>
                <a:prstDash val="dashDot"/>
                <a:miter lim="800000"/>
                <a:headEnd type="none" w="sm" len="sm"/>
                <a:tailEnd type="none" w="sm" len="sm"/>
              </a:ln>
            </p:spPr>
          </p:cxnSp>
          <p:cxnSp>
            <p:nvCxnSpPr>
              <p:cNvPr id="253" name="Google Shape;253;p27"/>
              <p:cNvCxnSpPr/>
              <p:nvPr/>
            </p:nvCxnSpPr>
            <p:spPr>
              <a:xfrm>
                <a:off x="10184363" y="3862873"/>
                <a:ext cx="0" cy="2631234"/>
              </a:xfrm>
              <a:prstGeom prst="straightConnector1">
                <a:avLst/>
              </a:prstGeom>
              <a:noFill/>
              <a:ln w="9525" cap="flat" cmpd="sng">
                <a:solidFill>
                  <a:schemeClr val="dk1"/>
                </a:solidFill>
                <a:prstDash val="dashDot"/>
                <a:miter lim="800000"/>
                <a:headEnd type="none" w="sm" len="sm"/>
                <a:tailEnd type="none" w="sm" len="sm"/>
              </a:ln>
            </p:spPr>
          </p:cxnSp>
          <p:cxnSp>
            <p:nvCxnSpPr>
              <p:cNvPr id="254" name="Google Shape;254;p27"/>
              <p:cNvCxnSpPr>
                <a:stCxn id="250" idx="0"/>
                <a:endCxn id="250" idx="2"/>
              </p:cNvCxnSpPr>
              <p:nvPr/>
            </p:nvCxnSpPr>
            <p:spPr>
              <a:xfrm>
                <a:off x="9028436" y="5801561"/>
                <a:ext cx="2304000" cy="14700"/>
              </a:xfrm>
              <a:prstGeom prst="straightConnector1">
                <a:avLst/>
              </a:prstGeom>
              <a:noFill/>
              <a:ln w="9525" cap="flat" cmpd="sng">
                <a:solidFill>
                  <a:schemeClr val="dk1"/>
                </a:solidFill>
                <a:prstDash val="lgDash"/>
                <a:miter lim="800000"/>
                <a:headEnd type="none" w="sm" len="sm"/>
                <a:tailEnd type="none" w="sm" len="sm"/>
              </a:ln>
            </p:spPr>
          </p:cxnSp>
          <p:cxnSp>
            <p:nvCxnSpPr>
              <p:cNvPr id="255" name="Google Shape;255;p27"/>
              <p:cNvCxnSpPr/>
              <p:nvPr/>
            </p:nvCxnSpPr>
            <p:spPr>
              <a:xfrm>
                <a:off x="10184362" y="3860229"/>
                <a:ext cx="732454" cy="2395947"/>
              </a:xfrm>
              <a:prstGeom prst="straightConnector1">
                <a:avLst/>
              </a:prstGeom>
              <a:noFill/>
              <a:ln w="9525" cap="flat" cmpd="sng">
                <a:solidFill>
                  <a:schemeClr val="dk1"/>
                </a:solidFill>
                <a:prstDash val="solid"/>
                <a:miter lim="800000"/>
                <a:headEnd type="none" w="sm" len="sm"/>
                <a:tailEnd type="none" w="sm" len="sm"/>
              </a:ln>
            </p:spPr>
          </p:cxnSp>
          <p:cxnSp>
            <p:nvCxnSpPr>
              <p:cNvPr id="256" name="Google Shape;256;p27"/>
              <p:cNvCxnSpPr/>
              <p:nvPr/>
            </p:nvCxnSpPr>
            <p:spPr>
              <a:xfrm rot="10800000">
                <a:off x="9283959" y="6498460"/>
                <a:ext cx="1476569" cy="4094"/>
              </a:xfrm>
              <a:prstGeom prst="straightConnector1">
                <a:avLst/>
              </a:prstGeom>
              <a:noFill/>
              <a:ln w="9525" cap="flat" cmpd="sng">
                <a:solidFill>
                  <a:schemeClr val="dk1"/>
                </a:solidFill>
                <a:prstDash val="lgDash"/>
                <a:miter lim="800000"/>
                <a:headEnd type="none" w="sm" len="sm"/>
                <a:tailEnd type="none" w="sm" len="sm"/>
              </a:ln>
            </p:spPr>
          </p:cxnSp>
          <p:cxnSp>
            <p:nvCxnSpPr>
              <p:cNvPr id="257" name="Google Shape;257;p27"/>
              <p:cNvCxnSpPr/>
              <p:nvPr/>
            </p:nvCxnSpPr>
            <p:spPr>
              <a:xfrm rot="10800000">
                <a:off x="10189029" y="6263427"/>
                <a:ext cx="727787" cy="0"/>
              </a:xfrm>
              <a:prstGeom prst="straightConnector1">
                <a:avLst/>
              </a:prstGeom>
              <a:noFill/>
              <a:ln w="9525" cap="flat" cmpd="sng">
                <a:solidFill>
                  <a:schemeClr val="dk1"/>
                </a:solidFill>
                <a:prstDash val="lgDash"/>
                <a:miter lim="800000"/>
                <a:headEnd type="none" w="sm" len="sm"/>
                <a:tailEnd type="none" w="sm" len="sm"/>
              </a:ln>
            </p:spPr>
          </p:cxnSp>
          <p:cxnSp>
            <p:nvCxnSpPr>
              <p:cNvPr id="258" name="Google Shape;258;p27"/>
              <p:cNvCxnSpPr/>
              <p:nvPr/>
            </p:nvCxnSpPr>
            <p:spPr>
              <a:xfrm>
                <a:off x="9493895" y="5803642"/>
                <a:ext cx="0" cy="693109"/>
              </a:xfrm>
              <a:prstGeom prst="straightConnector1">
                <a:avLst/>
              </a:prstGeom>
              <a:noFill/>
              <a:ln w="9525" cap="flat" cmpd="sng">
                <a:solidFill>
                  <a:schemeClr val="dk1"/>
                </a:solidFill>
                <a:prstDash val="solid"/>
                <a:miter lim="800000"/>
                <a:headEnd type="triangle" w="med" len="med"/>
                <a:tailEnd type="triangle" w="med" len="med"/>
              </a:ln>
            </p:spPr>
          </p:cxnSp>
          <p:cxnSp>
            <p:nvCxnSpPr>
              <p:cNvPr id="259" name="Google Shape;259;p27"/>
              <p:cNvCxnSpPr/>
              <p:nvPr/>
            </p:nvCxnSpPr>
            <p:spPr>
              <a:xfrm>
                <a:off x="10468947" y="6256176"/>
                <a:ext cx="0" cy="244331"/>
              </a:xfrm>
              <a:prstGeom prst="straightConnector1">
                <a:avLst/>
              </a:prstGeom>
              <a:noFill/>
              <a:ln w="9525" cap="flat" cmpd="sng">
                <a:solidFill>
                  <a:schemeClr val="dk1"/>
                </a:solidFill>
                <a:prstDash val="solid"/>
                <a:miter lim="800000"/>
                <a:headEnd type="triangle" w="med" len="med"/>
                <a:tailEnd type="triangle" w="med" len="med"/>
              </a:ln>
            </p:spPr>
          </p:cxnSp>
          <p:cxnSp>
            <p:nvCxnSpPr>
              <p:cNvPr id="260" name="Google Shape;260;p27"/>
              <p:cNvCxnSpPr/>
              <p:nvPr/>
            </p:nvCxnSpPr>
            <p:spPr>
              <a:xfrm>
                <a:off x="9956464" y="3860229"/>
                <a:ext cx="442510" cy="0"/>
              </a:xfrm>
              <a:prstGeom prst="straightConnector1">
                <a:avLst/>
              </a:prstGeom>
              <a:noFill/>
              <a:ln w="38100" cap="flat" cmpd="sng">
                <a:solidFill>
                  <a:schemeClr val="dk1"/>
                </a:solidFill>
                <a:prstDash val="solid"/>
                <a:miter lim="800000"/>
                <a:headEnd type="none" w="sm" len="sm"/>
                <a:tailEnd type="none" w="sm" len="sm"/>
              </a:ln>
            </p:spPr>
          </p:cxnSp>
        </p:grpSp>
        <p:sp>
          <p:nvSpPr>
            <p:cNvPr id="261" name="Google Shape;261;p27"/>
            <p:cNvSpPr txBox="1"/>
            <p:nvPr/>
          </p:nvSpPr>
          <p:spPr>
            <a:xfrm>
              <a:off x="9002106" y="5313435"/>
              <a:ext cx="335902"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000">
                  <a:solidFill>
                    <a:schemeClr val="dk1"/>
                  </a:solidFill>
                  <a:latin typeface="Fira Sans Extra Condensed"/>
                  <a:ea typeface="Fira Sans Extra Condensed"/>
                  <a:cs typeface="Fira Sans Extra Condensed"/>
                  <a:sym typeface="Fira Sans Extra Condensed"/>
                </a:rPr>
                <a:t>A</a:t>
              </a:r>
              <a:endParaRPr sz="2000">
                <a:solidFill>
                  <a:schemeClr val="dk1"/>
                </a:solidFill>
                <a:latin typeface="Fira Sans Extra Condensed"/>
                <a:ea typeface="Fira Sans Extra Condensed"/>
                <a:cs typeface="Fira Sans Extra Condensed"/>
                <a:sym typeface="Fira Sans Extra Condensed"/>
              </a:endParaRPr>
            </a:p>
          </p:txBody>
        </p:sp>
        <p:sp>
          <p:nvSpPr>
            <p:cNvPr id="262" name="Google Shape;262;p27"/>
            <p:cNvSpPr txBox="1"/>
            <p:nvPr/>
          </p:nvSpPr>
          <p:spPr>
            <a:xfrm>
              <a:off x="10245946" y="3405217"/>
              <a:ext cx="335902"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000">
                  <a:solidFill>
                    <a:schemeClr val="dk1"/>
                  </a:solidFill>
                  <a:latin typeface="Fira Sans Extra Condensed"/>
                  <a:ea typeface="Fira Sans Extra Condensed"/>
                  <a:cs typeface="Fira Sans Extra Condensed"/>
                  <a:sym typeface="Fira Sans Extra Condensed"/>
                </a:rPr>
                <a:t>Q</a:t>
              </a:r>
              <a:endParaRPr sz="2000">
                <a:solidFill>
                  <a:schemeClr val="dk1"/>
                </a:solidFill>
                <a:latin typeface="Fira Sans Extra Condensed"/>
                <a:ea typeface="Fira Sans Extra Condensed"/>
                <a:cs typeface="Fira Sans Extra Condensed"/>
                <a:sym typeface="Fira Sans Extra Condensed"/>
              </a:endParaRPr>
            </a:p>
          </p:txBody>
        </p:sp>
        <p:sp>
          <p:nvSpPr>
            <p:cNvPr id="263" name="Google Shape;263;p27"/>
            <p:cNvSpPr txBox="1"/>
            <p:nvPr/>
          </p:nvSpPr>
          <p:spPr>
            <a:xfrm>
              <a:off x="11486055" y="5322199"/>
              <a:ext cx="335902"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000">
                  <a:solidFill>
                    <a:schemeClr val="dk1"/>
                  </a:solidFill>
                  <a:latin typeface="Fira Sans Extra Condensed"/>
                  <a:ea typeface="Fira Sans Extra Condensed"/>
                  <a:cs typeface="Fira Sans Extra Condensed"/>
                  <a:sym typeface="Fira Sans Extra Condensed"/>
                </a:rPr>
                <a:t>B</a:t>
              </a:r>
              <a:endParaRPr sz="2000">
                <a:solidFill>
                  <a:schemeClr val="dk1"/>
                </a:solidFill>
                <a:latin typeface="Fira Sans Extra Condensed"/>
                <a:ea typeface="Fira Sans Extra Condensed"/>
                <a:cs typeface="Fira Sans Extra Condensed"/>
                <a:sym typeface="Fira Sans Extra Condensed"/>
              </a:endParaRPr>
            </a:p>
          </p:txBody>
        </p:sp>
        <p:sp>
          <p:nvSpPr>
            <p:cNvPr id="264" name="Google Shape;264;p27"/>
            <p:cNvSpPr txBox="1"/>
            <p:nvPr/>
          </p:nvSpPr>
          <p:spPr>
            <a:xfrm>
              <a:off x="10287939" y="6368085"/>
              <a:ext cx="335902"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000">
                  <a:solidFill>
                    <a:schemeClr val="dk1"/>
                  </a:solidFill>
                  <a:latin typeface="Fira Sans Extra Condensed"/>
                  <a:ea typeface="Fira Sans Extra Condensed"/>
                  <a:cs typeface="Fira Sans Extra Condensed"/>
                  <a:sym typeface="Fira Sans Extra Condensed"/>
                </a:rPr>
                <a:t>O</a:t>
              </a:r>
              <a:endParaRPr sz="2000">
                <a:solidFill>
                  <a:schemeClr val="dk1"/>
                </a:solidFill>
                <a:latin typeface="Fira Sans Extra Condensed"/>
                <a:ea typeface="Fira Sans Extra Condensed"/>
                <a:cs typeface="Fira Sans Extra Condensed"/>
                <a:sym typeface="Fira Sans Extra Condensed"/>
              </a:endParaRPr>
            </a:p>
          </p:txBody>
        </p:sp>
        <p:sp>
          <p:nvSpPr>
            <p:cNvPr id="265" name="Google Shape;265;p27"/>
            <p:cNvSpPr txBox="1"/>
            <p:nvPr/>
          </p:nvSpPr>
          <p:spPr>
            <a:xfrm>
              <a:off x="11039979" y="5698923"/>
              <a:ext cx="335902"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000">
                  <a:solidFill>
                    <a:schemeClr val="dk1"/>
                  </a:solidFill>
                  <a:latin typeface="Fira Sans Extra Condensed"/>
                  <a:ea typeface="Fira Sans Extra Condensed"/>
                  <a:cs typeface="Fira Sans Extra Condensed"/>
                  <a:sym typeface="Fira Sans Extra Condensed"/>
                </a:rPr>
                <a:t>C</a:t>
              </a:r>
              <a:endParaRPr sz="2000">
                <a:solidFill>
                  <a:schemeClr val="dk1"/>
                </a:solidFill>
                <a:latin typeface="Fira Sans Extra Condensed"/>
                <a:ea typeface="Fira Sans Extra Condensed"/>
                <a:cs typeface="Fira Sans Extra Condensed"/>
                <a:sym typeface="Fira Sans Extra Condensed"/>
              </a:endParaRPr>
            </a:p>
          </p:txBody>
        </p:sp>
        <p:sp>
          <p:nvSpPr>
            <p:cNvPr id="266" name="Google Shape;266;p27"/>
            <p:cNvSpPr txBox="1"/>
            <p:nvPr/>
          </p:nvSpPr>
          <p:spPr>
            <a:xfrm>
              <a:off x="9712947" y="5818888"/>
              <a:ext cx="741303"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000">
                  <a:solidFill>
                    <a:schemeClr val="dk1"/>
                  </a:solidFill>
                  <a:latin typeface="Fira Sans Extra Condensed"/>
                  <a:ea typeface="Fira Sans Extra Condensed"/>
                  <a:cs typeface="Fira Sans Extra Condensed"/>
                  <a:sym typeface="Fira Sans Extra Condensed"/>
                </a:rPr>
                <a:t>h</a:t>
              </a:r>
              <a:r>
                <a:rPr lang="vi-VN" sz="2000" baseline="-25000">
                  <a:solidFill>
                    <a:schemeClr val="dk1"/>
                  </a:solidFill>
                  <a:latin typeface="Fira Sans Extra Condensed"/>
                  <a:ea typeface="Fira Sans Extra Condensed"/>
                  <a:cs typeface="Fira Sans Extra Condensed"/>
                  <a:sym typeface="Fira Sans Extra Condensed"/>
                </a:rPr>
                <a:t>A</a:t>
              </a:r>
              <a:r>
                <a:rPr lang="vi-VN" sz="2000">
                  <a:solidFill>
                    <a:schemeClr val="dk1"/>
                  </a:solidFill>
                  <a:latin typeface="Fira Sans Extra Condensed"/>
                  <a:ea typeface="Fira Sans Extra Condensed"/>
                  <a:cs typeface="Fira Sans Extra Condensed"/>
                  <a:sym typeface="Fira Sans Extra Condensed"/>
                </a:rPr>
                <a:t>=h</a:t>
              </a:r>
              <a:r>
                <a:rPr lang="vi-VN" sz="2000" baseline="-25000">
                  <a:solidFill>
                    <a:schemeClr val="dk1"/>
                  </a:solidFill>
                  <a:latin typeface="Fira Sans Extra Condensed"/>
                  <a:ea typeface="Fira Sans Extra Condensed"/>
                  <a:cs typeface="Fira Sans Extra Condensed"/>
                  <a:sym typeface="Fira Sans Extra Condensed"/>
                </a:rPr>
                <a:t>B</a:t>
              </a:r>
              <a:endParaRPr sz="2000">
                <a:solidFill>
                  <a:schemeClr val="dk1"/>
                </a:solidFill>
                <a:latin typeface="Fira Sans Extra Condensed"/>
                <a:ea typeface="Fira Sans Extra Condensed"/>
                <a:cs typeface="Fira Sans Extra Condensed"/>
                <a:sym typeface="Fira Sans Extra Condensed"/>
              </a:endParaRPr>
            </a:p>
          </p:txBody>
        </p:sp>
        <p:sp>
          <p:nvSpPr>
            <p:cNvPr id="267" name="Google Shape;267;p27"/>
            <p:cNvSpPr txBox="1"/>
            <p:nvPr/>
          </p:nvSpPr>
          <p:spPr>
            <a:xfrm>
              <a:off x="10812776" y="6101434"/>
              <a:ext cx="335902"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000">
                  <a:solidFill>
                    <a:schemeClr val="dk1"/>
                  </a:solidFill>
                  <a:latin typeface="Fira Sans Extra Condensed"/>
                  <a:ea typeface="Fira Sans Extra Condensed"/>
                  <a:cs typeface="Fira Sans Extra Condensed"/>
                  <a:sym typeface="Fira Sans Extra Condensed"/>
                </a:rPr>
                <a:t>h</a:t>
              </a:r>
              <a:endParaRPr sz="2000">
                <a:solidFill>
                  <a:schemeClr val="dk1"/>
                </a:solidFill>
                <a:latin typeface="Fira Sans Extra Condensed"/>
                <a:ea typeface="Fira Sans Extra Condensed"/>
                <a:cs typeface="Fira Sans Extra Condensed"/>
                <a:sym typeface="Fira Sans Extra Condensed"/>
              </a:endParaRPr>
            </a:p>
          </p:txBody>
        </p:sp>
        <p:sp>
          <p:nvSpPr>
            <p:cNvPr id="268" name="Google Shape;268;p27"/>
            <p:cNvSpPr txBox="1"/>
            <p:nvPr/>
          </p:nvSpPr>
          <p:spPr>
            <a:xfrm>
              <a:off x="10027142" y="4348390"/>
              <a:ext cx="335902" cy="400110"/>
            </a:xfrm>
            <a:prstGeom prst="rect">
              <a:avLst/>
            </a:prstGeom>
            <a:blipFill rotWithShape="1">
              <a:blip r:embed="rId6"/>
              <a:stretch>
                <a:fillRect l="-1606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269" name="Google Shape;269;p27"/>
            <p:cNvSpPr txBox="1"/>
            <p:nvPr/>
          </p:nvSpPr>
          <p:spPr>
            <a:xfrm>
              <a:off x="10423224" y="4469529"/>
              <a:ext cx="335902"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000">
                  <a:solidFill>
                    <a:schemeClr val="dk1"/>
                  </a:solidFill>
                  <a:latin typeface="Fira Sans Extra Condensed"/>
                  <a:ea typeface="Fira Sans Extra Condensed"/>
                  <a:cs typeface="Fira Sans Extra Condensed"/>
                  <a:sym typeface="Fira Sans Extra Condensed"/>
                </a:rPr>
                <a:t>α</a:t>
              </a:r>
              <a:endParaRPr sz="2000">
                <a:solidFill>
                  <a:schemeClr val="dk1"/>
                </a:solidFill>
                <a:latin typeface="Fira Sans Extra Condensed"/>
                <a:ea typeface="Fira Sans Extra Condensed"/>
                <a:cs typeface="Fira Sans Extra Condensed"/>
                <a:sym typeface="Fira Sans Extra Condensed"/>
              </a:endParaRPr>
            </a:p>
          </p:txBody>
        </p:sp>
        <p:sp>
          <p:nvSpPr>
            <p:cNvPr id="270" name="Google Shape;270;p27"/>
            <p:cNvSpPr/>
            <p:nvPr/>
          </p:nvSpPr>
          <p:spPr>
            <a:xfrm rot="9336694">
              <a:off x="10159637" y="3968879"/>
              <a:ext cx="335902" cy="335902"/>
            </a:xfrm>
            <a:prstGeom prst="arc">
              <a:avLst>
                <a:gd name="adj1" fmla="val 16200000"/>
                <a:gd name="adj2" fmla="val 0"/>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71" name="Google Shape;271;p27"/>
            <p:cNvSpPr/>
            <p:nvPr/>
          </p:nvSpPr>
          <p:spPr>
            <a:xfrm rot="6787593">
              <a:off x="10312037" y="4205258"/>
              <a:ext cx="335902" cy="335902"/>
            </a:xfrm>
            <a:prstGeom prst="arc">
              <a:avLst>
                <a:gd name="adj1" fmla="val 16200000"/>
                <a:gd name="adj2" fmla="val 0"/>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72" name="Google Shape;272;p27"/>
            <p:cNvSpPr/>
            <p:nvPr/>
          </p:nvSpPr>
          <p:spPr>
            <a:xfrm rot="6787593">
              <a:off x="10305041" y="4162649"/>
              <a:ext cx="335902" cy="335902"/>
            </a:xfrm>
            <a:prstGeom prst="arc">
              <a:avLst>
                <a:gd name="adj1" fmla="val 16200000"/>
                <a:gd name="adj2" fmla="val 0"/>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grpSp>
      <p:sp>
        <p:nvSpPr>
          <p:cNvPr id="273" name="Google Shape;273;p27"/>
          <p:cNvSpPr txBox="1"/>
          <p:nvPr/>
        </p:nvSpPr>
        <p:spPr>
          <a:xfrm>
            <a:off x="514704" y="3875766"/>
            <a:ext cx="6388364" cy="430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2200">
                <a:solidFill>
                  <a:schemeClr val="dk1"/>
                </a:solidFill>
                <a:latin typeface="Fira Sans Extra Condensed"/>
                <a:ea typeface="Fira Sans Extra Condensed"/>
                <a:cs typeface="Fira Sans Extra Condensed"/>
                <a:sym typeface="Fira Sans Extra Condensed"/>
              </a:rPr>
              <a:t>a) Chọn mốc để tính thế năng của vật tại vị trí cân bằng O.</a:t>
            </a:r>
            <a:endParaRPr lang="vi-VN" sz="2200">
              <a:solidFill>
                <a:schemeClr val="dk1"/>
              </a:solidFill>
              <a:latin typeface="Fira Sans Extra Condensed"/>
              <a:ea typeface="Fira Sans Extra Condensed"/>
              <a:cs typeface="Fira Sans Extra Condensed"/>
              <a:sym typeface="Fira Sans Extra Condensed"/>
            </a:endParaRPr>
          </a:p>
        </p:txBody>
      </p:sp>
      <p:sp>
        <p:nvSpPr>
          <p:cNvPr id="274" name="Google Shape;274;p27"/>
          <p:cNvSpPr txBox="1"/>
          <p:nvPr/>
        </p:nvSpPr>
        <p:spPr>
          <a:xfrm>
            <a:off x="4859662" y="3429110"/>
            <a:ext cx="2043405"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400" b="1">
                <a:solidFill>
                  <a:srgbClr val="002060"/>
                </a:solidFill>
                <a:latin typeface="Fira Sans Extra Condensed"/>
                <a:ea typeface="Fira Sans Extra Condensed"/>
                <a:cs typeface="Fira Sans Extra Condensed"/>
                <a:sym typeface="Fira Sans Extra Condensed"/>
              </a:rPr>
              <a:t>Hướng dẫn giải</a:t>
            </a:r>
            <a:endParaRPr sz="2400" b="1">
              <a:solidFill>
                <a:srgbClr val="002060"/>
              </a:solidFill>
              <a:latin typeface="Fira Sans Extra Condensed"/>
              <a:ea typeface="Fira Sans Extra Condensed"/>
              <a:cs typeface="Fira Sans Extra Condensed"/>
              <a:sym typeface="Fira Sans Extra Condensed"/>
            </a:endParaRPr>
          </a:p>
        </p:txBody>
      </p:sp>
      <p:sp>
        <p:nvSpPr>
          <p:cNvPr id="275" name="Google Shape;275;p27"/>
          <p:cNvSpPr txBox="1"/>
          <p:nvPr/>
        </p:nvSpPr>
        <p:spPr>
          <a:xfrm>
            <a:off x="732916" y="4262479"/>
            <a:ext cx="6218852" cy="430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2200">
                <a:solidFill>
                  <a:schemeClr val="dk1"/>
                </a:solidFill>
                <a:latin typeface="Fira Sans Extra Condensed"/>
                <a:ea typeface="Fira Sans Extra Condensed"/>
                <a:cs typeface="Fira Sans Extra Condensed"/>
                <a:sym typeface="Fira Sans Extra Condensed"/>
              </a:rPr>
              <a:t>■ Thế năng và động năng của vật tại vị trí biên A và B là:</a:t>
            </a:r>
            <a:endParaRPr sz="2200">
              <a:solidFill>
                <a:schemeClr val="dk1"/>
              </a:solidFill>
              <a:latin typeface="Calibri"/>
              <a:ea typeface="Calibri"/>
              <a:cs typeface="Calibri"/>
              <a:sym typeface="Calibri"/>
            </a:endParaRPr>
          </a:p>
        </p:txBody>
      </p:sp>
      <p:sp>
        <p:nvSpPr>
          <p:cNvPr id="276" name="Google Shape;276;p27"/>
          <p:cNvSpPr txBox="1"/>
          <p:nvPr/>
        </p:nvSpPr>
        <p:spPr>
          <a:xfrm>
            <a:off x="792861" y="5182391"/>
            <a:ext cx="2621902" cy="369332"/>
          </a:xfrm>
          <a:prstGeom prst="rect">
            <a:avLst/>
          </a:prstGeom>
          <a:blipFill rotWithShape="1">
            <a:blip r:embed="rId7"/>
            <a:stretch>
              <a:fillRect b="-163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277" name="Google Shape;277;p27"/>
          <p:cNvSpPr txBox="1"/>
          <p:nvPr/>
        </p:nvSpPr>
        <p:spPr>
          <a:xfrm>
            <a:off x="6779221" y="4256884"/>
            <a:ext cx="2707118" cy="369332"/>
          </a:xfrm>
          <a:prstGeom prst="rect">
            <a:avLst/>
          </a:prstGeom>
          <a:blipFill rotWithShape="1">
            <a:blip r:embed="rId8"/>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278" name="Google Shape;278;p27"/>
          <p:cNvSpPr txBox="1"/>
          <p:nvPr/>
        </p:nvSpPr>
        <p:spPr>
          <a:xfrm>
            <a:off x="837880" y="4612783"/>
            <a:ext cx="6522102" cy="658385"/>
          </a:xfrm>
          <a:prstGeom prst="rect">
            <a:avLst/>
          </a:prstGeom>
          <a:blipFill rotWithShape="1">
            <a:blip r:embed="rId9"/>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279" name="Google Shape;279;p27"/>
          <p:cNvSpPr txBox="1"/>
          <p:nvPr/>
        </p:nvSpPr>
        <p:spPr>
          <a:xfrm>
            <a:off x="703057" y="5544749"/>
            <a:ext cx="6218852" cy="430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2200">
                <a:solidFill>
                  <a:schemeClr val="dk1"/>
                </a:solidFill>
                <a:latin typeface="Fira Sans Extra Condensed"/>
                <a:ea typeface="Fira Sans Extra Condensed"/>
                <a:cs typeface="Fira Sans Extra Condensed"/>
                <a:sym typeface="Fira Sans Extra Condensed"/>
              </a:rPr>
              <a:t>■ Thế năng và động năng của vật tại vị trí cân bằng O là:</a:t>
            </a:r>
            <a:endParaRPr sz="2200">
              <a:solidFill>
                <a:schemeClr val="dk1"/>
              </a:solidFill>
              <a:latin typeface="Calibri"/>
              <a:ea typeface="Calibri"/>
              <a:cs typeface="Calibri"/>
              <a:sym typeface="Calibri"/>
            </a:endParaRPr>
          </a:p>
        </p:txBody>
      </p:sp>
      <p:sp>
        <p:nvSpPr>
          <p:cNvPr id="280" name="Google Shape;280;p27"/>
          <p:cNvSpPr txBox="1"/>
          <p:nvPr/>
        </p:nvSpPr>
        <p:spPr>
          <a:xfrm>
            <a:off x="6723169" y="5577298"/>
            <a:ext cx="2043405" cy="369332"/>
          </a:xfrm>
          <a:prstGeom prst="rect">
            <a:avLst/>
          </a:prstGeom>
          <a:blipFill rotWithShape="1">
            <a:blip r:embed="rId10"/>
            <a:stretch>
              <a:fillRect b="-1666"/>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281" name="Google Shape;281;p27"/>
          <p:cNvSpPr txBox="1"/>
          <p:nvPr/>
        </p:nvSpPr>
        <p:spPr>
          <a:xfrm>
            <a:off x="1351588" y="5975636"/>
            <a:ext cx="4764982" cy="650691"/>
          </a:xfrm>
          <a:prstGeom prst="rect">
            <a:avLst/>
          </a:prstGeom>
          <a:blipFill rotWithShape="1">
            <a:blip r:embed="rId11"/>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45"/>
                                        </p:tgtEl>
                                        <p:attrNameLst>
                                          <p:attrName>style.visibility</p:attrName>
                                        </p:attrNameLst>
                                      </p:cBhvr>
                                      <p:to>
                                        <p:strVal val="visible"/>
                                      </p:to>
                                    </p:set>
                                    <p:animEffect transition="in" filter="fade">
                                      <p:cBhvr>
                                        <p:cTn id="7" dur="500"/>
                                        <p:tgtEl>
                                          <p:spTgt spid="245"/>
                                        </p:tgtEl>
                                      </p:cBhvr>
                                    </p:animEffect>
                                  </p:childTnLst>
                                </p:cTn>
                              </p:par>
                              <p:par>
                                <p:cTn id="8" presetID="10" presetClass="entr" presetSubtype="0" fill="hold" nodeType="withEffect">
                                  <p:stCondLst>
                                    <p:cond delay="0"/>
                                  </p:stCondLst>
                                  <p:childTnLst>
                                    <p:set>
                                      <p:cBhvr>
                                        <p:cTn id="9" dur="1" fill="hold">
                                          <p:stCondLst>
                                            <p:cond delay="0"/>
                                          </p:stCondLst>
                                        </p:cTn>
                                        <p:tgtEl>
                                          <p:spTgt spid="247"/>
                                        </p:tgtEl>
                                        <p:attrNameLst>
                                          <p:attrName>style.visibility</p:attrName>
                                        </p:attrNameLst>
                                      </p:cBhvr>
                                      <p:to>
                                        <p:strVal val="visible"/>
                                      </p:to>
                                    </p:set>
                                    <p:animEffect transition="in" filter="fade">
                                      <p:cBhvr>
                                        <p:cTn id="10" dur="500"/>
                                        <p:tgtEl>
                                          <p:spTgt spid="24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74"/>
                                        </p:tgtEl>
                                        <p:attrNameLst>
                                          <p:attrName>style.visibility</p:attrName>
                                        </p:attrNameLst>
                                      </p:cBhvr>
                                      <p:to>
                                        <p:strVal val="visible"/>
                                      </p:to>
                                    </p:set>
                                    <p:animEffect transition="in" filter="fade">
                                      <p:cBhvr>
                                        <p:cTn id="15" dur="500"/>
                                        <p:tgtEl>
                                          <p:spTgt spid="274"/>
                                        </p:tgtEl>
                                      </p:cBhvr>
                                    </p:animEffect>
                                  </p:childTnLst>
                                </p:cTn>
                              </p:par>
                              <p:par>
                                <p:cTn id="16" presetID="10" presetClass="entr" presetSubtype="0" fill="hold" nodeType="withEffect">
                                  <p:stCondLst>
                                    <p:cond delay="0"/>
                                  </p:stCondLst>
                                  <p:childTnLst>
                                    <p:set>
                                      <p:cBhvr>
                                        <p:cTn id="17" dur="1" fill="hold">
                                          <p:stCondLst>
                                            <p:cond delay="0"/>
                                          </p:stCondLst>
                                        </p:cTn>
                                        <p:tgtEl>
                                          <p:spTgt spid="248"/>
                                        </p:tgtEl>
                                        <p:attrNameLst>
                                          <p:attrName>style.visibility</p:attrName>
                                        </p:attrNameLst>
                                      </p:cBhvr>
                                      <p:to>
                                        <p:strVal val="visible"/>
                                      </p:to>
                                    </p:set>
                                    <p:animEffect transition="in" filter="fade">
                                      <p:cBhvr>
                                        <p:cTn id="18" dur="500"/>
                                        <p:tgtEl>
                                          <p:spTgt spid="248"/>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273"/>
                                        </p:tgtEl>
                                        <p:attrNameLst>
                                          <p:attrName>style.visibility</p:attrName>
                                        </p:attrNameLst>
                                      </p:cBhvr>
                                      <p:to>
                                        <p:strVal val="visible"/>
                                      </p:to>
                                    </p:set>
                                    <p:anim calcmode="lin" valueType="num">
                                      <p:cBhvr additive="base">
                                        <p:cTn id="23" dur="500"/>
                                        <p:tgtEl>
                                          <p:spTgt spid="273"/>
                                        </p:tgtEl>
                                        <p:attrNameLst>
                                          <p:attrName>ppt_x</p:attrName>
                                        </p:attrNameLst>
                                      </p:cBhvr>
                                      <p:tavLst>
                                        <p:tav tm="0" fmla="">
                                          <p:val>
                                            <p:strVal val="#ppt_x-1"/>
                                          </p:val>
                                        </p:tav>
                                        <p:tav tm="100000" fmla="">
                                          <p:val>
                                            <p:strVal val="#ppt_x"/>
                                          </p:val>
                                        </p:tav>
                                      </p:tavLst>
                                    </p:anim>
                                  </p:childTnLst>
                                </p:cTn>
                              </p:par>
                            </p:childTnLst>
                          </p:cTn>
                        </p:par>
                        <p:par>
                          <p:cTn id="24" fill="hold">
                            <p:stCondLst>
                              <p:cond delay="500"/>
                            </p:stCondLst>
                            <p:childTnLst>
                              <p:par>
                                <p:cTn id="25" presetID="2" presetClass="entr" presetSubtype="8" fill="hold" nodeType="afterEffect">
                                  <p:stCondLst>
                                    <p:cond delay="0"/>
                                  </p:stCondLst>
                                  <p:childTnLst>
                                    <p:set>
                                      <p:cBhvr>
                                        <p:cTn id="26" dur="1" fill="hold">
                                          <p:stCondLst>
                                            <p:cond delay="0"/>
                                          </p:stCondLst>
                                        </p:cTn>
                                        <p:tgtEl>
                                          <p:spTgt spid="275"/>
                                        </p:tgtEl>
                                        <p:attrNameLst>
                                          <p:attrName>style.visibility</p:attrName>
                                        </p:attrNameLst>
                                      </p:cBhvr>
                                      <p:to>
                                        <p:strVal val="visible"/>
                                      </p:to>
                                    </p:set>
                                    <p:anim calcmode="lin" valueType="num">
                                      <p:cBhvr additive="base">
                                        <p:cTn id="27" dur="500"/>
                                        <p:tgtEl>
                                          <p:spTgt spid="275"/>
                                        </p:tgtEl>
                                        <p:attrNameLst>
                                          <p:attrName>ppt_x</p:attrName>
                                        </p:attrNameLst>
                                      </p:cBhvr>
                                      <p:tavLst>
                                        <p:tav tm="0" fmla="">
                                          <p:val>
                                            <p:strVal val="#ppt_x-1"/>
                                          </p:val>
                                        </p:tav>
                                        <p:tav tm="100000" fmla="">
                                          <p:val>
                                            <p:strVal val="#ppt_x"/>
                                          </p:val>
                                        </p:tav>
                                      </p:tavLst>
                                    </p:anim>
                                  </p:childTnLst>
                                </p:cTn>
                              </p:par>
                            </p:childTnLst>
                          </p:cTn>
                        </p:par>
                        <p:par>
                          <p:cTn id="28" fill="hold">
                            <p:stCondLst>
                              <p:cond delay="1000"/>
                            </p:stCondLst>
                            <p:childTnLst>
                              <p:par>
                                <p:cTn id="29" presetID="2" presetClass="entr" presetSubtype="8" fill="hold" nodeType="afterEffect">
                                  <p:stCondLst>
                                    <p:cond delay="0"/>
                                  </p:stCondLst>
                                  <p:childTnLst>
                                    <p:set>
                                      <p:cBhvr>
                                        <p:cTn id="30" dur="1" fill="hold">
                                          <p:stCondLst>
                                            <p:cond delay="0"/>
                                          </p:stCondLst>
                                        </p:cTn>
                                        <p:tgtEl>
                                          <p:spTgt spid="277"/>
                                        </p:tgtEl>
                                        <p:attrNameLst>
                                          <p:attrName>style.visibility</p:attrName>
                                        </p:attrNameLst>
                                      </p:cBhvr>
                                      <p:to>
                                        <p:strVal val="visible"/>
                                      </p:to>
                                    </p:set>
                                    <p:anim calcmode="lin" valueType="num">
                                      <p:cBhvr additive="base">
                                        <p:cTn id="31" dur="500"/>
                                        <p:tgtEl>
                                          <p:spTgt spid="277"/>
                                        </p:tgtEl>
                                        <p:attrNameLst>
                                          <p:attrName>ppt_x</p:attrName>
                                        </p:attrNameLst>
                                      </p:cBhvr>
                                      <p:tavLst>
                                        <p:tav tm="0" fmla="">
                                          <p:val>
                                            <p:strVal val="#ppt_x-1"/>
                                          </p:val>
                                        </p:tav>
                                        <p:tav tm="100000" fmla="">
                                          <p:val>
                                            <p:strVal val="#ppt_x"/>
                                          </p:val>
                                        </p:tav>
                                      </p:tavLst>
                                    </p:anim>
                                  </p:childTnLst>
                                </p:cTn>
                              </p:par>
                            </p:childTnLst>
                          </p:cTn>
                        </p:par>
                        <p:par>
                          <p:cTn id="32" fill="hold">
                            <p:stCondLst>
                              <p:cond delay="1500"/>
                            </p:stCondLst>
                            <p:childTnLst>
                              <p:par>
                                <p:cTn id="33" presetID="2" presetClass="entr" presetSubtype="8" fill="hold" nodeType="afterEffect">
                                  <p:stCondLst>
                                    <p:cond delay="0"/>
                                  </p:stCondLst>
                                  <p:childTnLst>
                                    <p:set>
                                      <p:cBhvr>
                                        <p:cTn id="34" dur="1" fill="hold">
                                          <p:stCondLst>
                                            <p:cond delay="0"/>
                                          </p:stCondLst>
                                        </p:cTn>
                                        <p:tgtEl>
                                          <p:spTgt spid="278"/>
                                        </p:tgtEl>
                                        <p:attrNameLst>
                                          <p:attrName>style.visibility</p:attrName>
                                        </p:attrNameLst>
                                      </p:cBhvr>
                                      <p:to>
                                        <p:strVal val="visible"/>
                                      </p:to>
                                    </p:set>
                                    <p:anim calcmode="lin" valueType="num">
                                      <p:cBhvr additive="base">
                                        <p:cTn id="35" dur="500"/>
                                        <p:tgtEl>
                                          <p:spTgt spid="278"/>
                                        </p:tgtEl>
                                        <p:attrNameLst>
                                          <p:attrName>ppt_x</p:attrName>
                                        </p:attrNameLst>
                                      </p:cBhvr>
                                      <p:tavLst>
                                        <p:tav tm="0" fmla="">
                                          <p:val>
                                            <p:strVal val="#ppt_x-1"/>
                                          </p:val>
                                        </p:tav>
                                        <p:tav tm="100000" fmla="">
                                          <p:val>
                                            <p:strVal val="#ppt_x"/>
                                          </p:val>
                                        </p:tav>
                                      </p:tavLst>
                                    </p:anim>
                                  </p:childTnLst>
                                </p:cTn>
                              </p:par>
                            </p:childTnLst>
                          </p:cTn>
                        </p:par>
                        <p:par>
                          <p:cTn id="36" fill="hold">
                            <p:stCondLst>
                              <p:cond delay="2000"/>
                            </p:stCondLst>
                            <p:childTnLst>
                              <p:par>
                                <p:cTn id="37" presetID="2" presetClass="entr" presetSubtype="8" fill="hold" nodeType="afterEffect">
                                  <p:stCondLst>
                                    <p:cond delay="0"/>
                                  </p:stCondLst>
                                  <p:childTnLst>
                                    <p:set>
                                      <p:cBhvr>
                                        <p:cTn id="38" dur="1" fill="hold">
                                          <p:stCondLst>
                                            <p:cond delay="0"/>
                                          </p:stCondLst>
                                        </p:cTn>
                                        <p:tgtEl>
                                          <p:spTgt spid="276"/>
                                        </p:tgtEl>
                                        <p:attrNameLst>
                                          <p:attrName>style.visibility</p:attrName>
                                        </p:attrNameLst>
                                      </p:cBhvr>
                                      <p:to>
                                        <p:strVal val="visible"/>
                                      </p:to>
                                    </p:set>
                                    <p:anim calcmode="lin" valueType="num">
                                      <p:cBhvr additive="base">
                                        <p:cTn id="39" dur="500"/>
                                        <p:tgtEl>
                                          <p:spTgt spid="276"/>
                                        </p:tgtEl>
                                        <p:attrNameLst>
                                          <p:attrName>ppt_x</p:attrName>
                                        </p:attrNameLst>
                                      </p:cBhvr>
                                      <p:tavLst>
                                        <p:tav tm="0" fmla="">
                                          <p:val>
                                            <p:strVal val="#ppt_x-1"/>
                                          </p:val>
                                        </p:tav>
                                        <p:tav tm="100000" fmla="">
                                          <p:val>
                                            <p:strVal val="#ppt_x"/>
                                          </p:val>
                                        </p:tav>
                                      </p:tavLst>
                                    </p:anim>
                                  </p:childTnLst>
                                </p:cTn>
                              </p:par>
                            </p:childTnLst>
                          </p:cTn>
                        </p:par>
                        <p:par>
                          <p:cTn id="40" fill="hold">
                            <p:stCondLst>
                              <p:cond delay="2500"/>
                            </p:stCondLst>
                            <p:childTnLst>
                              <p:par>
                                <p:cTn id="41" presetID="2" presetClass="entr" presetSubtype="8" fill="hold" nodeType="afterEffect">
                                  <p:stCondLst>
                                    <p:cond delay="0"/>
                                  </p:stCondLst>
                                  <p:childTnLst>
                                    <p:set>
                                      <p:cBhvr>
                                        <p:cTn id="42" dur="1" fill="hold">
                                          <p:stCondLst>
                                            <p:cond delay="0"/>
                                          </p:stCondLst>
                                        </p:cTn>
                                        <p:tgtEl>
                                          <p:spTgt spid="279"/>
                                        </p:tgtEl>
                                        <p:attrNameLst>
                                          <p:attrName>style.visibility</p:attrName>
                                        </p:attrNameLst>
                                      </p:cBhvr>
                                      <p:to>
                                        <p:strVal val="visible"/>
                                      </p:to>
                                    </p:set>
                                    <p:anim calcmode="lin" valueType="num">
                                      <p:cBhvr additive="base">
                                        <p:cTn id="43" dur="500"/>
                                        <p:tgtEl>
                                          <p:spTgt spid="279"/>
                                        </p:tgtEl>
                                        <p:attrNameLst>
                                          <p:attrName>ppt_x</p:attrName>
                                        </p:attrNameLst>
                                      </p:cBhvr>
                                      <p:tavLst>
                                        <p:tav tm="0" fmla="">
                                          <p:val>
                                            <p:strVal val="#ppt_x-1"/>
                                          </p:val>
                                        </p:tav>
                                        <p:tav tm="100000" fmla="">
                                          <p:val>
                                            <p:strVal val="#ppt_x"/>
                                          </p:val>
                                        </p:tav>
                                      </p:tavLst>
                                    </p:anim>
                                  </p:childTnLst>
                                </p:cTn>
                              </p:par>
                            </p:childTnLst>
                          </p:cTn>
                        </p:par>
                        <p:par>
                          <p:cTn id="44" fill="hold">
                            <p:stCondLst>
                              <p:cond delay="3000"/>
                            </p:stCondLst>
                            <p:childTnLst>
                              <p:par>
                                <p:cTn id="45" presetID="2" presetClass="entr" presetSubtype="8" fill="hold" nodeType="afterEffect">
                                  <p:stCondLst>
                                    <p:cond delay="0"/>
                                  </p:stCondLst>
                                  <p:childTnLst>
                                    <p:set>
                                      <p:cBhvr>
                                        <p:cTn id="46" dur="1" fill="hold">
                                          <p:stCondLst>
                                            <p:cond delay="0"/>
                                          </p:stCondLst>
                                        </p:cTn>
                                        <p:tgtEl>
                                          <p:spTgt spid="280"/>
                                        </p:tgtEl>
                                        <p:attrNameLst>
                                          <p:attrName>style.visibility</p:attrName>
                                        </p:attrNameLst>
                                      </p:cBhvr>
                                      <p:to>
                                        <p:strVal val="visible"/>
                                      </p:to>
                                    </p:set>
                                    <p:anim calcmode="lin" valueType="num">
                                      <p:cBhvr additive="base">
                                        <p:cTn id="47" dur="500"/>
                                        <p:tgtEl>
                                          <p:spTgt spid="280"/>
                                        </p:tgtEl>
                                        <p:attrNameLst>
                                          <p:attrName>ppt_x</p:attrName>
                                        </p:attrNameLst>
                                      </p:cBhvr>
                                      <p:tavLst>
                                        <p:tav tm="0" fmla="">
                                          <p:val>
                                            <p:strVal val="#ppt_x-1"/>
                                          </p:val>
                                        </p:tav>
                                        <p:tav tm="100000" fmla="">
                                          <p:val>
                                            <p:strVal val="#ppt_x"/>
                                          </p:val>
                                        </p:tav>
                                      </p:tavLst>
                                    </p:anim>
                                  </p:childTnLst>
                                </p:cTn>
                              </p:par>
                            </p:childTnLst>
                          </p:cTn>
                        </p:par>
                        <p:par>
                          <p:cTn id="48" fill="hold">
                            <p:stCondLst>
                              <p:cond delay="3500"/>
                            </p:stCondLst>
                            <p:childTnLst>
                              <p:par>
                                <p:cTn id="49" presetID="2" presetClass="entr" presetSubtype="8" fill="hold" nodeType="afterEffect">
                                  <p:stCondLst>
                                    <p:cond delay="0"/>
                                  </p:stCondLst>
                                  <p:childTnLst>
                                    <p:set>
                                      <p:cBhvr>
                                        <p:cTn id="50" dur="1" fill="hold">
                                          <p:stCondLst>
                                            <p:cond delay="0"/>
                                          </p:stCondLst>
                                        </p:cTn>
                                        <p:tgtEl>
                                          <p:spTgt spid="281"/>
                                        </p:tgtEl>
                                        <p:attrNameLst>
                                          <p:attrName>style.visibility</p:attrName>
                                        </p:attrNameLst>
                                      </p:cBhvr>
                                      <p:to>
                                        <p:strVal val="visible"/>
                                      </p:to>
                                    </p:set>
                                    <p:anim calcmode="lin" valueType="num">
                                      <p:cBhvr additive="base">
                                        <p:cTn id="51" dur="500"/>
                                        <p:tgtEl>
                                          <p:spTgt spid="281"/>
                                        </p:tgtEl>
                                        <p:attrNameLst>
                                          <p:attrName>ppt_x</p:attrName>
                                        </p:attrNameLst>
                                      </p:cBhvr>
                                      <p:tavLst>
                                        <p:tav tm="0" fmla="">
                                          <p:val>
                                            <p:strVal val="#ppt_x-1"/>
                                          </p:val>
                                        </p:tav>
                                        <p:tav tm="100000" fmla="">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285" name="Shape 285"/>
        <p:cNvGrpSpPr/>
        <p:nvPr/>
      </p:nvGrpSpPr>
      <p:grpSpPr>
        <a:xfrm>
          <a:off x="0" y="0"/>
          <a:ext cx="0" cy="0"/>
          <a:chOff x="0" y="0"/>
          <a:chExt cx="0" cy="0"/>
        </a:xfrm>
      </p:grpSpPr>
      <p:grpSp>
        <p:nvGrpSpPr>
          <p:cNvPr id="286" name="Google Shape;286;p28"/>
          <p:cNvGrpSpPr/>
          <p:nvPr/>
        </p:nvGrpSpPr>
        <p:grpSpPr>
          <a:xfrm>
            <a:off x="-244135" y="81157"/>
            <a:ext cx="8603569" cy="542538"/>
            <a:chOff x="74035" y="2231322"/>
            <a:chExt cx="8550261" cy="757342"/>
          </a:xfrm>
        </p:grpSpPr>
        <p:grpSp>
          <p:nvGrpSpPr>
            <p:cNvPr id="287" name="Google Shape;287;p28"/>
            <p:cNvGrpSpPr/>
            <p:nvPr/>
          </p:nvGrpSpPr>
          <p:grpSpPr>
            <a:xfrm>
              <a:off x="286108" y="2280389"/>
              <a:ext cx="5875473" cy="708275"/>
              <a:chOff x="564747" y="3403331"/>
              <a:chExt cx="3025594" cy="1364238"/>
            </a:xfrm>
          </p:grpSpPr>
          <p:pic>
            <p:nvPicPr>
              <p:cNvPr id="288" name="Google Shape;288;p28" descr="empty-green-rectangle"/>
              <p:cNvPicPr preferRelativeResize="0"/>
              <p:nvPr/>
            </p:nvPicPr>
            <p:blipFill rotWithShape="1">
              <a:blip r:embed="rId1"/>
              <a:srcRect/>
              <a:stretch>
                <a:fillRect/>
              </a:stretch>
            </p:blipFill>
            <p:spPr>
              <a:xfrm>
                <a:off x="564747" y="3403331"/>
                <a:ext cx="3025594" cy="1364238"/>
              </a:xfrm>
              <a:prstGeom prst="rect">
                <a:avLst/>
              </a:prstGeom>
              <a:noFill/>
              <a:ln>
                <a:noFill/>
              </a:ln>
            </p:spPr>
          </p:pic>
          <p:pic>
            <p:nvPicPr>
              <p:cNvPr id="289" name="Google Shape;289;p28" descr="green-top-faded"/>
              <p:cNvPicPr preferRelativeResize="0"/>
              <p:nvPr/>
            </p:nvPicPr>
            <p:blipFill rotWithShape="1">
              <a:blip r:embed="rId2"/>
              <a:srcRect/>
              <a:stretch>
                <a:fillRect/>
              </a:stretch>
            </p:blipFill>
            <p:spPr>
              <a:xfrm rot="-5400000">
                <a:off x="205129" y="3887447"/>
                <a:ext cx="1273934" cy="396005"/>
              </a:xfrm>
              <a:prstGeom prst="rect">
                <a:avLst/>
              </a:prstGeom>
              <a:noFill/>
              <a:ln>
                <a:noFill/>
              </a:ln>
            </p:spPr>
          </p:pic>
        </p:grpSp>
        <p:sp>
          <p:nvSpPr>
            <p:cNvPr id="290" name="Google Shape;290;p28"/>
            <p:cNvSpPr txBox="1"/>
            <p:nvPr/>
          </p:nvSpPr>
          <p:spPr>
            <a:xfrm>
              <a:off x="74035" y="2267003"/>
              <a:ext cx="1501326" cy="6874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600">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rPr>
                <a:t>I</a:t>
              </a:r>
              <a:endParaRPr lang="vi-VN" sz="2600">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endParaRPr>
            </a:p>
          </p:txBody>
        </p:sp>
        <p:sp>
          <p:nvSpPr>
            <p:cNvPr id="291" name="Google Shape;291;p28"/>
            <p:cNvSpPr/>
            <p:nvPr/>
          </p:nvSpPr>
          <p:spPr>
            <a:xfrm>
              <a:off x="1209204" y="2231322"/>
              <a:ext cx="7415092" cy="756153"/>
            </a:xfrm>
            <a:prstGeom prst="rect">
              <a:avLst/>
            </a:prstGeom>
            <a:noFill/>
            <a:ln>
              <a:noFill/>
            </a:ln>
          </p:spPr>
          <p:txBody>
            <a:bodyPr spcFirstLastPara="1" wrap="square" lIns="109725" tIns="54850" rIns="109725" bIns="54850" anchor="t" anchorCtr="0">
              <a:noAutofit/>
            </a:bodyPr>
            <a:lstStyle/>
            <a:p>
              <a:pPr marL="0" marR="0" lvl="0" indent="0" algn="l" rtl="0">
                <a:spcBef>
                  <a:spcPts val="0"/>
                </a:spcBef>
                <a:spcAft>
                  <a:spcPts val="0"/>
                </a:spcAft>
                <a:buNone/>
              </a:pPr>
              <a:r>
                <a:rPr lang="vi-VN" sz="2800" i="1">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rPr>
                <a:t>Các ví dụ</a:t>
              </a:r>
              <a:endParaRPr sz="2800">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endParaRPr>
            </a:p>
          </p:txBody>
        </p:sp>
      </p:grpSp>
      <p:pic>
        <p:nvPicPr>
          <p:cNvPr id="292" name="Google Shape;292;p28" descr="empty-blue-rectangle"/>
          <p:cNvPicPr preferRelativeResize="0"/>
          <p:nvPr/>
        </p:nvPicPr>
        <p:blipFill rotWithShape="1">
          <a:blip r:embed="rId3"/>
          <a:srcRect/>
          <a:stretch>
            <a:fillRect/>
          </a:stretch>
        </p:blipFill>
        <p:spPr>
          <a:xfrm>
            <a:off x="0" y="719647"/>
            <a:ext cx="12192000" cy="2709353"/>
          </a:xfrm>
          <a:prstGeom prst="rect">
            <a:avLst/>
          </a:prstGeom>
          <a:noFill/>
          <a:ln>
            <a:noFill/>
          </a:ln>
        </p:spPr>
      </p:pic>
      <p:sp>
        <p:nvSpPr>
          <p:cNvPr id="293" name="Google Shape;293;p28"/>
          <p:cNvSpPr txBox="1"/>
          <p:nvPr/>
        </p:nvSpPr>
        <p:spPr>
          <a:xfrm>
            <a:off x="447869" y="837508"/>
            <a:ext cx="10021078" cy="2138534"/>
          </a:xfrm>
          <a:prstGeom prst="rect">
            <a:avLst/>
          </a:prstGeom>
          <a:blipFill rotWithShape="1">
            <a:blip r:embed="rId4"/>
            <a:stretch>
              <a:fillRect l="-790" t="-1708" r="-790" b="-484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pic>
        <p:nvPicPr>
          <p:cNvPr id="294" name="Google Shape;294;p28"/>
          <p:cNvPicPr preferRelativeResize="0"/>
          <p:nvPr/>
        </p:nvPicPr>
        <p:blipFill rotWithShape="1">
          <a:blip r:embed="rId5"/>
          <a:srcRect/>
          <a:stretch>
            <a:fillRect/>
          </a:stretch>
        </p:blipFill>
        <p:spPr>
          <a:xfrm>
            <a:off x="10409230" y="835779"/>
            <a:ext cx="1334901" cy="2477088"/>
          </a:xfrm>
          <a:prstGeom prst="rect">
            <a:avLst/>
          </a:prstGeom>
          <a:noFill/>
          <a:ln>
            <a:noFill/>
          </a:ln>
        </p:spPr>
      </p:pic>
      <p:grpSp>
        <p:nvGrpSpPr>
          <p:cNvPr id="295" name="Google Shape;295;p28"/>
          <p:cNvGrpSpPr/>
          <p:nvPr/>
        </p:nvGrpSpPr>
        <p:grpSpPr>
          <a:xfrm>
            <a:off x="8999304" y="3428999"/>
            <a:ext cx="2819851" cy="3362978"/>
            <a:chOff x="9002106" y="3405217"/>
            <a:chExt cx="2819851" cy="3362978"/>
          </a:xfrm>
        </p:grpSpPr>
        <p:grpSp>
          <p:nvGrpSpPr>
            <p:cNvPr id="296" name="Google Shape;296;p28"/>
            <p:cNvGrpSpPr/>
            <p:nvPr/>
          </p:nvGrpSpPr>
          <p:grpSpPr>
            <a:xfrm>
              <a:off x="9098279" y="3757592"/>
              <a:ext cx="2621902" cy="2642325"/>
              <a:chOff x="8873412" y="3860229"/>
              <a:chExt cx="2621902" cy="2642325"/>
            </a:xfrm>
          </p:grpSpPr>
          <p:sp>
            <p:nvSpPr>
              <p:cNvPr id="297" name="Google Shape;297;p28"/>
              <p:cNvSpPr/>
              <p:nvPr/>
            </p:nvSpPr>
            <p:spPr>
              <a:xfrm rot="10800000" flipH="1">
                <a:off x="8873412" y="3872205"/>
                <a:ext cx="2621902" cy="2621902"/>
              </a:xfrm>
              <a:prstGeom prst="arc">
                <a:avLst>
                  <a:gd name="adj1" fmla="val 12488769"/>
                  <a:gd name="adj2" fmla="val 19867598"/>
                </a:avLst>
              </a:prstGeom>
              <a:noFill/>
              <a:ln w="9525" cap="flat" cmpd="sng">
                <a:solidFill>
                  <a:schemeClr val="dk1"/>
                </a:solidFill>
                <a:prstDash val="lg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cxnSp>
            <p:nvCxnSpPr>
              <p:cNvPr id="298" name="Google Shape;298;p28"/>
              <p:cNvCxnSpPr/>
              <p:nvPr/>
            </p:nvCxnSpPr>
            <p:spPr>
              <a:xfrm rot="10800000" flipH="1">
                <a:off x="9022702" y="3862873"/>
                <a:ext cx="1166327" cy="1931437"/>
              </a:xfrm>
              <a:prstGeom prst="straightConnector1">
                <a:avLst/>
              </a:prstGeom>
              <a:noFill/>
              <a:ln w="9525" cap="flat" cmpd="sng">
                <a:solidFill>
                  <a:schemeClr val="dk1"/>
                </a:solidFill>
                <a:prstDash val="dashDot"/>
                <a:miter lim="800000"/>
                <a:headEnd type="none" w="sm" len="sm"/>
                <a:tailEnd type="none" w="sm" len="sm"/>
              </a:ln>
            </p:spPr>
          </p:cxnSp>
          <p:cxnSp>
            <p:nvCxnSpPr>
              <p:cNvPr id="299" name="Google Shape;299;p28"/>
              <p:cNvCxnSpPr/>
              <p:nvPr/>
            </p:nvCxnSpPr>
            <p:spPr>
              <a:xfrm rot="10800000">
                <a:off x="10184363" y="3872205"/>
                <a:ext cx="1152331" cy="1940766"/>
              </a:xfrm>
              <a:prstGeom prst="straightConnector1">
                <a:avLst/>
              </a:prstGeom>
              <a:noFill/>
              <a:ln w="9525" cap="flat" cmpd="sng">
                <a:solidFill>
                  <a:schemeClr val="dk1"/>
                </a:solidFill>
                <a:prstDash val="dashDot"/>
                <a:miter lim="800000"/>
                <a:headEnd type="none" w="sm" len="sm"/>
                <a:tailEnd type="none" w="sm" len="sm"/>
              </a:ln>
            </p:spPr>
          </p:cxnSp>
          <p:cxnSp>
            <p:nvCxnSpPr>
              <p:cNvPr id="300" name="Google Shape;300;p28"/>
              <p:cNvCxnSpPr/>
              <p:nvPr/>
            </p:nvCxnSpPr>
            <p:spPr>
              <a:xfrm>
                <a:off x="10184363" y="3862873"/>
                <a:ext cx="0" cy="2631234"/>
              </a:xfrm>
              <a:prstGeom prst="straightConnector1">
                <a:avLst/>
              </a:prstGeom>
              <a:noFill/>
              <a:ln w="9525" cap="flat" cmpd="sng">
                <a:solidFill>
                  <a:schemeClr val="dk1"/>
                </a:solidFill>
                <a:prstDash val="dashDot"/>
                <a:miter lim="800000"/>
                <a:headEnd type="none" w="sm" len="sm"/>
                <a:tailEnd type="none" w="sm" len="sm"/>
              </a:ln>
            </p:spPr>
          </p:cxnSp>
          <p:cxnSp>
            <p:nvCxnSpPr>
              <p:cNvPr id="301" name="Google Shape;301;p28"/>
              <p:cNvCxnSpPr>
                <a:stCxn id="297" idx="0"/>
                <a:endCxn id="297" idx="2"/>
              </p:cNvCxnSpPr>
              <p:nvPr/>
            </p:nvCxnSpPr>
            <p:spPr>
              <a:xfrm>
                <a:off x="9028436" y="5801561"/>
                <a:ext cx="2304000" cy="14700"/>
              </a:xfrm>
              <a:prstGeom prst="straightConnector1">
                <a:avLst/>
              </a:prstGeom>
              <a:noFill/>
              <a:ln w="9525" cap="flat" cmpd="sng">
                <a:solidFill>
                  <a:schemeClr val="dk1"/>
                </a:solidFill>
                <a:prstDash val="lgDash"/>
                <a:miter lim="800000"/>
                <a:headEnd type="none" w="sm" len="sm"/>
                <a:tailEnd type="none" w="sm" len="sm"/>
              </a:ln>
            </p:spPr>
          </p:cxnSp>
          <p:cxnSp>
            <p:nvCxnSpPr>
              <p:cNvPr id="302" name="Google Shape;302;p28"/>
              <p:cNvCxnSpPr/>
              <p:nvPr/>
            </p:nvCxnSpPr>
            <p:spPr>
              <a:xfrm>
                <a:off x="10184362" y="3860229"/>
                <a:ext cx="732454" cy="2395947"/>
              </a:xfrm>
              <a:prstGeom prst="straightConnector1">
                <a:avLst/>
              </a:prstGeom>
              <a:noFill/>
              <a:ln w="9525" cap="flat" cmpd="sng">
                <a:solidFill>
                  <a:schemeClr val="dk1"/>
                </a:solidFill>
                <a:prstDash val="solid"/>
                <a:miter lim="800000"/>
                <a:headEnd type="none" w="sm" len="sm"/>
                <a:tailEnd type="none" w="sm" len="sm"/>
              </a:ln>
            </p:spPr>
          </p:cxnSp>
          <p:cxnSp>
            <p:nvCxnSpPr>
              <p:cNvPr id="303" name="Google Shape;303;p28"/>
              <p:cNvCxnSpPr/>
              <p:nvPr/>
            </p:nvCxnSpPr>
            <p:spPr>
              <a:xfrm rot="10800000">
                <a:off x="9283959" y="6498460"/>
                <a:ext cx="1476569" cy="4094"/>
              </a:xfrm>
              <a:prstGeom prst="straightConnector1">
                <a:avLst/>
              </a:prstGeom>
              <a:noFill/>
              <a:ln w="9525" cap="flat" cmpd="sng">
                <a:solidFill>
                  <a:schemeClr val="dk1"/>
                </a:solidFill>
                <a:prstDash val="lgDash"/>
                <a:miter lim="800000"/>
                <a:headEnd type="none" w="sm" len="sm"/>
                <a:tailEnd type="none" w="sm" len="sm"/>
              </a:ln>
            </p:spPr>
          </p:cxnSp>
          <p:cxnSp>
            <p:nvCxnSpPr>
              <p:cNvPr id="304" name="Google Shape;304;p28"/>
              <p:cNvCxnSpPr/>
              <p:nvPr/>
            </p:nvCxnSpPr>
            <p:spPr>
              <a:xfrm rot="10800000">
                <a:off x="10189029" y="6263427"/>
                <a:ext cx="727787" cy="0"/>
              </a:xfrm>
              <a:prstGeom prst="straightConnector1">
                <a:avLst/>
              </a:prstGeom>
              <a:noFill/>
              <a:ln w="9525" cap="flat" cmpd="sng">
                <a:solidFill>
                  <a:schemeClr val="dk1"/>
                </a:solidFill>
                <a:prstDash val="lgDash"/>
                <a:miter lim="800000"/>
                <a:headEnd type="none" w="sm" len="sm"/>
                <a:tailEnd type="none" w="sm" len="sm"/>
              </a:ln>
            </p:spPr>
          </p:cxnSp>
          <p:cxnSp>
            <p:nvCxnSpPr>
              <p:cNvPr id="305" name="Google Shape;305;p28"/>
              <p:cNvCxnSpPr/>
              <p:nvPr/>
            </p:nvCxnSpPr>
            <p:spPr>
              <a:xfrm>
                <a:off x="9493895" y="5803642"/>
                <a:ext cx="0" cy="693109"/>
              </a:xfrm>
              <a:prstGeom prst="straightConnector1">
                <a:avLst/>
              </a:prstGeom>
              <a:noFill/>
              <a:ln w="9525" cap="flat" cmpd="sng">
                <a:solidFill>
                  <a:schemeClr val="dk1"/>
                </a:solidFill>
                <a:prstDash val="solid"/>
                <a:miter lim="800000"/>
                <a:headEnd type="triangle" w="med" len="med"/>
                <a:tailEnd type="triangle" w="med" len="med"/>
              </a:ln>
            </p:spPr>
          </p:cxnSp>
          <p:cxnSp>
            <p:nvCxnSpPr>
              <p:cNvPr id="306" name="Google Shape;306;p28"/>
              <p:cNvCxnSpPr/>
              <p:nvPr/>
            </p:nvCxnSpPr>
            <p:spPr>
              <a:xfrm>
                <a:off x="10468947" y="6256176"/>
                <a:ext cx="0" cy="244331"/>
              </a:xfrm>
              <a:prstGeom prst="straightConnector1">
                <a:avLst/>
              </a:prstGeom>
              <a:noFill/>
              <a:ln w="9525" cap="flat" cmpd="sng">
                <a:solidFill>
                  <a:schemeClr val="dk1"/>
                </a:solidFill>
                <a:prstDash val="solid"/>
                <a:miter lim="800000"/>
                <a:headEnd type="triangle" w="med" len="med"/>
                <a:tailEnd type="triangle" w="med" len="med"/>
              </a:ln>
            </p:spPr>
          </p:cxnSp>
          <p:cxnSp>
            <p:nvCxnSpPr>
              <p:cNvPr id="307" name="Google Shape;307;p28"/>
              <p:cNvCxnSpPr/>
              <p:nvPr/>
            </p:nvCxnSpPr>
            <p:spPr>
              <a:xfrm>
                <a:off x="9956464" y="3860229"/>
                <a:ext cx="442510" cy="0"/>
              </a:xfrm>
              <a:prstGeom prst="straightConnector1">
                <a:avLst/>
              </a:prstGeom>
              <a:noFill/>
              <a:ln w="38100" cap="flat" cmpd="sng">
                <a:solidFill>
                  <a:schemeClr val="dk1"/>
                </a:solidFill>
                <a:prstDash val="solid"/>
                <a:miter lim="800000"/>
                <a:headEnd type="none" w="sm" len="sm"/>
                <a:tailEnd type="none" w="sm" len="sm"/>
              </a:ln>
            </p:spPr>
          </p:cxnSp>
        </p:grpSp>
        <p:sp>
          <p:nvSpPr>
            <p:cNvPr id="308" name="Google Shape;308;p28"/>
            <p:cNvSpPr txBox="1"/>
            <p:nvPr/>
          </p:nvSpPr>
          <p:spPr>
            <a:xfrm>
              <a:off x="9002106" y="5313435"/>
              <a:ext cx="335902"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000">
                  <a:solidFill>
                    <a:schemeClr val="dk1"/>
                  </a:solidFill>
                  <a:latin typeface="Fira Sans Extra Condensed"/>
                  <a:ea typeface="Fira Sans Extra Condensed"/>
                  <a:cs typeface="Fira Sans Extra Condensed"/>
                  <a:sym typeface="Fira Sans Extra Condensed"/>
                </a:rPr>
                <a:t>A</a:t>
              </a:r>
              <a:endParaRPr sz="2000">
                <a:solidFill>
                  <a:schemeClr val="dk1"/>
                </a:solidFill>
                <a:latin typeface="Fira Sans Extra Condensed"/>
                <a:ea typeface="Fira Sans Extra Condensed"/>
                <a:cs typeface="Fira Sans Extra Condensed"/>
                <a:sym typeface="Fira Sans Extra Condensed"/>
              </a:endParaRPr>
            </a:p>
          </p:txBody>
        </p:sp>
        <p:sp>
          <p:nvSpPr>
            <p:cNvPr id="309" name="Google Shape;309;p28"/>
            <p:cNvSpPr txBox="1"/>
            <p:nvPr/>
          </p:nvSpPr>
          <p:spPr>
            <a:xfrm>
              <a:off x="10245946" y="3405217"/>
              <a:ext cx="335902"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000">
                  <a:solidFill>
                    <a:schemeClr val="dk1"/>
                  </a:solidFill>
                  <a:latin typeface="Fira Sans Extra Condensed"/>
                  <a:ea typeface="Fira Sans Extra Condensed"/>
                  <a:cs typeface="Fira Sans Extra Condensed"/>
                  <a:sym typeface="Fira Sans Extra Condensed"/>
                </a:rPr>
                <a:t>Q</a:t>
              </a:r>
              <a:endParaRPr sz="2000">
                <a:solidFill>
                  <a:schemeClr val="dk1"/>
                </a:solidFill>
                <a:latin typeface="Fira Sans Extra Condensed"/>
                <a:ea typeface="Fira Sans Extra Condensed"/>
                <a:cs typeface="Fira Sans Extra Condensed"/>
                <a:sym typeface="Fira Sans Extra Condensed"/>
              </a:endParaRPr>
            </a:p>
          </p:txBody>
        </p:sp>
        <p:sp>
          <p:nvSpPr>
            <p:cNvPr id="310" name="Google Shape;310;p28"/>
            <p:cNvSpPr txBox="1"/>
            <p:nvPr/>
          </p:nvSpPr>
          <p:spPr>
            <a:xfrm>
              <a:off x="11486055" y="5322199"/>
              <a:ext cx="335902"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000">
                  <a:solidFill>
                    <a:schemeClr val="dk1"/>
                  </a:solidFill>
                  <a:latin typeface="Fira Sans Extra Condensed"/>
                  <a:ea typeface="Fira Sans Extra Condensed"/>
                  <a:cs typeface="Fira Sans Extra Condensed"/>
                  <a:sym typeface="Fira Sans Extra Condensed"/>
                </a:rPr>
                <a:t>B</a:t>
              </a:r>
              <a:endParaRPr sz="2000">
                <a:solidFill>
                  <a:schemeClr val="dk1"/>
                </a:solidFill>
                <a:latin typeface="Fira Sans Extra Condensed"/>
                <a:ea typeface="Fira Sans Extra Condensed"/>
                <a:cs typeface="Fira Sans Extra Condensed"/>
                <a:sym typeface="Fira Sans Extra Condensed"/>
              </a:endParaRPr>
            </a:p>
          </p:txBody>
        </p:sp>
        <p:sp>
          <p:nvSpPr>
            <p:cNvPr id="311" name="Google Shape;311;p28"/>
            <p:cNvSpPr txBox="1"/>
            <p:nvPr/>
          </p:nvSpPr>
          <p:spPr>
            <a:xfrm>
              <a:off x="10287939" y="6368085"/>
              <a:ext cx="335902"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000">
                  <a:solidFill>
                    <a:schemeClr val="dk1"/>
                  </a:solidFill>
                  <a:latin typeface="Fira Sans Extra Condensed"/>
                  <a:ea typeface="Fira Sans Extra Condensed"/>
                  <a:cs typeface="Fira Sans Extra Condensed"/>
                  <a:sym typeface="Fira Sans Extra Condensed"/>
                </a:rPr>
                <a:t>O</a:t>
              </a:r>
              <a:endParaRPr sz="2000">
                <a:solidFill>
                  <a:schemeClr val="dk1"/>
                </a:solidFill>
                <a:latin typeface="Fira Sans Extra Condensed"/>
                <a:ea typeface="Fira Sans Extra Condensed"/>
                <a:cs typeface="Fira Sans Extra Condensed"/>
                <a:sym typeface="Fira Sans Extra Condensed"/>
              </a:endParaRPr>
            </a:p>
          </p:txBody>
        </p:sp>
        <p:sp>
          <p:nvSpPr>
            <p:cNvPr id="312" name="Google Shape;312;p28"/>
            <p:cNvSpPr txBox="1"/>
            <p:nvPr/>
          </p:nvSpPr>
          <p:spPr>
            <a:xfrm>
              <a:off x="11039979" y="5698923"/>
              <a:ext cx="335902"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000">
                  <a:solidFill>
                    <a:schemeClr val="dk1"/>
                  </a:solidFill>
                  <a:latin typeface="Fira Sans Extra Condensed"/>
                  <a:ea typeface="Fira Sans Extra Condensed"/>
                  <a:cs typeface="Fira Sans Extra Condensed"/>
                  <a:sym typeface="Fira Sans Extra Condensed"/>
                </a:rPr>
                <a:t>C</a:t>
              </a:r>
              <a:endParaRPr sz="2000">
                <a:solidFill>
                  <a:schemeClr val="dk1"/>
                </a:solidFill>
                <a:latin typeface="Fira Sans Extra Condensed"/>
                <a:ea typeface="Fira Sans Extra Condensed"/>
                <a:cs typeface="Fira Sans Extra Condensed"/>
                <a:sym typeface="Fira Sans Extra Condensed"/>
              </a:endParaRPr>
            </a:p>
          </p:txBody>
        </p:sp>
        <p:sp>
          <p:nvSpPr>
            <p:cNvPr id="313" name="Google Shape;313;p28"/>
            <p:cNvSpPr txBox="1"/>
            <p:nvPr/>
          </p:nvSpPr>
          <p:spPr>
            <a:xfrm>
              <a:off x="9712947" y="5818888"/>
              <a:ext cx="741303"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000">
                  <a:solidFill>
                    <a:schemeClr val="dk1"/>
                  </a:solidFill>
                  <a:latin typeface="Fira Sans Extra Condensed"/>
                  <a:ea typeface="Fira Sans Extra Condensed"/>
                  <a:cs typeface="Fira Sans Extra Condensed"/>
                  <a:sym typeface="Fira Sans Extra Condensed"/>
                </a:rPr>
                <a:t>h</a:t>
              </a:r>
              <a:r>
                <a:rPr lang="vi-VN" sz="2000" baseline="-25000">
                  <a:solidFill>
                    <a:schemeClr val="dk1"/>
                  </a:solidFill>
                  <a:latin typeface="Fira Sans Extra Condensed"/>
                  <a:ea typeface="Fira Sans Extra Condensed"/>
                  <a:cs typeface="Fira Sans Extra Condensed"/>
                  <a:sym typeface="Fira Sans Extra Condensed"/>
                </a:rPr>
                <a:t>A</a:t>
              </a:r>
              <a:r>
                <a:rPr lang="vi-VN" sz="2000">
                  <a:solidFill>
                    <a:schemeClr val="dk1"/>
                  </a:solidFill>
                  <a:latin typeface="Fira Sans Extra Condensed"/>
                  <a:ea typeface="Fira Sans Extra Condensed"/>
                  <a:cs typeface="Fira Sans Extra Condensed"/>
                  <a:sym typeface="Fira Sans Extra Condensed"/>
                </a:rPr>
                <a:t>=h</a:t>
              </a:r>
              <a:r>
                <a:rPr lang="vi-VN" sz="2000" baseline="-25000">
                  <a:solidFill>
                    <a:schemeClr val="dk1"/>
                  </a:solidFill>
                  <a:latin typeface="Fira Sans Extra Condensed"/>
                  <a:ea typeface="Fira Sans Extra Condensed"/>
                  <a:cs typeface="Fira Sans Extra Condensed"/>
                  <a:sym typeface="Fira Sans Extra Condensed"/>
                </a:rPr>
                <a:t>B</a:t>
              </a:r>
              <a:endParaRPr sz="2000">
                <a:solidFill>
                  <a:schemeClr val="dk1"/>
                </a:solidFill>
                <a:latin typeface="Fira Sans Extra Condensed"/>
                <a:ea typeface="Fira Sans Extra Condensed"/>
                <a:cs typeface="Fira Sans Extra Condensed"/>
                <a:sym typeface="Fira Sans Extra Condensed"/>
              </a:endParaRPr>
            </a:p>
          </p:txBody>
        </p:sp>
        <p:sp>
          <p:nvSpPr>
            <p:cNvPr id="314" name="Google Shape;314;p28"/>
            <p:cNvSpPr txBox="1"/>
            <p:nvPr/>
          </p:nvSpPr>
          <p:spPr>
            <a:xfrm>
              <a:off x="10812776" y="6101434"/>
              <a:ext cx="335902"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000">
                  <a:solidFill>
                    <a:schemeClr val="dk1"/>
                  </a:solidFill>
                  <a:latin typeface="Fira Sans Extra Condensed"/>
                  <a:ea typeface="Fira Sans Extra Condensed"/>
                  <a:cs typeface="Fira Sans Extra Condensed"/>
                  <a:sym typeface="Fira Sans Extra Condensed"/>
                </a:rPr>
                <a:t>h</a:t>
              </a:r>
              <a:endParaRPr sz="2000">
                <a:solidFill>
                  <a:schemeClr val="dk1"/>
                </a:solidFill>
                <a:latin typeface="Fira Sans Extra Condensed"/>
                <a:ea typeface="Fira Sans Extra Condensed"/>
                <a:cs typeface="Fira Sans Extra Condensed"/>
                <a:sym typeface="Fira Sans Extra Condensed"/>
              </a:endParaRPr>
            </a:p>
          </p:txBody>
        </p:sp>
        <p:sp>
          <p:nvSpPr>
            <p:cNvPr id="315" name="Google Shape;315;p28"/>
            <p:cNvSpPr txBox="1"/>
            <p:nvPr/>
          </p:nvSpPr>
          <p:spPr>
            <a:xfrm>
              <a:off x="10027142" y="4348390"/>
              <a:ext cx="335902" cy="400110"/>
            </a:xfrm>
            <a:prstGeom prst="rect">
              <a:avLst/>
            </a:prstGeom>
            <a:blipFill rotWithShape="1">
              <a:blip r:embed="rId6"/>
              <a:stretch>
                <a:fillRect l="-1606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316" name="Google Shape;316;p28"/>
            <p:cNvSpPr txBox="1"/>
            <p:nvPr/>
          </p:nvSpPr>
          <p:spPr>
            <a:xfrm>
              <a:off x="10423224" y="4469529"/>
              <a:ext cx="335902"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000">
                  <a:solidFill>
                    <a:schemeClr val="dk1"/>
                  </a:solidFill>
                  <a:latin typeface="Fira Sans Extra Condensed"/>
                  <a:ea typeface="Fira Sans Extra Condensed"/>
                  <a:cs typeface="Fira Sans Extra Condensed"/>
                  <a:sym typeface="Fira Sans Extra Condensed"/>
                </a:rPr>
                <a:t>α</a:t>
              </a:r>
              <a:endParaRPr sz="2000">
                <a:solidFill>
                  <a:schemeClr val="dk1"/>
                </a:solidFill>
                <a:latin typeface="Fira Sans Extra Condensed"/>
                <a:ea typeface="Fira Sans Extra Condensed"/>
                <a:cs typeface="Fira Sans Extra Condensed"/>
                <a:sym typeface="Fira Sans Extra Condensed"/>
              </a:endParaRPr>
            </a:p>
          </p:txBody>
        </p:sp>
        <p:sp>
          <p:nvSpPr>
            <p:cNvPr id="317" name="Google Shape;317;p28"/>
            <p:cNvSpPr/>
            <p:nvPr/>
          </p:nvSpPr>
          <p:spPr>
            <a:xfrm rot="9336694">
              <a:off x="10159637" y="3968879"/>
              <a:ext cx="335902" cy="335902"/>
            </a:xfrm>
            <a:prstGeom prst="arc">
              <a:avLst>
                <a:gd name="adj1" fmla="val 16200000"/>
                <a:gd name="adj2" fmla="val 0"/>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8" name="Google Shape;318;p28"/>
            <p:cNvSpPr/>
            <p:nvPr/>
          </p:nvSpPr>
          <p:spPr>
            <a:xfrm rot="6787593">
              <a:off x="10312037" y="4205258"/>
              <a:ext cx="335902" cy="335902"/>
            </a:xfrm>
            <a:prstGeom prst="arc">
              <a:avLst>
                <a:gd name="adj1" fmla="val 16200000"/>
                <a:gd name="adj2" fmla="val 0"/>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19" name="Google Shape;319;p28"/>
            <p:cNvSpPr/>
            <p:nvPr/>
          </p:nvSpPr>
          <p:spPr>
            <a:xfrm rot="6787593">
              <a:off x="10305041" y="4162649"/>
              <a:ext cx="335902" cy="335902"/>
            </a:xfrm>
            <a:prstGeom prst="arc">
              <a:avLst>
                <a:gd name="adj1" fmla="val 16200000"/>
                <a:gd name="adj2" fmla="val 0"/>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grpSp>
      <p:sp>
        <p:nvSpPr>
          <p:cNvPr id="320" name="Google Shape;320;p28"/>
          <p:cNvSpPr txBox="1"/>
          <p:nvPr/>
        </p:nvSpPr>
        <p:spPr>
          <a:xfrm>
            <a:off x="514704" y="3875766"/>
            <a:ext cx="6388364" cy="430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2200">
                <a:solidFill>
                  <a:schemeClr val="dk1"/>
                </a:solidFill>
                <a:latin typeface="Fira Sans Extra Condensed"/>
                <a:ea typeface="Fira Sans Extra Condensed"/>
                <a:cs typeface="Fira Sans Extra Condensed"/>
                <a:sym typeface="Fira Sans Extra Condensed"/>
              </a:rPr>
              <a:t>a) Chọn mốc để tính thế năng của vật tại vị trí cân bằng O.</a:t>
            </a:r>
            <a:endParaRPr lang="vi-VN" sz="2200">
              <a:solidFill>
                <a:schemeClr val="dk1"/>
              </a:solidFill>
              <a:latin typeface="Fira Sans Extra Condensed"/>
              <a:ea typeface="Fira Sans Extra Condensed"/>
              <a:cs typeface="Fira Sans Extra Condensed"/>
              <a:sym typeface="Fira Sans Extra Condensed"/>
            </a:endParaRPr>
          </a:p>
        </p:txBody>
      </p:sp>
      <p:sp>
        <p:nvSpPr>
          <p:cNvPr id="321" name="Google Shape;321;p28"/>
          <p:cNvSpPr txBox="1"/>
          <p:nvPr/>
        </p:nvSpPr>
        <p:spPr>
          <a:xfrm>
            <a:off x="4859662" y="3429110"/>
            <a:ext cx="2043405"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400" b="1">
                <a:solidFill>
                  <a:srgbClr val="002060"/>
                </a:solidFill>
                <a:latin typeface="Fira Sans Extra Condensed"/>
                <a:ea typeface="Fira Sans Extra Condensed"/>
                <a:cs typeface="Fira Sans Extra Condensed"/>
                <a:sym typeface="Fira Sans Extra Condensed"/>
              </a:rPr>
              <a:t>Hướng dẫn giải</a:t>
            </a:r>
            <a:endParaRPr sz="2400" b="1">
              <a:solidFill>
                <a:srgbClr val="002060"/>
              </a:solidFill>
              <a:latin typeface="Fira Sans Extra Condensed"/>
              <a:ea typeface="Fira Sans Extra Condensed"/>
              <a:cs typeface="Fira Sans Extra Condensed"/>
              <a:sym typeface="Fira Sans Extra Condensed"/>
            </a:endParaRPr>
          </a:p>
        </p:txBody>
      </p:sp>
      <p:sp>
        <p:nvSpPr>
          <p:cNvPr id="322" name="Google Shape;322;p28"/>
          <p:cNvSpPr txBox="1"/>
          <p:nvPr/>
        </p:nvSpPr>
        <p:spPr>
          <a:xfrm>
            <a:off x="732916" y="4262479"/>
            <a:ext cx="6218852" cy="430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2200">
                <a:solidFill>
                  <a:schemeClr val="dk1"/>
                </a:solidFill>
                <a:latin typeface="Fira Sans Extra Condensed"/>
                <a:ea typeface="Fira Sans Extra Condensed"/>
                <a:cs typeface="Fira Sans Extra Condensed"/>
                <a:sym typeface="Fira Sans Extra Condensed"/>
              </a:rPr>
              <a:t>■ Thế năng và động năng của vật tại vị trí C bất kỳ là:</a:t>
            </a:r>
            <a:endParaRPr sz="2200">
              <a:solidFill>
                <a:schemeClr val="dk1"/>
              </a:solidFill>
              <a:latin typeface="Calibri"/>
              <a:ea typeface="Calibri"/>
              <a:cs typeface="Calibri"/>
              <a:sym typeface="Calibri"/>
            </a:endParaRPr>
          </a:p>
        </p:txBody>
      </p:sp>
      <p:sp>
        <p:nvSpPr>
          <p:cNvPr id="323" name="Google Shape;323;p28"/>
          <p:cNvSpPr txBox="1"/>
          <p:nvPr/>
        </p:nvSpPr>
        <p:spPr>
          <a:xfrm>
            <a:off x="1214455" y="4843253"/>
            <a:ext cx="5412379" cy="646331"/>
          </a:xfrm>
          <a:prstGeom prst="rect">
            <a:avLst/>
          </a:prstGeom>
          <a:blipFill rotWithShape="1">
            <a:blip r:embed="rId7"/>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324" name="Google Shape;324;p28"/>
          <p:cNvSpPr txBox="1"/>
          <p:nvPr/>
        </p:nvSpPr>
        <p:spPr>
          <a:xfrm>
            <a:off x="1310790" y="5518094"/>
            <a:ext cx="3776565" cy="724686"/>
          </a:xfrm>
          <a:prstGeom prst="rect">
            <a:avLst/>
          </a:prstGeom>
          <a:blipFill rotWithShape="1">
            <a:blip r:embed="rId8"/>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22"/>
                                        </p:tgtEl>
                                        <p:attrNameLst>
                                          <p:attrName>style.visibility</p:attrName>
                                        </p:attrNameLst>
                                      </p:cBhvr>
                                      <p:to>
                                        <p:strVal val="visible"/>
                                      </p:to>
                                    </p:set>
                                    <p:anim calcmode="lin" valueType="num">
                                      <p:cBhvr additive="base">
                                        <p:cTn id="7" dur="500"/>
                                        <p:tgtEl>
                                          <p:spTgt spid="322"/>
                                        </p:tgtEl>
                                        <p:attrNameLst>
                                          <p:attrName>ppt_x</p:attrName>
                                        </p:attrNameLst>
                                      </p:cBhvr>
                                      <p:tavLst>
                                        <p:tav tm="0" fmla="">
                                          <p:val>
                                            <p:strVal val="#ppt_x-1"/>
                                          </p:val>
                                        </p:tav>
                                        <p:tav tm="100000" fmla="">
                                          <p:val>
                                            <p:strVal val="#ppt_x"/>
                                          </p:val>
                                        </p:tav>
                                      </p:tavLst>
                                    </p:anim>
                                  </p:childTnLst>
                                </p:cTn>
                              </p:par>
                            </p:childTnLst>
                          </p:cTn>
                        </p:par>
                        <p:par>
                          <p:cTn id="8" fill="hold">
                            <p:stCondLst>
                              <p:cond delay="500"/>
                            </p:stCondLst>
                            <p:childTnLst>
                              <p:par>
                                <p:cTn id="9" presetID="2" presetClass="entr" presetSubtype="8" fill="hold" nodeType="afterEffect">
                                  <p:stCondLst>
                                    <p:cond delay="0"/>
                                  </p:stCondLst>
                                  <p:childTnLst>
                                    <p:set>
                                      <p:cBhvr>
                                        <p:cTn id="10" dur="1" fill="hold">
                                          <p:stCondLst>
                                            <p:cond delay="0"/>
                                          </p:stCondLst>
                                        </p:cTn>
                                        <p:tgtEl>
                                          <p:spTgt spid="323"/>
                                        </p:tgtEl>
                                        <p:attrNameLst>
                                          <p:attrName>style.visibility</p:attrName>
                                        </p:attrNameLst>
                                      </p:cBhvr>
                                      <p:to>
                                        <p:strVal val="visible"/>
                                      </p:to>
                                    </p:set>
                                    <p:anim calcmode="lin" valueType="num">
                                      <p:cBhvr additive="base">
                                        <p:cTn id="11" dur="500"/>
                                        <p:tgtEl>
                                          <p:spTgt spid="323"/>
                                        </p:tgtEl>
                                        <p:attrNameLst>
                                          <p:attrName>ppt_x</p:attrName>
                                        </p:attrNameLst>
                                      </p:cBhvr>
                                      <p:tavLst>
                                        <p:tav tm="0" fmla="">
                                          <p:val>
                                            <p:strVal val="#ppt_x-1"/>
                                          </p:val>
                                        </p:tav>
                                        <p:tav tm="100000" fmla="">
                                          <p:val>
                                            <p:strVal val="#ppt_x"/>
                                          </p:val>
                                        </p:tav>
                                      </p:tavLst>
                                    </p:anim>
                                  </p:childTnLst>
                                </p:cTn>
                              </p:par>
                            </p:childTnLst>
                          </p:cTn>
                        </p:par>
                        <p:par>
                          <p:cTn id="12" fill="hold">
                            <p:stCondLst>
                              <p:cond delay="1000"/>
                            </p:stCondLst>
                            <p:childTnLst>
                              <p:par>
                                <p:cTn id="13" presetID="2" presetClass="entr" presetSubtype="8" fill="hold" nodeType="afterEffect">
                                  <p:stCondLst>
                                    <p:cond delay="0"/>
                                  </p:stCondLst>
                                  <p:childTnLst>
                                    <p:set>
                                      <p:cBhvr>
                                        <p:cTn id="14" dur="1" fill="hold">
                                          <p:stCondLst>
                                            <p:cond delay="0"/>
                                          </p:stCondLst>
                                        </p:cTn>
                                        <p:tgtEl>
                                          <p:spTgt spid="324"/>
                                        </p:tgtEl>
                                        <p:attrNameLst>
                                          <p:attrName>style.visibility</p:attrName>
                                        </p:attrNameLst>
                                      </p:cBhvr>
                                      <p:to>
                                        <p:strVal val="visible"/>
                                      </p:to>
                                    </p:set>
                                    <p:anim calcmode="lin" valueType="num">
                                      <p:cBhvr additive="base">
                                        <p:cTn id="15" dur="500"/>
                                        <p:tgtEl>
                                          <p:spTgt spid="324"/>
                                        </p:tgtEl>
                                        <p:attrNameLst>
                                          <p:attrName>ppt_x</p:attrName>
                                        </p:attrNameLst>
                                      </p:cBhvr>
                                      <p:tavLst>
                                        <p:tav tm="0" fmla="">
                                          <p:val>
                                            <p:strVal val="#ppt_x-1"/>
                                          </p:val>
                                        </p:tav>
                                        <p:tav tm="100000" fmla="">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328" name="Shape 328"/>
        <p:cNvGrpSpPr/>
        <p:nvPr/>
      </p:nvGrpSpPr>
      <p:grpSpPr>
        <a:xfrm>
          <a:off x="0" y="0"/>
          <a:ext cx="0" cy="0"/>
          <a:chOff x="0" y="0"/>
          <a:chExt cx="0" cy="0"/>
        </a:xfrm>
      </p:grpSpPr>
      <p:grpSp>
        <p:nvGrpSpPr>
          <p:cNvPr id="329" name="Google Shape;329;p29"/>
          <p:cNvGrpSpPr/>
          <p:nvPr/>
        </p:nvGrpSpPr>
        <p:grpSpPr>
          <a:xfrm>
            <a:off x="-244135" y="81157"/>
            <a:ext cx="8603569" cy="542538"/>
            <a:chOff x="74035" y="2231322"/>
            <a:chExt cx="8550261" cy="757342"/>
          </a:xfrm>
        </p:grpSpPr>
        <p:grpSp>
          <p:nvGrpSpPr>
            <p:cNvPr id="330" name="Google Shape;330;p29"/>
            <p:cNvGrpSpPr/>
            <p:nvPr/>
          </p:nvGrpSpPr>
          <p:grpSpPr>
            <a:xfrm>
              <a:off x="286108" y="2280389"/>
              <a:ext cx="5875473" cy="708275"/>
              <a:chOff x="564747" y="3403331"/>
              <a:chExt cx="3025594" cy="1364238"/>
            </a:xfrm>
          </p:grpSpPr>
          <p:pic>
            <p:nvPicPr>
              <p:cNvPr id="331" name="Google Shape;331;p29" descr="empty-green-rectangle"/>
              <p:cNvPicPr preferRelativeResize="0"/>
              <p:nvPr/>
            </p:nvPicPr>
            <p:blipFill rotWithShape="1">
              <a:blip r:embed="rId1"/>
              <a:srcRect/>
              <a:stretch>
                <a:fillRect/>
              </a:stretch>
            </p:blipFill>
            <p:spPr>
              <a:xfrm>
                <a:off x="564747" y="3403331"/>
                <a:ext cx="3025594" cy="1364238"/>
              </a:xfrm>
              <a:prstGeom prst="rect">
                <a:avLst/>
              </a:prstGeom>
              <a:noFill/>
              <a:ln>
                <a:noFill/>
              </a:ln>
            </p:spPr>
          </p:pic>
          <p:pic>
            <p:nvPicPr>
              <p:cNvPr id="332" name="Google Shape;332;p29" descr="green-top-faded"/>
              <p:cNvPicPr preferRelativeResize="0"/>
              <p:nvPr/>
            </p:nvPicPr>
            <p:blipFill rotWithShape="1">
              <a:blip r:embed="rId2"/>
              <a:srcRect/>
              <a:stretch>
                <a:fillRect/>
              </a:stretch>
            </p:blipFill>
            <p:spPr>
              <a:xfrm rot="-5400000">
                <a:off x="205129" y="3887447"/>
                <a:ext cx="1273934" cy="396005"/>
              </a:xfrm>
              <a:prstGeom prst="rect">
                <a:avLst/>
              </a:prstGeom>
              <a:noFill/>
              <a:ln>
                <a:noFill/>
              </a:ln>
            </p:spPr>
          </p:pic>
        </p:grpSp>
        <p:sp>
          <p:nvSpPr>
            <p:cNvPr id="333" name="Google Shape;333;p29"/>
            <p:cNvSpPr txBox="1"/>
            <p:nvPr/>
          </p:nvSpPr>
          <p:spPr>
            <a:xfrm>
              <a:off x="74035" y="2267003"/>
              <a:ext cx="1501326" cy="6874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600">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rPr>
                <a:t>I</a:t>
              </a:r>
              <a:endParaRPr lang="vi-VN" sz="2600">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endParaRPr>
            </a:p>
          </p:txBody>
        </p:sp>
        <p:sp>
          <p:nvSpPr>
            <p:cNvPr id="334" name="Google Shape;334;p29"/>
            <p:cNvSpPr/>
            <p:nvPr/>
          </p:nvSpPr>
          <p:spPr>
            <a:xfrm>
              <a:off x="1209204" y="2231322"/>
              <a:ext cx="7415092" cy="756153"/>
            </a:xfrm>
            <a:prstGeom prst="rect">
              <a:avLst/>
            </a:prstGeom>
            <a:noFill/>
            <a:ln>
              <a:noFill/>
            </a:ln>
          </p:spPr>
          <p:txBody>
            <a:bodyPr spcFirstLastPara="1" wrap="square" lIns="109725" tIns="54850" rIns="109725" bIns="54850" anchor="t" anchorCtr="0">
              <a:noAutofit/>
            </a:bodyPr>
            <a:lstStyle/>
            <a:p>
              <a:pPr marL="0" marR="0" lvl="0" indent="0" algn="l" rtl="0">
                <a:spcBef>
                  <a:spcPts val="0"/>
                </a:spcBef>
                <a:spcAft>
                  <a:spcPts val="0"/>
                </a:spcAft>
                <a:buNone/>
              </a:pPr>
              <a:r>
                <a:rPr lang="vi-VN" sz="2800" i="1">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rPr>
                <a:t>Các ví dụ</a:t>
              </a:r>
              <a:endParaRPr sz="2800">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endParaRPr>
            </a:p>
          </p:txBody>
        </p:sp>
      </p:grpSp>
      <p:pic>
        <p:nvPicPr>
          <p:cNvPr id="335" name="Google Shape;335;p29" descr="empty-blue-rectangle"/>
          <p:cNvPicPr preferRelativeResize="0"/>
          <p:nvPr/>
        </p:nvPicPr>
        <p:blipFill rotWithShape="1">
          <a:blip r:embed="rId3"/>
          <a:srcRect/>
          <a:stretch>
            <a:fillRect/>
          </a:stretch>
        </p:blipFill>
        <p:spPr>
          <a:xfrm>
            <a:off x="0" y="719647"/>
            <a:ext cx="12192000" cy="2709353"/>
          </a:xfrm>
          <a:prstGeom prst="rect">
            <a:avLst/>
          </a:prstGeom>
          <a:noFill/>
          <a:ln>
            <a:noFill/>
          </a:ln>
        </p:spPr>
      </p:pic>
      <p:sp>
        <p:nvSpPr>
          <p:cNvPr id="336" name="Google Shape;336;p29"/>
          <p:cNvSpPr txBox="1"/>
          <p:nvPr/>
        </p:nvSpPr>
        <p:spPr>
          <a:xfrm>
            <a:off x="447869" y="837508"/>
            <a:ext cx="10021078" cy="2138534"/>
          </a:xfrm>
          <a:prstGeom prst="rect">
            <a:avLst/>
          </a:prstGeom>
          <a:blipFill rotWithShape="1">
            <a:blip r:embed="rId4"/>
            <a:stretch>
              <a:fillRect l="-790" t="-1708" r="-790" b="-484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pic>
        <p:nvPicPr>
          <p:cNvPr id="337" name="Google Shape;337;p29"/>
          <p:cNvPicPr preferRelativeResize="0"/>
          <p:nvPr/>
        </p:nvPicPr>
        <p:blipFill rotWithShape="1">
          <a:blip r:embed="rId5"/>
          <a:srcRect/>
          <a:stretch>
            <a:fillRect/>
          </a:stretch>
        </p:blipFill>
        <p:spPr>
          <a:xfrm>
            <a:off x="10409230" y="835779"/>
            <a:ext cx="1334901" cy="2477088"/>
          </a:xfrm>
          <a:prstGeom prst="rect">
            <a:avLst/>
          </a:prstGeom>
          <a:noFill/>
          <a:ln>
            <a:noFill/>
          </a:ln>
        </p:spPr>
      </p:pic>
      <p:grpSp>
        <p:nvGrpSpPr>
          <p:cNvPr id="338" name="Google Shape;338;p29"/>
          <p:cNvGrpSpPr/>
          <p:nvPr/>
        </p:nvGrpSpPr>
        <p:grpSpPr>
          <a:xfrm>
            <a:off x="8999304" y="3428999"/>
            <a:ext cx="2819851" cy="3362978"/>
            <a:chOff x="9002106" y="3405217"/>
            <a:chExt cx="2819851" cy="3362978"/>
          </a:xfrm>
        </p:grpSpPr>
        <p:grpSp>
          <p:nvGrpSpPr>
            <p:cNvPr id="339" name="Google Shape;339;p29"/>
            <p:cNvGrpSpPr/>
            <p:nvPr/>
          </p:nvGrpSpPr>
          <p:grpSpPr>
            <a:xfrm>
              <a:off x="9098279" y="3757592"/>
              <a:ext cx="2621902" cy="2642325"/>
              <a:chOff x="8873412" y="3860229"/>
              <a:chExt cx="2621902" cy="2642325"/>
            </a:xfrm>
          </p:grpSpPr>
          <p:sp>
            <p:nvSpPr>
              <p:cNvPr id="340" name="Google Shape;340;p29"/>
              <p:cNvSpPr/>
              <p:nvPr/>
            </p:nvSpPr>
            <p:spPr>
              <a:xfrm rot="10800000" flipH="1">
                <a:off x="8873412" y="3872205"/>
                <a:ext cx="2621902" cy="2621902"/>
              </a:xfrm>
              <a:prstGeom prst="arc">
                <a:avLst>
                  <a:gd name="adj1" fmla="val 12488769"/>
                  <a:gd name="adj2" fmla="val 19867598"/>
                </a:avLst>
              </a:prstGeom>
              <a:noFill/>
              <a:ln w="9525" cap="flat" cmpd="sng">
                <a:solidFill>
                  <a:schemeClr val="dk1"/>
                </a:solidFill>
                <a:prstDash val="lg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cxnSp>
            <p:nvCxnSpPr>
              <p:cNvPr id="341" name="Google Shape;341;p29"/>
              <p:cNvCxnSpPr/>
              <p:nvPr/>
            </p:nvCxnSpPr>
            <p:spPr>
              <a:xfrm rot="10800000" flipH="1">
                <a:off x="9022702" y="3862873"/>
                <a:ext cx="1166327" cy="1931437"/>
              </a:xfrm>
              <a:prstGeom prst="straightConnector1">
                <a:avLst/>
              </a:prstGeom>
              <a:noFill/>
              <a:ln w="9525" cap="flat" cmpd="sng">
                <a:solidFill>
                  <a:schemeClr val="dk1"/>
                </a:solidFill>
                <a:prstDash val="dashDot"/>
                <a:miter lim="800000"/>
                <a:headEnd type="none" w="sm" len="sm"/>
                <a:tailEnd type="none" w="sm" len="sm"/>
              </a:ln>
            </p:spPr>
          </p:cxnSp>
          <p:cxnSp>
            <p:nvCxnSpPr>
              <p:cNvPr id="342" name="Google Shape;342;p29"/>
              <p:cNvCxnSpPr/>
              <p:nvPr/>
            </p:nvCxnSpPr>
            <p:spPr>
              <a:xfrm rot="10800000">
                <a:off x="10184363" y="3872205"/>
                <a:ext cx="1152331" cy="1940766"/>
              </a:xfrm>
              <a:prstGeom prst="straightConnector1">
                <a:avLst/>
              </a:prstGeom>
              <a:noFill/>
              <a:ln w="9525" cap="flat" cmpd="sng">
                <a:solidFill>
                  <a:schemeClr val="dk1"/>
                </a:solidFill>
                <a:prstDash val="dashDot"/>
                <a:miter lim="800000"/>
                <a:headEnd type="none" w="sm" len="sm"/>
                <a:tailEnd type="none" w="sm" len="sm"/>
              </a:ln>
            </p:spPr>
          </p:cxnSp>
          <p:cxnSp>
            <p:nvCxnSpPr>
              <p:cNvPr id="343" name="Google Shape;343;p29"/>
              <p:cNvCxnSpPr/>
              <p:nvPr/>
            </p:nvCxnSpPr>
            <p:spPr>
              <a:xfrm>
                <a:off x="10184363" y="3862873"/>
                <a:ext cx="0" cy="2631234"/>
              </a:xfrm>
              <a:prstGeom prst="straightConnector1">
                <a:avLst/>
              </a:prstGeom>
              <a:noFill/>
              <a:ln w="9525" cap="flat" cmpd="sng">
                <a:solidFill>
                  <a:schemeClr val="dk1"/>
                </a:solidFill>
                <a:prstDash val="dashDot"/>
                <a:miter lim="800000"/>
                <a:headEnd type="none" w="sm" len="sm"/>
                <a:tailEnd type="none" w="sm" len="sm"/>
              </a:ln>
            </p:spPr>
          </p:cxnSp>
          <p:cxnSp>
            <p:nvCxnSpPr>
              <p:cNvPr id="344" name="Google Shape;344;p29"/>
              <p:cNvCxnSpPr>
                <a:stCxn id="340" idx="0"/>
                <a:endCxn id="340" idx="2"/>
              </p:cNvCxnSpPr>
              <p:nvPr/>
            </p:nvCxnSpPr>
            <p:spPr>
              <a:xfrm>
                <a:off x="9028436" y="5801561"/>
                <a:ext cx="2304000" cy="14700"/>
              </a:xfrm>
              <a:prstGeom prst="straightConnector1">
                <a:avLst/>
              </a:prstGeom>
              <a:noFill/>
              <a:ln w="9525" cap="flat" cmpd="sng">
                <a:solidFill>
                  <a:schemeClr val="dk1"/>
                </a:solidFill>
                <a:prstDash val="lgDash"/>
                <a:miter lim="800000"/>
                <a:headEnd type="none" w="sm" len="sm"/>
                <a:tailEnd type="none" w="sm" len="sm"/>
              </a:ln>
            </p:spPr>
          </p:cxnSp>
          <p:cxnSp>
            <p:nvCxnSpPr>
              <p:cNvPr id="345" name="Google Shape;345;p29"/>
              <p:cNvCxnSpPr/>
              <p:nvPr/>
            </p:nvCxnSpPr>
            <p:spPr>
              <a:xfrm>
                <a:off x="10184362" y="3860229"/>
                <a:ext cx="732454" cy="2395947"/>
              </a:xfrm>
              <a:prstGeom prst="straightConnector1">
                <a:avLst/>
              </a:prstGeom>
              <a:noFill/>
              <a:ln w="9525" cap="flat" cmpd="sng">
                <a:solidFill>
                  <a:schemeClr val="dk1"/>
                </a:solidFill>
                <a:prstDash val="solid"/>
                <a:miter lim="800000"/>
                <a:headEnd type="none" w="sm" len="sm"/>
                <a:tailEnd type="none" w="sm" len="sm"/>
              </a:ln>
            </p:spPr>
          </p:cxnSp>
          <p:cxnSp>
            <p:nvCxnSpPr>
              <p:cNvPr id="346" name="Google Shape;346;p29"/>
              <p:cNvCxnSpPr/>
              <p:nvPr/>
            </p:nvCxnSpPr>
            <p:spPr>
              <a:xfrm rot="10800000">
                <a:off x="9283959" y="6498460"/>
                <a:ext cx="1476569" cy="4094"/>
              </a:xfrm>
              <a:prstGeom prst="straightConnector1">
                <a:avLst/>
              </a:prstGeom>
              <a:noFill/>
              <a:ln w="9525" cap="flat" cmpd="sng">
                <a:solidFill>
                  <a:schemeClr val="dk1"/>
                </a:solidFill>
                <a:prstDash val="lgDash"/>
                <a:miter lim="800000"/>
                <a:headEnd type="none" w="sm" len="sm"/>
                <a:tailEnd type="none" w="sm" len="sm"/>
              </a:ln>
            </p:spPr>
          </p:cxnSp>
          <p:cxnSp>
            <p:nvCxnSpPr>
              <p:cNvPr id="347" name="Google Shape;347;p29"/>
              <p:cNvCxnSpPr/>
              <p:nvPr/>
            </p:nvCxnSpPr>
            <p:spPr>
              <a:xfrm rot="10800000">
                <a:off x="10189029" y="6263427"/>
                <a:ext cx="727787" cy="0"/>
              </a:xfrm>
              <a:prstGeom prst="straightConnector1">
                <a:avLst/>
              </a:prstGeom>
              <a:noFill/>
              <a:ln w="9525" cap="flat" cmpd="sng">
                <a:solidFill>
                  <a:schemeClr val="dk1"/>
                </a:solidFill>
                <a:prstDash val="lgDash"/>
                <a:miter lim="800000"/>
                <a:headEnd type="none" w="sm" len="sm"/>
                <a:tailEnd type="none" w="sm" len="sm"/>
              </a:ln>
            </p:spPr>
          </p:cxnSp>
          <p:cxnSp>
            <p:nvCxnSpPr>
              <p:cNvPr id="348" name="Google Shape;348;p29"/>
              <p:cNvCxnSpPr/>
              <p:nvPr/>
            </p:nvCxnSpPr>
            <p:spPr>
              <a:xfrm>
                <a:off x="9493895" y="5803642"/>
                <a:ext cx="0" cy="693109"/>
              </a:xfrm>
              <a:prstGeom prst="straightConnector1">
                <a:avLst/>
              </a:prstGeom>
              <a:noFill/>
              <a:ln w="9525" cap="flat" cmpd="sng">
                <a:solidFill>
                  <a:schemeClr val="dk1"/>
                </a:solidFill>
                <a:prstDash val="solid"/>
                <a:miter lim="800000"/>
                <a:headEnd type="triangle" w="med" len="med"/>
                <a:tailEnd type="triangle" w="med" len="med"/>
              </a:ln>
            </p:spPr>
          </p:cxnSp>
          <p:cxnSp>
            <p:nvCxnSpPr>
              <p:cNvPr id="349" name="Google Shape;349;p29"/>
              <p:cNvCxnSpPr/>
              <p:nvPr/>
            </p:nvCxnSpPr>
            <p:spPr>
              <a:xfrm>
                <a:off x="10468947" y="6256176"/>
                <a:ext cx="0" cy="244331"/>
              </a:xfrm>
              <a:prstGeom prst="straightConnector1">
                <a:avLst/>
              </a:prstGeom>
              <a:noFill/>
              <a:ln w="9525" cap="flat" cmpd="sng">
                <a:solidFill>
                  <a:schemeClr val="dk1"/>
                </a:solidFill>
                <a:prstDash val="solid"/>
                <a:miter lim="800000"/>
                <a:headEnd type="triangle" w="med" len="med"/>
                <a:tailEnd type="triangle" w="med" len="med"/>
              </a:ln>
            </p:spPr>
          </p:cxnSp>
          <p:cxnSp>
            <p:nvCxnSpPr>
              <p:cNvPr id="350" name="Google Shape;350;p29"/>
              <p:cNvCxnSpPr/>
              <p:nvPr/>
            </p:nvCxnSpPr>
            <p:spPr>
              <a:xfrm>
                <a:off x="9956464" y="3860229"/>
                <a:ext cx="442510" cy="0"/>
              </a:xfrm>
              <a:prstGeom prst="straightConnector1">
                <a:avLst/>
              </a:prstGeom>
              <a:noFill/>
              <a:ln w="38100" cap="flat" cmpd="sng">
                <a:solidFill>
                  <a:schemeClr val="dk1"/>
                </a:solidFill>
                <a:prstDash val="solid"/>
                <a:miter lim="800000"/>
                <a:headEnd type="none" w="sm" len="sm"/>
                <a:tailEnd type="none" w="sm" len="sm"/>
              </a:ln>
            </p:spPr>
          </p:cxnSp>
        </p:grpSp>
        <p:sp>
          <p:nvSpPr>
            <p:cNvPr id="351" name="Google Shape;351;p29"/>
            <p:cNvSpPr txBox="1"/>
            <p:nvPr/>
          </p:nvSpPr>
          <p:spPr>
            <a:xfrm>
              <a:off x="9002106" y="5313435"/>
              <a:ext cx="335902"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000">
                  <a:solidFill>
                    <a:schemeClr val="dk1"/>
                  </a:solidFill>
                  <a:latin typeface="Fira Sans Extra Condensed"/>
                  <a:ea typeface="Fira Sans Extra Condensed"/>
                  <a:cs typeface="Fira Sans Extra Condensed"/>
                  <a:sym typeface="Fira Sans Extra Condensed"/>
                </a:rPr>
                <a:t>A</a:t>
              </a:r>
              <a:endParaRPr sz="2000">
                <a:solidFill>
                  <a:schemeClr val="dk1"/>
                </a:solidFill>
                <a:latin typeface="Fira Sans Extra Condensed"/>
                <a:ea typeface="Fira Sans Extra Condensed"/>
                <a:cs typeface="Fira Sans Extra Condensed"/>
                <a:sym typeface="Fira Sans Extra Condensed"/>
              </a:endParaRPr>
            </a:p>
          </p:txBody>
        </p:sp>
        <p:sp>
          <p:nvSpPr>
            <p:cNvPr id="352" name="Google Shape;352;p29"/>
            <p:cNvSpPr txBox="1"/>
            <p:nvPr/>
          </p:nvSpPr>
          <p:spPr>
            <a:xfrm>
              <a:off x="10245946" y="3405217"/>
              <a:ext cx="335902"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000">
                  <a:solidFill>
                    <a:schemeClr val="dk1"/>
                  </a:solidFill>
                  <a:latin typeface="Fira Sans Extra Condensed"/>
                  <a:ea typeface="Fira Sans Extra Condensed"/>
                  <a:cs typeface="Fira Sans Extra Condensed"/>
                  <a:sym typeface="Fira Sans Extra Condensed"/>
                </a:rPr>
                <a:t>Q</a:t>
              </a:r>
              <a:endParaRPr sz="2000">
                <a:solidFill>
                  <a:schemeClr val="dk1"/>
                </a:solidFill>
                <a:latin typeface="Fira Sans Extra Condensed"/>
                <a:ea typeface="Fira Sans Extra Condensed"/>
                <a:cs typeface="Fira Sans Extra Condensed"/>
                <a:sym typeface="Fira Sans Extra Condensed"/>
              </a:endParaRPr>
            </a:p>
          </p:txBody>
        </p:sp>
        <p:sp>
          <p:nvSpPr>
            <p:cNvPr id="353" name="Google Shape;353;p29"/>
            <p:cNvSpPr txBox="1"/>
            <p:nvPr/>
          </p:nvSpPr>
          <p:spPr>
            <a:xfrm>
              <a:off x="11486055" y="5322199"/>
              <a:ext cx="335902"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000">
                  <a:solidFill>
                    <a:schemeClr val="dk1"/>
                  </a:solidFill>
                  <a:latin typeface="Fira Sans Extra Condensed"/>
                  <a:ea typeface="Fira Sans Extra Condensed"/>
                  <a:cs typeface="Fira Sans Extra Condensed"/>
                  <a:sym typeface="Fira Sans Extra Condensed"/>
                </a:rPr>
                <a:t>B</a:t>
              </a:r>
              <a:endParaRPr sz="2000">
                <a:solidFill>
                  <a:schemeClr val="dk1"/>
                </a:solidFill>
                <a:latin typeface="Fira Sans Extra Condensed"/>
                <a:ea typeface="Fira Sans Extra Condensed"/>
                <a:cs typeface="Fira Sans Extra Condensed"/>
                <a:sym typeface="Fira Sans Extra Condensed"/>
              </a:endParaRPr>
            </a:p>
          </p:txBody>
        </p:sp>
        <p:sp>
          <p:nvSpPr>
            <p:cNvPr id="354" name="Google Shape;354;p29"/>
            <p:cNvSpPr txBox="1"/>
            <p:nvPr/>
          </p:nvSpPr>
          <p:spPr>
            <a:xfrm>
              <a:off x="10287939" y="6368085"/>
              <a:ext cx="335902"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000">
                  <a:solidFill>
                    <a:schemeClr val="dk1"/>
                  </a:solidFill>
                  <a:latin typeface="Fira Sans Extra Condensed"/>
                  <a:ea typeface="Fira Sans Extra Condensed"/>
                  <a:cs typeface="Fira Sans Extra Condensed"/>
                  <a:sym typeface="Fira Sans Extra Condensed"/>
                </a:rPr>
                <a:t>O</a:t>
              </a:r>
              <a:endParaRPr sz="2000">
                <a:solidFill>
                  <a:schemeClr val="dk1"/>
                </a:solidFill>
                <a:latin typeface="Fira Sans Extra Condensed"/>
                <a:ea typeface="Fira Sans Extra Condensed"/>
                <a:cs typeface="Fira Sans Extra Condensed"/>
                <a:sym typeface="Fira Sans Extra Condensed"/>
              </a:endParaRPr>
            </a:p>
          </p:txBody>
        </p:sp>
        <p:sp>
          <p:nvSpPr>
            <p:cNvPr id="355" name="Google Shape;355;p29"/>
            <p:cNvSpPr txBox="1"/>
            <p:nvPr/>
          </p:nvSpPr>
          <p:spPr>
            <a:xfrm>
              <a:off x="11039979" y="5698923"/>
              <a:ext cx="335902"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000">
                  <a:solidFill>
                    <a:schemeClr val="dk1"/>
                  </a:solidFill>
                  <a:latin typeface="Fira Sans Extra Condensed"/>
                  <a:ea typeface="Fira Sans Extra Condensed"/>
                  <a:cs typeface="Fira Sans Extra Condensed"/>
                  <a:sym typeface="Fira Sans Extra Condensed"/>
                </a:rPr>
                <a:t>C</a:t>
              </a:r>
              <a:endParaRPr sz="2000">
                <a:solidFill>
                  <a:schemeClr val="dk1"/>
                </a:solidFill>
                <a:latin typeface="Fira Sans Extra Condensed"/>
                <a:ea typeface="Fira Sans Extra Condensed"/>
                <a:cs typeface="Fira Sans Extra Condensed"/>
                <a:sym typeface="Fira Sans Extra Condensed"/>
              </a:endParaRPr>
            </a:p>
          </p:txBody>
        </p:sp>
        <p:sp>
          <p:nvSpPr>
            <p:cNvPr id="356" name="Google Shape;356;p29"/>
            <p:cNvSpPr txBox="1"/>
            <p:nvPr/>
          </p:nvSpPr>
          <p:spPr>
            <a:xfrm>
              <a:off x="9712947" y="5818888"/>
              <a:ext cx="741303"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000">
                  <a:solidFill>
                    <a:schemeClr val="dk1"/>
                  </a:solidFill>
                  <a:latin typeface="Fira Sans Extra Condensed"/>
                  <a:ea typeface="Fira Sans Extra Condensed"/>
                  <a:cs typeface="Fira Sans Extra Condensed"/>
                  <a:sym typeface="Fira Sans Extra Condensed"/>
                </a:rPr>
                <a:t>h</a:t>
              </a:r>
              <a:r>
                <a:rPr lang="vi-VN" sz="2000" baseline="-25000">
                  <a:solidFill>
                    <a:schemeClr val="dk1"/>
                  </a:solidFill>
                  <a:latin typeface="Fira Sans Extra Condensed"/>
                  <a:ea typeface="Fira Sans Extra Condensed"/>
                  <a:cs typeface="Fira Sans Extra Condensed"/>
                  <a:sym typeface="Fira Sans Extra Condensed"/>
                </a:rPr>
                <a:t>A</a:t>
              </a:r>
              <a:r>
                <a:rPr lang="vi-VN" sz="2000">
                  <a:solidFill>
                    <a:schemeClr val="dk1"/>
                  </a:solidFill>
                  <a:latin typeface="Fira Sans Extra Condensed"/>
                  <a:ea typeface="Fira Sans Extra Condensed"/>
                  <a:cs typeface="Fira Sans Extra Condensed"/>
                  <a:sym typeface="Fira Sans Extra Condensed"/>
                </a:rPr>
                <a:t>=h</a:t>
              </a:r>
              <a:r>
                <a:rPr lang="vi-VN" sz="2000" baseline="-25000">
                  <a:solidFill>
                    <a:schemeClr val="dk1"/>
                  </a:solidFill>
                  <a:latin typeface="Fira Sans Extra Condensed"/>
                  <a:ea typeface="Fira Sans Extra Condensed"/>
                  <a:cs typeface="Fira Sans Extra Condensed"/>
                  <a:sym typeface="Fira Sans Extra Condensed"/>
                </a:rPr>
                <a:t>B</a:t>
              </a:r>
              <a:endParaRPr sz="2000">
                <a:solidFill>
                  <a:schemeClr val="dk1"/>
                </a:solidFill>
                <a:latin typeface="Fira Sans Extra Condensed"/>
                <a:ea typeface="Fira Sans Extra Condensed"/>
                <a:cs typeface="Fira Sans Extra Condensed"/>
                <a:sym typeface="Fira Sans Extra Condensed"/>
              </a:endParaRPr>
            </a:p>
          </p:txBody>
        </p:sp>
        <p:sp>
          <p:nvSpPr>
            <p:cNvPr id="357" name="Google Shape;357;p29"/>
            <p:cNvSpPr txBox="1"/>
            <p:nvPr/>
          </p:nvSpPr>
          <p:spPr>
            <a:xfrm>
              <a:off x="10812776" y="6101434"/>
              <a:ext cx="335902"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000">
                  <a:solidFill>
                    <a:schemeClr val="dk1"/>
                  </a:solidFill>
                  <a:latin typeface="Fira Sans Extra Condensed"/>
                  <a:ea typeface="Fira Sans Extra Condensed"/>
                  <a:cs typeface="Fira Sans Extra Condensed"/>
                  <a:sym typeface="Fira Sans Extra Condensed"/>
                </a:rPr>
                <a:t>h</a:t>
              </a:r>
              <a:endParaRPr sz="2000">
                <a:solidFill>
                  <a:schemeClr val="dk1"/>
                </a:solidFill>
                <a:latin typeface="Fira Sans Extra Condensed"/>
                <a:ea typeface="Fira Sans Extra Condensed"/>
                <a:cs typeface="Fira Sans Extra Condensed"/>
                <a:sym typeface="Fira Sans Extra Condensed"/>
              </a:endParaRPr>
            </a:p>
          </p:txBody>
        </p:sp>
        <p:sp>
          <p:nvSpPr>
            <p:cNvPr id="358" name="Google Shape;358;p29"/>
            <p:cNvSpPr txBox="1"/>
            <p:nvPr/>
          </p:nvSpPr>
          <p:spPr>
            <a:xfrm>
              <a:off x="10027142" y="4348390"/>
              <a:ext cx="335902" cy="400110"/>
            </a:xfrm>
            <a:prstGeom prst="rect">
              <a:avLst/>
            </a:prstGeom>
            <a:blipFill rotWithShape="1">
              <a:blip r:embed="rId6"/>
              <a:stretch>
                <a:fillRect l="-1606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359" name="Google Shape;359;p29"/>
            <p:cNvSpPr txBox="1"/>
            <p:nvPr/>
          </p:nvSpPr>
          <p:spPr>
            <a:xfrm>
              <a:off x="10423224" y="4469529"/>
              <a:ext cx="335902"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000">
                  <a:solidFill>
                    <a:schemeClr val="dk1"/>
                  </a:solidFill>
                  <a:latin typeface="Fira Sans Extra Condensed"/>
                  <a:ea typeface="Fira Sans Extra Condensed"/>
                  <a:cs typeface="Fira Sans Extra Condensed"/>
                  <a:sym typeface="Fira Sans Extra Condensed"/>
                </a:rPr>
                <a:t>α</a:t>
              </a:r>
              <a:endParaRPr sz="2000">
                <a:solidFill>
                  <a:schemeClr val="dk1"/>
                </a:solidFill>
                <a:latin typeface="Fira Sans Extra Condensed"/>
                <a:ea typeface="Fira Sans Extra Condensed"/>
                <a:cs typeface="Fira Sans Extra Condensed"/>
                <a:sym typeface="Fira Sans Extra Condensed"/>
              </a:endParaRPr>
            </a:p>
          </p:txBody>
        </p:sp>
        <p:sp>
          <p:nvSpPr>
            <p:cNvPr id="360" name="Google Shape;360;p29"/>
            <p:cNvSpPr/>
            <p:nvPr/>
          </p:nvSpPr>
          <p:spPr>
            <a:xfrm rot="9336694">
              <a:off x="10159637" y="3968879"/>
              <a:ext cx="335902" cy="335902"/>
            </a:xfrm>
            <a:prstGeom prst="arc">
              <a:avLst>
                <a:gd name="adj1" fmla="val 16200000"/>
                <a:gd name="adj2" fmla="val 0"/>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61" name="Google Shape;361;p29"/>
            <p:cNvSpPr/>
            <p:nvPr/>
          </p:nvSpPr>
          <p:spPr>
            <a:xfrm rot="6787593">
              <a:off x="10312037" y="4205258"/>
              <a:ext cx="335902" cy="335902"/>
            </a:xfrm>
            <a:prstGeom prst="arc">
              <a:avLst>
                <a:gd name="adj1" fmla="val 16200000"/>
                <a:gd name="adj2" fmla="val 0"/>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62" name="Google Shape;362;p29"/>
            <p:cNvSpPr/>
            <p:nvPr/>
          </p:nvSpPr>
          <p:spPr>
            <a:xfrm rot="6787593">
              <a:off x="10305041" y="4162649"/>
              <a:ext cx="335902" cy="335902"/>
            </a:xfrm>
            <a:prstGeom prst="arc">
              <a:avLst>
                <a:gd name="adj1" fmla="val 16200000"/>
                <a:gd name="adj2" fmla="val 0"/>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grpSp>
      <p:sp>
        <p:nvSpPr>
          <p:cNvPr id="363" name="Google Shape;363;p29"/>
          <p:cNvSpPr txBox="1"/>
          <p:nvPr/>
        </p:nvSpPr>
        <p:spPr>
          <a:xfrm>
            <a:off x="514704" y="3875766"/>
            <a:ext cx="6388364" cy="430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2200">
                <a:solidFill>
                  <a:schemeClr val="dk1"/>
                </a:solidFill>
                <a:latin typeface="Fira Sans Extra Condensed"/>
                <a:ea typeface="Fira Sans Extra Condensed"/>
                <a:cs typeface="Fira Sans Extra Condensed"/>
                <a:sym typeface="Fira Sans Extra Condensed"/>
              </a:rPr>
              <a:t>b) Ở vị trí nào thì động năng bằng thế năng?</a:t>
            </a:r>
            <a:endParaRPr lang="vi-VN" sz="2200">
              <a:solidFill>
                <a:schemeClr val="dk1"/>
              </a:solidFill>
              <a:latin typeface="Fira Sans Extra Condensed"/>
              <a:ea typeface="Fira Sans Extra Condensed"/>
              <a:cs typeface="Fira Sans Extra Condensed"/>
              <a:sym typeface="Fira Sans Extra Condensed"/>
            </a:endParaRPr>
          </a:p>
        </p:txBody>
      </p:sp>
      <p:sp>
        <p:nvSpPr>
          <p:cNvPr id="364" name="Google Shape;364;p29"/>
          <p:cNvSpPr txBox="1"/>
          <p:nvPr/>
        </p:nvSpPr>
        <p:spPr>
          <a:xfrm>
            <a:off x="4859662" y="3429110"/>
            <a:ext cx="2043405"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400" b="1">
                <a:solidFill>
                  <a:srgbClr val="002060"/>
                </a:solidFill>
                <a:latin typeface="Fira Sans Extra Condensed"/>
                <a:ea typeface="Fira Sans Extra Condensed"/>
                <a:cs typeface="Fira Sans Extra Condensed"/>
                <a:sym typeface="Fira Sans Extra Condensed"/>
              </a:rPr>
              <a:t>Hướng dẫn giải</a:t>
            </a:r>
            <a:endParaRPr sz="2400" b="1">
              <a:solidFill>
                <a:srgbClr val="002060"/>
              </a:solidFill>
              <a:latin typeface="Fira Sans Extra Condensed"/>
              <a:ea typeface="Fira Sans Extra Condensed"/>
              <a:cs typeface="Fira Sans Extra Condensed"/>
              <a:sym typeface="Fira Sans Extra Condensed"/>
            </a:endParaRPr>
          </a:p>
        </p:txBody>
      </p:sp>
      <p:sp>
        <p:nvSpPr>
          <p:cNvPr id="365" name="Google Shape;365;p29"/>
          <p:cNvSpPr txBox="1"/>
          <p:nvPr/>
        </p:nvSpPr>
        <p:spPr>
          <a:xfrm>
            <a:off x="1435676" y="4656181"/>
            <a:ext cx="3701246" cy="646331"/>
          </a:xfrm>
          <a:prstGeom prst="rect">
            <a:avLst/>
          </a:prstGeom>
          <a:blipFill rotWithShape="1">
            <a:blip r:embed="rId7"/>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366" name="Google Shape;366;p29"/>
          <p:cNvSpPr txBox="1"/>
          <p:nvPr/>
        </p:nvSpPr>
        <p:spPr>
          <a:xfrm>
            <a:off x="819544" y="5280485"/>
            <a:ext cx="3005170" cy="430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2200">
                <a:solidFill>
                  <a:schemeClr val="dk1"/>
                </a:solidFill>
                <a:latin typeface="Fira Sans Extra Condensed"/>
                <a:ea typeface="Fira Sans Extra Condensed"/>
                <a:cs typeface="Fira Sans Extra Condensed"/>
                <a:sym typeface="Fira Sans Extra Condensed"/>
              </a:rPr>
              <a:t>Vì cơ năng bảo toàn nên:</a:t>
            </a:r>
            <a:endParaRPr sz="2200">
              <a:solidFill>
                <a:schemeClr val="dk1"/>
              </a:solidFill>
              <a:latin typeface="Fira Sans Extra Condensed"/>
              <a:ea typeface="Fira Sans Extra Condensed"/>
              <a:cs typeface="Fira Sans Extra Condensed"/>
              <a:sym typeface="Fira Sans Extra Condensed"/>
            </a:endParaRPr>
          </a:p>
        </p:txBody>
      </p:sp>
      <p:sp>
        <p:nvSpPr>
          <p:cNvPr id="367" name="Google Shape;367;p29"/>
          <p:cNvSpPr txBox="1"/>
          <p:nvPr/>
        </p:nvSpPr>
        <p:spPr>
          <a:xfrm>
            <a:off x="780389" y="4300499"/>
            <a:ext cx="6218852" cy="430887"/>
          </a:xfrm>
          <a:prstGeom prst="rect">
            <a:avLst/>
          </a:prstGeom>
          <a:blipFill rotWithShape="1">
            <a:blip r:embed="rId8"/>
            <a:stretch>
              <a:fillRect l="-1274" t="-8449" b="-28166"/>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368" name="Google Shape;368;p29"/>
          <p:cNvSpPr txBox="1"/>
          <p:nvPr/>
        </p:nvSpPr>
        <p:spPr>
          <a:xfrm>
            <a:off x="1545847" y="5746091"/>
            <a:ext cx="4896238" cy="704360"/>
          </a:xfrm>
          <a:prstGeom prst="rect">
            <a:avLst/>
          </a:prstGeom>
          <a:blipFill rotWithShape="1">
            <a:blip r:embed="rId9"/>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63"/>
                                        </p:tgtEl>
                                        <p:attrNameLst>
                                          <p:attrName>style.visibility</p:attrName>
                                        </p:attrNameLst>
                                      </p:cBhvr>
                                      <p:to>
                                        <p:strVal val="visible"/>
                                      </p:to>
                                    </p:set>
                                    <p:anim calcmode="lin" valueType="num">
                                      <p:cBhvr additive="base">
                                        <p:cTn id="7" dur="500"/>
                                        <p:tgtEl>
                                          <p:spTgt spid="363"/>
                                        </p:tgtEl>
                                        <p:attrNameLst>
                                          <p:attrName>ppt_x</p:attrName>
                                        </p:attrNameLst>
                                      </p:cBhvr>
                                      <p:tavLst>
                                        <p:tav tm="0" fmla="">
                                          <p:val>
                                            <p:strVal val="#ppt_x-1"/>
                                          </p:val>
                                        </p:tav>
                                        <p:tav tm="100000" fmla="">
                                          <p:val>
                                            <p:strVal val="#ppt_x"/>
                                          </p:val>
                                        </p:tav>
                                      </p:tavLst>
                                    </p:anim>
                                  </p:childTnLst>
                                </p:cTn>
                              </p:par>
                            </p:childTnLst>
                          </p:cTn>
                        </p:par>
                        <p:par>
                          <p:cTn id="8" fill="hold">
                            <p:stCondLst>
                              <p:cond delay="500"/>
                            </p:stCondLst>
                            <p:childTnLst>
                              <p:par>
                                <p:cTn id="9" presetID="2" presetClass="entr" presetSubtype="8" fill="hold" nodeType="afterEffect">
                                  <p:stCondLst>
                                    <p:cond delay="0"/>
                                  </p:stCondLst>
                                  <p:childTnLst>
                                    <p:set>
                                      <p:cBhvr>
                                        <p:cTn id="10" dur="1" fill="hold">
                                          <p:stCondLst>
                                            <p:cond delay="0"/>
                                          </p:stCondLst>
                                        </p:cTn>
                                        <p:tgtEl>
                                          <p:spTgt spid="367"/>
                                        </p:tgtEl>
                                        <p:attrNameLst>
                                          <p:attrName>style.visibility</p:attrName>
                                        </p:attrNameLst>
                                      </p:cBhvr>
                                      <p:to>
                                        <p:strVal val="visible"/>
                                      </p:to>
                                    </p:set>
                                    <p:anim calcmode="lin" valueType="num">
                                      <p:cBhvr additive="base">
                                        <p:cTn id="11" dur="500"/>
                                        <p:tgtEl>
                                          <p:spTgt spid="367"/>
                                        </p:tgtEl>
                                        <p:attrNameLst>
                                          <p:attrName>ppt_x</p:attrName>
                                        </p:attrNameLst>
                                      </p:cBhvr>
                                      <p:tavLst>
                                        <p:tav tm="0" fmla="">
                                          <p:val>
                                            <p:strVal val="#ppt_x-1"/>
                                          </p:val>
                                        </p:tav>
                                        <p:tav tm="100000" fmla="">
                                          <p:val>
                                            <p:strVal val="#ppt_x"/>
                                          </p:val>
                                        </p:tav>
                                      </p:tavLst>
                                    </p:anim>
                                  </p:childTnLst>
                                </p:cTn>
                              </p:par>
                            </p:childTnLst>
                          </p:cTn>
                        </p:par>
                        <p:par>
                          <p:cTn id="12" fill="hold">
                            <p:stCondLst>
                              <p:cond delay="1000"/>
                            </p:stCondLst>
                            <p:childTnLst>
                              <p:par>
                                <p:cTn id="13" presetID="2" presetClass="entr" presetSubtype="8" fill="hold" nodeType="afterEffect">
                                  <p:stCondLst>
                                    <p:cond delay="0"/>
                                  </p:stCondLst>
                                  <p:childTnLst>
                                    <p:set>
                                      <p:cBhvr>
                                        <p:cTn id="14" dur="1" fill="hold">
                                          <p:stCondLst>
                                            <p:cond delay="0"/>
                                          </p:stCondLst>
                                        </p:cTn>
                                        <p:tgtEl>
                                          <p:spTgt spid="365"/>
                                        </p:tgtEl>
                                        <p:attrNameLst>
                                          <p:attrName>style.visibility</p:attrName>
                                        </p:attrNameLst>
                                      </p:cBhvr>
                                      <p:to>
                                        <p:strVal val="visible"/>
                                      </p:to>
                                    </p:set>
                                    <p:anim calcmode="lin" valueType="num">
                                      <p:cBhvr additive="base">
                                        <p:cTn id="15" dur="500"/>
                                        <p:tgtEl>
                                          <p:spTgt spid="365"/>
                                        </p:tgtEl>
                                        <p:attrNameLst>
                                          <p:attrName>ppt_x</p:attrName>
                                        </p:attrNameLst>
                                      </p:cBhvr>
                                      <p:tavLst>
                                        <p:tav tm="0" fmla="">
                                          <p:val>
                                            <p:strVal val="#ppt_x-1"/>
                                          </p:val>
                                        </p:tav>
                                        <p:tav tm="100000" fmla="">
                                          <p:val>
                                            <p:strVal val="#ppt_x"/>
                                          </p:val>
                                        </p:tav>
                                      </p:tavLst>
                                    </p:anim>
                                  </p:childTnLst>
                                </p:cTn>
                              </p:par>
                            </p:childTnLst>
                          </p:cTn>
                        </p:par>
                        <p:par>
                          <p:cTn id="16" fill="hold">
                            <p:stCondLst>
                              <p:cond delay="1500"/>
                            </p:stCondLst>
                            <p:childTnLst>
                              <p:par>
                                <p:cTn id="17" presetID="2" presetClass="entr" presetSubtype="8" fill="hold" nodeType="afterEffect">
                                  <p:stCondLst>
                                    <p:cond delay="0"/>
                                  </p:stCondLst>
                                  <p:childTnLst>
                                    <p:set>
                                      <p:cBhvr>
                                        <p:cTn id="18" dur="1" fill="hold">
                                          <p:stCondLst>
                                            <p:cond delay="0"/>
                                          </p:stCondLst>
                                        </p:cTn>
                                        <p:tgtEl>
                                          <p:spTgt spid="366"/>
                                        </p:tgtEl>
                                        <p:attrNameLst>
                                          <p:attrName>style.visibility</p:attrName>
                                        </p:attrNameLst>
                                      </p:cBhvr>
                                      <p:to>
                                        <p:strVal val="visible"/>
                                      </p:to>
                                    </p:set>
                                    <p:anim calcmode="lin" valueType="num">
                                      <p:cBhvr additive="base">
                                        <p:cTn id="19" dur="500"/>
                                        <p:tgtEl>
                                          <p:spTgt spid="366"/>
                                        </p:tgtEl>
                                        <p:attrNameLst>
                                          <p:attrName>ppt_x</p:attrName>
                                        </p:attrNameLst>
                                      </p:cBhvr>
                                      <p:tavLst>
                                        <p:tav tm="0" fmla="">
                                          <p:val>
                                            <p:strVal val="#ppt_x-1"/>
                                          </p:val>
                                        </p:tav>
                                        <p:tav tm="100000" fmla="">
                                          <p:val>
                                            <p:strVal val="#ppt_x"/>
                                          </p:val>
                                        </p:tav>
                                      </p:tavLst>
                                    </p:anim>
                                  </p:childTnLst>
                                </p:cTn>
                              </p:par>
                            </p:childTnLst>
                          </p:cTn>
                        </p:par>
                        <p:par>
                          <p:cTn id="20" fill="hold">
                            <p:stCondLst>
                              <p:cond delay="2000"/>
                            </p:stCondLst>
                            <p:childTnLst>
                              <p:par>
                                <p:cTn id="21" presetID="2" presetClass="entr" presetSubtype="8" fill="hold" nodeType="afterEffect">
                                  <p:stCondLst>
                                    <p:cond delay="0"/>
                                  </p:stCondLst>
                                  <p:childTnLst>
                                    <p:set>
                                      <p:cBhvr>
                                        <p:cTn id="22" dur="1" fill="hold">
                                          <p:stCondLst>
                                            <p:cond delay="0"/>
                                          </p:stCondLst>
                                        </p:cTn>
                                        <p:tgtEl>
                                          <p:spTgt spid="368"/>
                                        </p:tgtEl>
                                        <p:attrNameLst>
                                          <p:attrName>style.visibility</p:attrName>
                                        </p:attrNameLst>
                                      </p:cBhvr>
                                      <p:to>
                                        <p:strVal val="visible"/>
                                      </p:to>
                                    </p:set>
                                    <p:anim calcmode="lin" valueType="num">
                                      <p:cBhvr additive="base">
                                        <p:cTn id="23" dur="500"/>
                                        <p:tgtEl>
                                          <p:spTgt spid="368"/>
                                        </p:tgtEl>
                                        <p:attrNameLst>
                                          <p:attrName>ppt_x</p:attrName>
                                        </p:attrNameLst>
                                      </p:cBhvr>
                                      <p:tavLst>
                                        <p:tav tm="0" fmla="">
                                          <p:val>
                                            <p:strVal val="#ppt_x-1"/>
                                          </p:val>
                                        </p:tav>
                                        <p:tav tm="100000" fmla="">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72" name="Shape 372"/>
        <p:cNvGrpSpPr/>
        <p:nvPr/>
      </p:nvGrpSpPr>
      <p:grpSpPr>
        <a:xfrm>
          <a:off x="0" y="0"/>
          <a:ext cx="0" cy="0"/>
          <a:chOff x="0" y="0"/>
          <a:chExt cx="0" cy="0"/>
        </a:xfrm>
      </p:grpSpPr>
      <p:grpSp>
        <p:nvGrpSpPr>
          <p:cNvPr id="373" name="Google Shape;373;p30"/>
          <p:cNvGrpSpPr/>
          <p:nvPr/>
        </p:nvGrpSpPr>
        <p:grpSpPr>
          <a:xfrm>
            <a:off x="-244135" y="81157"/>
            <a:ext cx="8603569" cy="542538"/>
            <a:chOff x="74035" y="2231322"/>
            <a:chExt cx="8550261" cy="757342"/>
          </a:xfrm>
        </p:grpSpPr>
        <p:grpSp>
          <p:nvGrpSpPr>
            <p:cNvPr id="374" name="Google Shape;374;p30"/>
            <p:cNvGrpSpPr/>
            <p:nvPr/>
          </p:nvGrpSpPr>
          <p:grpSpPr>
            <a:xfrm>
              <a:off x="286108" y="2280389"/>
              <a:ext cx="5875473" cy="708275"/>
              <a:chOff x="564747" y="3403331"/>
              <a:chExt cx="3025594" cy="1364238"/>
            </a:xfrm>
          </p:grpSpPr>
          <p:pic>
            <p:nvPicPr>
              <p:cNvPr id="375" name="Google Shape;375;p30" descr="empty-green-rectangle"/>
              <p:cNvPicPr preferRelativeResize="0"/>
              <p:nvPr/>
            </p:nvPicPr>
            <p:blipFill rotWithShape="1">
              <a:blip r:embed="rId1"/>
              <a:srcRect/>
              <a:stretch>
                <a:fillRect/>
              </a:stretch>
            </p:blipFill>
            <p:spPr>
              <a:xfrm>
                <a:off x="564747" y="3403331"/>
                <a:ext cx="3025594" cy="1364238"/>
              </a:xfrm>
              <a:prstGeom prst="rect">
                <a:avLst/>
              </a:prstGeom>
              <a:noFill/>
              <a:ln>
                <a:noFill/>
              </a:ln>
            </p:spPr>
          </p:pic>
          <p:pic>
            <p:nvPicPr>
              <p:cNvPr id="376" name="Google Shape;376;p30" descr="green-top-faded"/>
              <p:cNvPicPr preferRelativeResize="0"/>
              <p:nvPr/>
            </p:nvPicPr>
            <p:blipFill rotWithShape="1">
              <a:blip r:embed="rId2"/>
              <a:srcRect/>
              <a:stretch>
                <a:fillRect/>
              </a:stretch>
            </p:blipFill>
            <p:spPr>
              <a:xfrm rot="-5400000">
                <a:off x="205129" y="3887447"/>
                <a:ext cx="1273934" cy="396005"/>
              </a:xfrm>
              <a:prstGeom prst="rect">
                <a:avLst/>
              </a:prstGeom>
              <a:noFill/>
              <a:ln>
                <a:noFill/>
              </a:ln>
            </p:spPr>
          </p:pic>
        </p:grpSp>
        <p:sp>
          <p:nvSpPr>
            <p:cNvPr id="377" name="Google Shape;377;p30"/>
            <p:cNvSpPr txBox="1"/>
            <p:nvPr/>
          </p:nvSpPr>
          <p:spPr>
            <a:xfrm>
              <a:off x="74035" y="2267003"/>
              <a:ext cx="1501326" cy="6874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600">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rPr>
                <a:t>I</a:t>
              </a:r>
              <a:endParaRPr lang="vi-VN" sz="2600">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endParaRPr>
            </a:p>
          </p:txBody>
        </p:sp>
        <p:sp>
          <p:nvSpPr>
            <p:cNvPr id="378" name="Google Shape;378;p30"/>
            <p:cNvSpPr/>
            <p:nvPr/>
          </p:nvSpPr>
          <p:spPr>
            <a:xfrm>
              <a:off x="1209204" y="2231322"/>
              <a:ext cx="7415092" cy="756153"/>
            </a:xfrm>
            <a:prstGeom prst="rect">
              <a:avLst/>
            </a:prstGeom>
            <a:noFill/>
            <a:ln>
              <a:noFill/>
            </a:ln>
          </p:spPr>
          <p:txBody>
            <a:bodyPr spcFirstLastPara="1" wrap="square" lIns="109725" tIns="54850" rIns="109725" bIns="54850" anchor="t" anchorCtr="0">
              <a:noAutofit/>
            </a:bodyPr>
            <a:lstStyle/>
            <a:p>
              <a:pPr marL="0" marR="0" lvl="0" indent="0" algn="l" rtl="0">
                <a:spcBef>
                  <a:spcPts val="0"/>
                </a:spcBef>
                <a:spcAft>
                  <a:spcPts val="0"/>
                </a:spcAft>
                <a:buNone/>
              </a:pPr>
              <a:r>
                <a:rPr lang="vi-VN" sz="2800" i="1">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rPr>
                <a:t>Các ví dụ</a:t>
              </a:r>
              <a:endParaRPr sz="2800">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endParaRPr>
            </a:p>
          </p:txBody>
        </p:sp>
      </p:grpSp>
      <p:pic>
        <p:nvPicPr>
          <p:cNvPr id="379" name="Google Shape;379;p30" descr="empty-blue-rectangle"/>
          <p:cNvPicPr preferRelativeResize="0"/>
          <p:nvPr/>
        </p:nvPicPr>
        <p:blipFill rotWithShape="1">
          <a:blip r:embed="rId3"/>
          <a:srcRect/>
          <a:stretch>
            <a:fillRect/>
          </a:stretch>
        </p:blipFill>
        <p:spPr>
          <a:xfrm>
            <a:off x="830424" y="719647"/>
            <a:ext cx="10347649" cy="1519700"/>
          </a:xfrm>
          <a:prstGeom prst="rect">
            <a:avLst/>
          </a:prstGeom>
          <a:noFill/>
          <a:ln>
            <a:noFill/>
          </a:ln>
        </p:spPr>
      </p:pic>
      <p:sp>
        <p:nvSpPr>
          <p:cNvPr id="380" name="Google Shape;380;p30"/>
          <p:cNvSpPr txBox="1"/>
          <p:nvPr/>
        </p:nvSpPr>
        <p:spPr>
          <a:xfrm>
            <a:off x="1334278" y="837508"/>
            <a:ext cx="9293289" cy="1246495"/>
          </a:xfrm>
          <a:prstGeom prst="rect">
            <a:avLst/>
          </a:prstGeom>
          <a:blipFill rotWithShape="1">
            <a:blip r:embed="rId4"/>
            <a:stretch>
              <a:fillRect l="-1114" t="-3414" r="-1836" b="-10730"/>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381" name="Google Shape;381;p30"/>
          <p:cNvSpPr txBox="1"/>
          <p:nvPr/>
        </p:nvSpPr>
        <p:spPr>
          <a:xfrm>
            <a:off x="5074297" y="2357208"/>
            <a:ext cx="2043405"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400" b="1">
                <a:solidFill>
                  <a:srgbClr val="002060"/>
                </a:solidFill>
                <a:latin typeface="Fira Sans Extra Condensed"/>
                <a:ea typeface="Fira Sans Extra Condensed"/>
                <a:cs typeface="Fira Sans Extra Condensed"/>
                <a:sym typeface="Fira Sans Extra Condensed"/>
              </a:rPr>
              <a:t>Hướng dẫn giải</a:t>
            </a:r>
            <a:endParaRPr sz="2400" b="1">
              <a:solidFill>
                <a:srgbClr val="002060"/>
              </a:solidFill>
              <a:latin typeface="Fira Sans Extra Condensed"/>
              <a:ea typeface="Fira Sans Extra Condensed"/>
              <a:cs typeface="Fira Sans Extra Condensed"/>
              <a:sym typeface="Fira Sans Extra Condensed"/>
            </a:endParaRPr>
          </a:p>
        </p:txBody>
      </p:sp>
      <p:sp>
        <p:nvSpPr>
          <p:cNvPr id="382" name="Google Shape;382;p30"/>
          <p:cNvSpPr txBox="1"/>
          <p:nvPr/>
        </p:nvSpPr>
        <p:spPr>
          <a:xfrm>
            <a:off x="1588536" y="3101745"/>
            <a:ext cx="8180615" cy="430887"/>
          </a:xfrm>
          <a:prstGeom prst="rect">
            <a:avLst/>
          </a:prstGeom>
          <a:blipFill rotWithShape="1">
            <a:blip r:embed="rId5"/>
            <a:stretch>
              <a:fillRect l="-967" t="-9858" b="-2675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383" name="Google Shape;383;p30"/>
          <p:cNvSpPr txBox="1"/>
          <p:nvPr/>
        </p:nvSpPr>
        <p:spPr>
          <a:xfrm>
            <a:off x="1614973" y="3625087"/>
            <a:ext cx="6218852" cy="434350"/>
          </a:xfrm>
          <a:prstGeom prst="rect">
            <a:avLst/>
          </a:prstGeom>
          <a:noFill/>
          <a:ln>
            <a:noFill/>
          </a:ln>
        </p:spPr>
        <p:txBody>
          <a:bodyPr spcFirstLastPara="1" wrap="square" lIns="91425" tIns="45700" rIns="91425" bIns="45700" anchor="t" anchorCtr="0">
            <a:spAutoFit/>
          </a:bodyPr>
          <a:lstStyle/>
          <a:p>
            <a:pPr marL="0" marR="0" lvl="0" indent="0" algn="just" rtl="0">
              <a:lnSpc>
                <a:spcPct val="55000"/>
              </a:lnSpc>
              <a:spcBef>
                <a:spcPts val="0"/>
              </a:spcBef>
              <a:spcAft>
                <a:spcPts val="0"/>
              </a:spcAft>
              <a:buNone/>
            </a:pPr>
            <a:br>
              <a:rPr lang="vi-VN" sz="2200">
                <a:solidFill>
                  <a:schemeClr val="dk1"/>
                </a:solidFill>
                <a:latin typeface="Fira Sans Extra Condensed"/>
                <a:ea typeface="Fira Sans Extra Condensed"/>
                <a:cs typeface="Fira Sans Extra Condensed"/>
                <a:sym typeface="Fira Sans Extra Condensed"/>
              </a:rPr>
            </a:br>
            <a:r>
              <a:rPr lang="vi-VN" sz="2200">
                <a:solidFill>
                  <a:schemeClr val="dk1"/>
                </a:solidFill>
                <a:latin typeface="Fira Sans Extra Condensed"/>
                <a:ea typeface="Fira Sans Extra Condensed"/>
                <a:cs typeface="Fira Sans Extra Condensed"/>
                <a:sym typeface="Fira Sans Extra Condensed"/>
              </a:rPr>
              <a:t>Thế năng của vật được tính:</a:t>
            </a:r>
            <a:endParaRPr sz="2200">
              <a:solidFill>
                <a:schemeClr val="dk1"/>
              </a:solidFill>
              <a:latin typeface="Georgia" panose="02040502050405090303"/>
              <a:ea typeface="Georgia" panose="02040502050405090303"/>
              <a:cs typeface="Georgia" panose="02040502050405090303"/>
              <a:sym typeface="Georgia" panose="02040502050405090303"/>
            </a:endParaRPr>
          </a:p>
        </p:txBody>
      </p:sp>
      <p:sp>
        <p:nvSpPr>
          <p:cNvPr id="384" name="Google Shape;384;p30"/>
          <p:cNvSpPr txBox="1"/>
          <p:nvPr/>
        </p:nvSpPr>
        <p:spPr>
          <a:xfrm>
            <a:off x="4355645" y="4956962"/>
            <a:ext cx="5524113" cy="726161"/>
          </a:xfrm>
          <a:prstGeom prst="rect">
            <a:avLst/>
          </a:prstGeom>
          <a:blipFill rotWithShape="1">
            <a:blip r:embed="rId6"/>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385" name="Google Shape;385;p30"/>
          <p:cNvSpPr txBox="1"/>
          <p:nvPr/>
        </p:nvSpPr>
        <p:spPr>
          <a:xfrm>
            <a:off x="2578746" y="4088647"/>
            <a:ext cx="7022453" cy="868315"/>
          </a:xfrm>
          <a:prstGeom prst="rect">
            <a:avLst/>
          </a:prstGeom>
          <a:blipFill rotWithShape="1">
            <a:blip r:embed="rId7"/>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79"/>
                                        </p:tgtEl>
                                        <p:attrNameLst>
                                          <p:attrName>style.visibility</p:attrName>
                                        </p:attrNameLst>
                                      </p:cBhvr>
                                      <p:to>
                                        <p:strVal val="visible"/>
                                      </p:to>
                                    </p:set>
                                    <p:animEffect transition="in" filter="fade">
                                      <p:cBhvr>
                                        <p:cTn id="7" dur="500"/>
                                        <p:tgtEl>
                                          <p:spTgt spid="379"/>
                                        </p:tgtEl>
                                      </p:cBhvr>
                                    </p:animEffect>
                                  </p:childTnLst>
                                </p:cTn>
                              </p:par>
                              <p:par>
                                <p:cTn id="8" presetID="10" presetClass="entr" presetSubtype="0" fill="hold" nodeType="withEffect">
                                  <p:stCondLst>
                                    <p:cond delay="0"/>
                                  </p:stCondLst>
                                  <p:childTnLst>
                                    <p:set>
                                      <p:cBhvr>
                                        <p:cTn id="9" dur="1" fill="hold">
                                          <p:stCondLst>
                                            <p:cond delay="0"/>
                                          </p:stCondLst>
                                        </p:cTn>
                                        <p:tgtEl>
                                          <p:spTgt spid="380"/>
                                        </p:tgtEl>
                                        <p:attrNameLst>
                                          <p:attrName>style.visibility</p:attrName>
                                        </p:attrNameLst>
                                      </p:cBhvr>
                                      <p:to>
                                        <p:strVal val="visible"/>
                                      </p:to>
                                    </p:set>
                                    <p:animEffect transition="in" filter="fade">
                                      <p:cBhvr>
                                        <p:cTn id="10" dur="500"/>
                                        <p:tgtEl>
                                          <p:spTgt spid="38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81"/>
                                        </p:tgtEl>
                                        <p:attrNameLst>
                                          <p:attrName>style.visibility</p:attrName>
                                        </p:attrNameLst>
                                      </p:cBhvr>
                                      <p:to>
                                        <p:strVal val="visible"/>
                                      </p:to>
                                    </p:set>
                                    <p:animEffect transition="in" filter="fade">
                                      <p:cBhvr>
                                        <p:cTn id="15" dur="500"/>
                                        <p:tgtEl>
                                          <p:spTgt spid="381"/>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8" fill="hold" nodeType="clickEffect">
                                  <p:stCondLst>
                                    <p:cond delay="0"/>
                                  </p:stCondLst>
                                  <p:childTnLst>
                                    <p:set>
                                      <p:cBhvr>
                                        <p:cTn id="19" dur="1" fill="hold">
                                          <p:stCondLst>
                                            <p:cond delay="0"/>
                                          </p:stCondLst>
                                        </p:cTn>
                                        <p:tgtEl>
                                          <p:spTgt spid="382"/>
                                        </p:tgtEl>
                                        <p:attrNameLst>
                                          <p:attrName>style.visibility</p:attrName>
                                        </p:attrNameLst>
                                      </p:cBhvr>
                                      <p:to>
                                        <p:strVal val="visible"/>
                                      </p:to>
                                    </p:set>
                                    <p:anim calcmode="lin" valueType="num">
                                      <p:cBhvr additive="base">
                                        <p:cTn id="20" dur="500"/>
                                        <p:tgtEl>
                                          <p:spTgt spid="382"/>
                                        </p:tgtEl>
                                        <p:attrNameLst>
                                          <p:attrName>ppt_x</p:attrName>
                                        </p:attrNameLst>
                                      </p:cBhvr>
                                      <p:tavLst>
                                        <p:tav tm="0" fmla="">
                                          <p:val>
                                            <p:strVal val="#ppt_x-1"/>
                                          </p:val>
                                        </p:tav>
                                        <p:tav tm="100000" fmla="">
                                          <p:val>
                                            <p:strVal val="#ppt_x"/>
                                          </p:val>
                                        </p:tav>
                                      </p:tavLst>
                                    </p:anim>
                                  </p:childTnLst>
                                </p:cTn>
                              </p:par>
                            </p:childTnLst>
                          </p:cTn>
                        </p:par>
                        <p:par>
                          <p:cTn id="21" fill="hold">
                            <p:stCondLst>
                              <p:cond delay="500"/>
                            </p:stCondLst>
                            <p:childTnLst>
                              <p:par>
                                <p:cTn id="22" presetID="2" presetClass="entr" presetSubtype="8" fill="hold" nodeType="afterEffect">
                                  <p:stCondLst>
                                    <p:cond delay="0"/>
                                  </p:stCondLst>
                                  <p:childTnLst>
                                    <p:set>
                                      <p:cBhvr>
                                        <p:cTn id="23" dur="1" fill="hold">
                                          <p:stCondLst>
                                            <p:cond delay="0"/>
                                          </p:stCondLst>
                                        </p:cTn>
                                        <p:tgtEl>
                                          <p:spTgt spid="383"/>
                                        </p:tgtEl>
                                        <p:attrNameLst>
                                          <p:attrName>style.visibility</p:attrName>
                                        </p:attrNameLst>
                                      </p:cBhvr>
                                      <p:to>
                                        <p:strVal val="visible"/>
                                      </p:to>
                                    </p:set>
                                    <p:anim calcmode="lin" valueType="num">
                                      <p:cBhvr additive="base">
                                        <p:cTn id="24" dur="500"/>
                                        <p:tgtEl>
                                          <p:spTgt spid="383"/>
                                        </p:tgtEl>
                                        <p:attrNameLst>
                                          <p:attrName>ppt_x</p:attrName>
                                        </p:attrNameLst>
                                      </p:cBhvr>
                                      <p:tavLst>
                                        <p:tav tm="0" fmla="">
                                          <p:val>
                                            <p:strVal val="#ppt_x-1"/>
                                          </p:val>
                                        </p:tav>
                                        <p:tav tm="100000" fmla="">
                                          <p:val>
                                            <p:strVal val="#ppt_x"/>
                                          </p:val>
                                        </p:tav>
                                      </p:tavLst>
                                    </p:anim>
                                  </p:childTnLst>
                                </p:cTn>
                              </p:par>
                            </p:childTnLst>
                          </p:cTn>
                        </p:par>
                        <p:par>
                          <p:cTn id="25" fill="hold">
                            <p:stCondLst>
                              <p:cond delay="1000"/>
                            </p:stCondLst>
                            <p:childTnLst>
                              <p:par>
                                <p:cTn id="26" presetID="2" presetClass="entr" presetSubtype="8" fill="hold" nodeType="afterEffect">
                                  <p:stCondLst>
                                    <p:cond delay="0"/>
                                  </p:stCondLst>
                                  <p:childTnLst>
                                    <p:set>
                                      <p:cBhvr>
                                        <p:cTn id="27" dur="1" fill="hold">
                                          <p:stCondLst>
                                            <p:cond delay="0"/>
                                          </p:stCondLst>
                                        </p:cTn>
                                        <p:tgtEl>
                                          <p:spTgt spid="385"/>
                                        </p:tgtEl>
                                        <p:attrNameLst>
                                          <p:attrName>style.visibility</p:attrName>
                                        </p:attrNameLst>
                                      </p:cBhvr>
                                      <p:to>
                                        <p:strVal val="visible"/>
                                      </p:to>
                                    </p:set>
                                    <p:anim calcmode="lin" valueType="num">
                                      <p:cBhvr additive="base">
                                        <p:cTn id="28" dur="500"/>
                                        <p:tgtEl>
                                          <p:spTgt spid="385"/>
                                        </p:tgtEl>
                                        <p:attrNameLst>
                                          <p:attrName>ppt_x</p:attrName>
                                        </p:attrNameLst>
                                      </p:cBhvr>
                                      <p:tavLst>
                                        <p:tav tm="0" fmla="">
                                          <p:val>
                                            <p:strVal val="#ppt_x-1"/>
                                          </p:val>
                                        </p:tav>
                                        <p:tav tm="100000" fmla="">
                                          <p:val>
                                            <p:strVal val="#ppt_x"/>
                                          </p:val>
                                        </p:tav>
                                      </p:tavLst>
                                    </p:anim>
                                  </p:childTnLst>
                                </p:cTn>
                              </p:par>
                            </p:childTnLst>
                          </p:cTn>
                        </p:par>
                        <p:par>
                          <p:cTn id="29" fill="hold">
                            <p:stCondLst>
                              <p:cond delay="1500"/>
                            </p:stCondLst>
                            <p:childTnLst>
                              <p:par>
                                <p:cTn id="30" presetID="2" presetClass="entr" presetSubtype="8" fill="hold" nodeType="afterEffect">
                                  <p:stCondLst>
                                    <p:cond delay="0"/>
                                  </p:stCondLst>
                                  <p:childTnLst>
                                    <p:set>
                                      <p:cBhvr>
                                        <p:cTn id="31" dur="1" fill="hold">
                                          <p:stCondLst>
                                            <p:cond delay="0"/>
                                          </p:stCondLst>
                                        </p:cTn>
                                        <p:tgtEl>
                                          <p:spTgt spid="384"/>
                                        </p:tgtEl>
                                        <p:attrNameLst>
                                          <p:attrName>style.visibility</p:attrName>
                                        </p:attrNameLst>
                                      </p:cBhvr>
                                      <p:to>
                                        <p:strVal val="visible"/>
                                      </p:to>
                                    </p:set>
                                    <p:anim calcmode="lin" valueType="num">
                                      <p:cBhvr additive="base">
                                        <p:cTn id="32" dur="500"/>
                                        <p:tgtEl>
                                          <p:spTgt spid="384"/>
                                        </p:tgtEl>
                                        <p:attrNameLst>
                                          <p:attrName>ppt_x</p:attrName>
                                        </p:attrNameLst>
                                      </p:cBhvr>
                                      <p:tavLst>
                                        <p:tav tm="0" fmla="">
                                          <p:val>
                                            <p:strVal val="#ppt_x-1"/>
                                          </p:val>
                                        </p:tav>
                                        <p:tav tm="100000" fmla="">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389" name="Shape 389"/>
        <p:cNvGrpSpPr/>
        <p:nvPr/>
      </p:nvGrpSpPr>
      <p:grpSpPr>
        <a:xfrm>
          <a:off x="0" y="0"/>
          <a:ext cx="0" cy="0"/>
          <a:chOff x="0" y="0"/>
          <a:chExt cx="0" cy="0"/>
        </a:xfrm>
      </p:grpSpPr>
      <p:grpSp>
        <p:nvGrpSpPr>
          <p:cNvPr id="390" name="Google Shape;390;p31"/>
          <p:cNvGrpSpPr/>
          <p:nvPr/>
        </p:nvGrpSpPr>
        <p:grpSpPr>
          <a:xfrm>
            <a:off x="-244135" y="81157"/>
            <a:ext cx="8603569" cy="542538"/>
            <a:chOff x="74035" y="2231322"/>
            <a:chExt cx="8550261" cy="757342"/>
          </a:xfrm>
        </p:grpSpPr>
        <p:grpSp>
          <p:nvGrpSpPr>
            <p:cNvPr id="391" name="Google Shape;391;p31"/>
            <p:cNvGrpSpPr/>
            <p:nvPr/>
          </p:nvGrpSpPr>
          <p:grpSpPr>
            <a:xfrm>
              <a:off x="286108" y="2280389"/>
              <a:ext cx="5875473" cy="708275"/>
              <a:chOff x="564747" y="3403331"/>
              <a:chExt cx="3025594" cy="1364238"/>
            </a:xfrm>
          </p:grpSpPr>
          <p:pic>
            <p:nvPicPr>
              <p:cNvPr id="392" name="Google Shape;392;p31" descr="empty-green-rectangle"/>
              <p:cNvPicPr preferRelativeResize="0"/>
              <p:nvPr/>
            </p:nvPicPr>
            <p:blipFill rotWithShape="1">
              <a:blip r:embed="rId1"/>
              <a:srcRect/>
              <a:stretch>
                <a:fillRect/>
              </a:stretch>
            </p:blipFill>
            <p:spPr>
              <a:xfrm>
                <a:off x="564747" y="3403331"/>
                <a:ext cx="3025594" cy="1364238"/>
              </a:xfrm>
              <a:prstGeom prst="rect">
                <a:avLst/>
              </a:prstGeom>
              <a:noFill/>
              <a:ln>
                <a:noFill/>
              </a:ln>
            </p:spPr>
          </p:pic>
          <p:pic>
            <p:nvPicPr>
              <p:cNvPr id="393" name="Google Shape;393;p31" descr="green-top-faded"/>
              <p:cNvPicPr preferRelativeResize="0"/>
              <p:nvPr/>
            </p:nvPicPr>
            <p:blipFill rotWithShape="1">
              <a:blip r:embed="rId2"/>
              <a:srcRect/>
              <a:stretch>
                <a:fillRect/>
              </a:stretch>
            </p:blipFill>
            <p:spPr>
              <a:xfrm rot="-5400000">
                <a:off x="205129" y="3887447"/>
                <a:ext cx="1273934" cy="396005"/>
              </a:xfrm>
              <a:prstGeom prst="rect">
                <a:avLst/>
              </a:prstGeom>
              <a:noFill/>
              <a:ln>
                <a:noFill/>
              </a:ln>
            </p:spPr>
          </p:pic>
        </p:grpSp>
        <p:sp>
          <p:nvSpPr>
            <p:cNvPr id="394" name="Google Shape;394;p31"/>
            <p:cNvSpPr txBox="1"/>
            <p:nvPr/>
          </p:nvSpPr>
          <p:spPr>
            <a:xfrm>
              <a:off x="74035" y="2267003"/>
              <a:ext cx="1501326" cy="6874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600">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rPr>
                <a:t>I</a:t>
              </a:r>
              <a:endParaRPr lang="vi-VN" sz="2600">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endParaRPr>
            </a:p>
          </p:txBody>
        </p:sp>
        <p:sp>
          <p:nvSpPr>
            <p:cNvPr id="395" name="Google Shape;395;p31"/>
            <p:cNvSpPr/>
            <p:nvPr/>
          </p:nvSpPr>
          <p:spPr>
            <a:xfrm>
              <a:off x="1209204" y="2231322"/>
              <a:ext cx="7415092" cy="756153"/>
            </a:xfrm>
            <a:prstGeom prst="rect">
              <a:avLst/>
            </a:prstGeom>
            <a:noFill/>
            <a:ln>
              <a:noFill/>
            </a:ln>
          </p:spPr>
          <p:txBody>
            <a:bodyPr spcFirstLastPara="1" wrap="square" lIns="109725" tIns="54850" rIns="109725" bIns="54850" anchor="t" anchorCtr="0">
              <a:noAutofit/>
            </a:bodyPr>
            <a:lstStyle/>
            <a:p>
              <a:pPr marL="0" marR="0" lvl="0" indent="0" algn="l" rtl="0">
                <a:spcBef>
                  <a:spcPts val="0"/>
                </a:spcBef>
                <a:spcAft>
                  <a:spcPts val="0"/>
                </a:spcAft>
                <a:buNone/>
              </a:pPr>
              <a:r>
                <a:rPr lang="vi-VN" sz="2800" i="1">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rPr>
                <a:t>Các ví dụ</a:t>
              </a:r>
              <a:endParaRPr sz="2800">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endParaRPr>
            </a:p>
          </p:txBody>
        </p:sp>
      </p:grpSp>
      <p:pic>
        <p:nvPicPr>
          <p:cNvPr id="396" name="Google Shape;396;p31" descr="empty-blue-rectangle"/>
          <p:cNvPicPr preferRelativeResize="0"/>
          <p:nvPr/>
        </p:nvPicPr>
        <p:blipFill rotWithShape="1">
          <a:blip r:embed="rId3"/>
          <a:srcRect/>
          <a:stretch>
            <a:fillRect/>
          </a:stretch>
        </p:blipFill>
        <p:spPr>
          <a:xfrm>
            <a:off x="0" y="719647"/>
            <a:ext cx="12191999" cy="2210165"/>
          </a:xfrm>
          <a:prstGeom prst="rect">
            <a:avLst/>
          </a:prstGeom>
          <a:noFill/>
          <a:ln>
            <a:noFill/>
          </a:ln>
        </p:spPr>
      </p:pic>
      <p:sp>
        <p:nvSpPr>
          <p:cNvPr id="397" name="Google Shape;397;p31"/>
          <p:cNvSpPr txBox="1"/>
          <p:nvPr/>
        </p:nvSpPr>
        <p:spPr>
          <a:xfrm>
            <a:off x="447870" y="837508"/>
            <a:ext cx="7389844" cy="2015936"/>
          </a:xfrm>
          <a:prstGeom prst="rect">
            <a:avLst/>
          </a:prstGeom>
          <a:blipFill rotWithShape="1">
            <a:blip r:embed="rId4"/>
            <a:stretch>
              <a:fillRect l="-1318" t="-2113" r="-1318" b="-634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pic>
        <p:nvPicPr>
          <p:cNvPr id="398" name="Google Shape;398;p31"/>
          <p:cNvPicPr preferRelativeResize="0"/>
          <p:nvPr/>
        </p:nvPicPr>
        <p:blipFill rotWithShape="1">
          <a:blip r:embed="rId5"/>
          <a:srcRect/>
          <a:stretch>
            <a:fillRect/>
          </a:stretch>
        </p:blipFill>
        <p:spPr>
          <a:xfrm>
            <a:off x="8848536" y="807711"/>
            <a:ext cx="2566015" cy="2034036"/>
          </a:xfrm>
          <a:prstGeom prst="rect">
            <a:avLst/>
          </a:prstGeom>
          <a:noFill/>
          <a:ln>
            <a:noFill/>
          </a:ln>
        </p:spPr>
      </p:pic>
      <p:sp>
        <p:nvSpPr>
          <p:cNvPr id="399" name="Google Shape;399;p31"/>
          <p:cNvSpPr txBox="1"/>
          <p:nvPr/>
        </p:nvSpPr>
        <p:spPr>
          <a:xfrm>
            <a:off x="5074296" y="2963045"/>
            <a:ext cx="2043405"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400" b="1">
                <a:solidFill>
                  <a:srgbClr val="002060"/>
                </a:solidFill>
                <a:latin typeface="Fira Sans Extra Condensed"/>
                <a:ea typeface="Fira Sans Extra Condensed"/>
                <a:cs typeface="Fira Sans Extra Condensed"/>
                <a:sym typeface="Fira Sans Extra Condensed"/>
              </a:rPr>
              <a:t>Hướng dẫn giải</a:t>
            </a:r>
            <a:endParaRPr sz="2400" b="1">
              <a:solidFill>
                <a:srgbClr val="002060"/>
              </a:solidFill>
              <a:latin typeface="Fira Sans Extra Condensed"/>
              <a:ea typeface="Fira Sans Extra Condensed"/>
              <a:cs typeface="Fira Sans Extra Condensed"/>
              <a:sym typeface="Fira Sans Extra Condensed"/>
            </a:endParaRPr>
          </a:p>
        </p:txBody>
      </p:sp>
      <p:sp>
        <p:nvSpPr>
          <p:cNvPr id="400" name="Google Shape;400;p31"/>
          <p:cNvSpPr txBox="1"/>
          <p:nvPr/>
        </p:nvSpPr>
        <p:spPr>
          <a:xfrm>
            <a:off x="1581148" y="3543468"/>
            <a:ext cx="7861431" cy="769441"/>
          </a:xfrm>
          <a:prstGeom prst="rect">
            <a:avLst/>
          </a:prstGeom>
          <a:blipFill rotWithShape="1">
            <a:blip r:embed="rId6"/>
            <a:stretch>
              <a:fillRect l="-1007" t="-4761" b="-15870"/>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401" name="Google Shape;401;p31"/>
          <p:cNvSpPr txBox="1"/>
          <p:nvPr/>
        </p:nvSpPr>
        <p:spPr>
          <a:xfrm>
            <a:off x="2232349" y="4315629"/>
            <a:ext cx="6616187" cy="726161"/>
          </a:xfrm>
          <a:prstGeom prst="rect">
            <a:avLst/>
          </a:prstGeom>
          <a:blipFill rotWithShape="1">
            <a:blip r:embed="rId7"/>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96"/>
                                        </p:tgtEl>
                                        <p:attrNameLst>
                                          <p:attrName>style.visibility</p:attrName>
                                        </p:attrNameLst>
                                      </p:cBhvr>
                                      <p:to>
                                        <p:strVal val="visible"/>
                                      </p:to>
                                    </p:set>
                                    <p:animEffect transition="in" filter="fade">
                                      <p:cBhvr>
                                        <p:cTn id="7" dur="500"/>
                                        <p:tgtEl>
                                          <p:spTgt spid="396"/>
                                        </p:tgtEl>
                                      </p:cBhvr>
                                    </p:animEffect>
                                  </p:childTnLst>
                                </p:cTn>
                              </p:par>
                              <p:par>
                                <p:cTn id="8" presetID="10" presetClass="entr" presetSubtype="0" fill="hold" nodeType="withEffect">
                                  <p:stCondLst>
                                    <p:cond delay="0"/>
                                  </p:stCondLst>
                                  <p:childTnLst>
                                    <p:set>
                                      <p:cBhvr>
                                        <p:cTn id="9" dur="1" fill="hold">
                                          <p:stCondLst>
                                            <p:cond delay="0"/>
                                          </p:stCondLst>
                                        </p:cTn>
                                        <p:tgtEl>
                                          <p:spTgt spid="397"/>
                                        </p:tgtEl>
                                        <p:attrNameLst>
                                          <p:attrName>style.visibility</p:attrName>
                                        </p:attrNameLst>
                                      </p:cBhvr>
                                      <p:to>
                                        <p:strVal val="visible"/>
                                      </p:to>
                                    </p:set>
                                    <p:animEffect transition="in" filter="fade">
                                      <p:cBhvr>
                                        <p:cTn id="10" dur="500"/>
                                        <p:tgtEl>
                                          <p:spTgt spid="397"/>
                                        </p:tgtEl>
                                      </p:cBhvr>
                                    </p:animEffect>
                                  </p:childTnLst>
                                </p:cTn>
                              </p:par>
                              <p:par>
                                <p:cTn id="11" presetID="10" presetClass="entr" presetSubtype="0" fill="hold" nodeType="withEffect">
                                  <p:stCondLst>
                                    <p:cond delay="0"/>
                                  </p:stCondLst>
                                  <p:childTnLst>
                                    <p:set>
                                      <p:cBhvr>
                                        <p:cTn id="12" dur="1" fill="hold">
                                          <p:stCondLst>
                                            <p:cond delay="0"/>
                                          </p:stCondLst>
                                        </p:cTn>
                                        <p:tgtEl>
                                          <p:spTgt spid="398"/>
                                        </p:tgtEl>
                                        <p:attrNameLst>
                                          <p:attrName>style.visibility</p:attrName>
                                        </p:attrNameLst>
                                      </p:cBhvr>
                                      <p:to>
                                        <p:strVal val="visible"/>
                                      </p:to>
                                    </p:set>
                                    <p:animEffect transition="in" filter="fade">
                                      <p:cBhvr>
                                        <p:cTn id="13" dur="500"/>
                                        <p:tgtEl>
                                          <p:spTgt spid="39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99"/>
                                        </p:tgtEl>
                                        <p:attrNameLst>
                                          <p:attrName>style.visibility</p:attrName>
                                        </p:attrNameLst>
                                      </p:cBhvr>
                                      <p:to>
                                        <p:strVal val="visible"/>
                                      </p:to>
                                    </p:set>
                                    <p:animEffect transition="in" filter="fade">
                                      <p:cBhvr>
                                        <p:cTn id="18" dur="500"/>
                                        <p:tgtEl>
                                          <p:spTgt spid="399"/>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400"/>
                                        </p:tgtEl>
                                        <p:attrNameLst>
                                          <p:attrName>style.visibility</p:attrName>
                                        </p:attrNameLst>
                                      </p:cBhvr>
                                      <p:to>
                                        <p:strVal val="visible"/>
                                      </p:to>
                                    </p:set>
                                    <p:anim calcmode="lin" valueType="num">
                                      <p:cBhvr additive="base">
                                        <p:cTn id="23" dur="500"/>
                                        <p:tgtEl>
                                          <p:spTgt spid="400"/>
                                        </p:tgtEl>
                                        <p:attrNameLst>
                                          <p:attrName>ppt_x</p:attrName>
                                        </p:attrNameLst>
                                      </p:cBhvr>
                                      <p:tavLst>
                                        <p:tav tm="0" fmla="">
                                          <p:val>
                                            <p:strVal val="#ppt_x-1"/>
                                          </p:val>
                                        </p:tav>
                                        <p:tav tm="100000" fmla="">
                                          <p:val>
                                            <p:strVal val="#ppt_x"/>
                                          </p:val>
                                        </p:tav>
                                      </p:tavLst>
                                    </p:anim>
                                  </p:childTnLst>
                                </p:cTn>
                              </p:par>
                            </p:childTnLst>
                          </p:cTn>
                        </p:par>
                        <p:par>
                          <p:cTn id="24" fill="hold">
                            <p:stCondLst>
                              <p:cond delay="500"/>
                            </p:stCondLst>
                            <p:childTnLst>
                              <p:par>
                                <p:cTn id="25" presetID="2" presetClass="entr" presetSubtype="8" fill="hold" nodeType="afterEffect">
                                  <p:stCondLst>
                                    <p:cond delay="0"/>
                                  </p:stCondLst>
                                  <p:childTnLst>
                                    <p:set>
                                      <p:cBhvr>
                                        <p:cTn id="26" dur="1" fill="hold">
                                          <p:stCondLst>
                                            <p:cond delay="0"/>
                                          </p:stCondLst>
                                        </p:cTn>
                                        <p:tgtEl>
                                          <p:spTgt spid="401"/>
                                        </p:tgtEl>
                                        <p:attrNameLst>
                                          <p:attrName>style.visibility</p:attrName>
                                        </p:attrNameLst>
                                      </p:cBhvr>
                                      <p:to>
                                        <p:strVal val="visible"/>
                                      </p:to>
                                    </p:set>
                                    <p:anim calcmode="lin" valueType="num">
                                      <p:cBhvr additive="base">
                                        <p:cTn id="27" dur="500"/>
                                        <p:tgtEl>
                                          <p:spTgt spid="401"/>
                                        </p:tgtEl>
                                        <p:attrNameLst>
                                          <p:attrName>ppt_x</p:attrName>
                                        </p:attrNameLst>
                                      </p:cBhvr>
                                      <p:tavLst>
                                        <p:tav tm="0" fmla="">
                                          <p:val>
                                            <p:strVal val="#ppt_x-1"/>
                                          </p:val>
                                        </p:tav>
                                        <p:tav tm="100000" fmla="">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405" name="Shape 405"/>
        <p:cNvGrpSpPr/>
        <p:nvPr/>
      </p:nvGrpSpPr>
      <p:grpSpPr>
        <a:xfrm>
          <a:off x="0" y="0"/>
          <a:ext cx="0" cy="0"/>
          <a:chOff x="0" y="0"/>
          <a:chExt cx="0" cy="0"/>
        </a:xfrm>
      </p:grpSpPr>
      <p:grpSp>
        <p:nvGrpSpPr>
          <p:cNvPr id="406" name="Google Shape;406;p32"/>
          <p:cNvGrpSpPr/>
          <p:nvPr/>
        </p:nvGrpSpPr>
        <p:grpSpPr>
          <a:xfrm>
            <a:off x="4876800" y="103796"/>
            <a:ext cx="2269096" cy="531988"/>
            <a:chOff x="2193" y="0"/>
            <a:chExt cx="2245706" cy="1239104"/>
          </a:xfrm>
        </p:grpSpPr>
        <p:sp>
          <p:nvSpPr>
            <p:cNvPr id="407" name="Google Shape;407;p32"/>
            <p:cNvSpPr/>
            <p:nvPr/>
          </p:nvSpPr>
          <p:spPr>
            <a:xfrm>
              <a:off x="2193" y="0"/>
              <a:ext cx="2245706" cy="1239104"/>
            </a:xfrm>
            <a:prstGeom prst="roundRect">
              <a:avLst>
                <a:gd name="adj" fmla="val 16667"/>
              </a:avLst>
            </a:prstGeom>
            <a:solidFill>
              <a:srgbClr val="0020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8" name="Google Shape;408;p32"/>
            <p:cNvSpPr/>
            <p:nvPr/>
          </p:nvSpPr>
          <p:spPr>
            <a:xfrm>
              <a:off x="77334" y="60488"/>
              <a:ext cx="2124730" cy="1118127"/>
            </a:xfrm>
            <a:prstGeom prst="rect">
              <a:avLst/>
            </a:prstGeom>
            <a:solidFill>
              <a:srgbClr val="002060"/>
            </a:solidFill>
            <a:ln>
              <a:noFill/>
            </a:ln>
          </p:spPr>
          <p:txBody>
            <a:bodyPr spcFirstLastPara="1" wrap="square" lIns="121900" tIns="60950" rIns="121900" bIns="60950" anchor="ctr" anchorCtr="0">
              <a:noAutofit/>
            </a:bodyPr>
            <a:lstStyle/>
            <a:p>
              <a:pPr marL="0" marR="0" lvl="0" indent="0" algn="ctr" rtl="0">
                <a:lnSpc>
                  <a:spcPct val="90000"/>
                </a:lnSpc>
                <a:spcBef>
                  <a:spcPts val="0"/>
                </a:spcBef>
                <a:spcAft>
                  <a:spcPts val="0"/>
                </a:spcAft>
                <a:buNone/>
              </a:pPr>
              <a:r>
                <a:rPr lang="vi-VN" sz="2600" b="1">
                  <a:solidFill>
                    <a:schemeClr val="lt1"/>
                  </a:solidFill>
                  <a:latin typeface="Arial" panose="020B0704020202020204"/>
                  <a:ea typeface="Arial" panose="020B0704020202020204"/>
                  <a:cs typeface="Arial" panose="020B0704020202020204"/>
                  <a:sym typeface="Arial" panose="020B0704020202020204"/>
                </a:rPr>
                <a:t>Em nên biết</a:t>
              </a:r>
              <a:endParaRPr sz="2600" b="1">
                <a:solidFill>
                  <a:schemeClr val="lt1"/>
                </a:solidFill>
                <a:latin typeface="Arial" panose="020B0704020202020204"/>
                <a:ea typeface="Arial" panose="020B0704020202020204"/>
                <a:cs typeface="Arial" panose="020B0704020202020204"/>
                <a:sym typeface="Arial" panose="020B0704020202020204"/>
              </a:endParaRPr>
            </a:p>
          </p:txBody>
        </p:sp>
      </p:grpSp>
      <p:grpSp>
        <p:nvGrpSpPr>
          <p:cNvPr id="409" name="Google Shape;409;p32"/>
          <p:cNvGrpSpPr/>
          <p:nvPr/>
        </p:nvGrpSpPr>
        <p:grpSpPr>
          <a:xfrm>
            <a:off x="123291" y="2678243"/>
            <a:ext cx="11945418" cy="3399849"/>
            <a:chOff x="246582" y="2705676"/>
            <a:chExt cx="11945418" cy="3399849"/>
          </a:xfrm>
        </p:grpSpPr>
        <p:sp>
          <p:nvSpPr>
            <p:cNvPr id="410" name="Google Shape;410;p32"/>
            <p:cNvSpPr txBox="1"/>
            <p:nvPr/>
          </p:nvSpPr>
          <p:spPr>
            <a:xfrm>
              <a:off x="3660189" y="5534025"/>
              <a:ext cx="464138" cy="449610"/>
            </a:xfrm>
            <a:prstGeom prst="rect">
              <a:avLst/>
            </a:prstGeom>
            <a:blipFill rotWithShape="1">
              <a:blip r:embed="rId1"/>
              <a:stretch>
                <a:fillRect l="-81575" t="-121607" r="-106575" b="-18647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grpSp>
          <p:nvGrpSpPr>
            <p:cNvPr id="411" name="Google Shape;411;p32"/>
            <p:cNvGrpSpPr/>
            <p:nvPr/>
          </p:nvGrpSpPr>
          <p:grpSpPr>
            <a:xfrm>
              <a:off x="246582" y="2705676"/>
              <a:ext cx="11945418" cy="3399849"/>
              <a:chOff x="182138" y="2877126"/>
              <a:chExt cx="11945418" cy="3399849"/>
            </a:xfrm>
          </p:grpSpPr>
          <p:grpSp>
            <p:nvGrpSpPr>
              <p:cNvPr id="412" name="Google Shape;412;p32"/>
              <p:cNvGrpSpPr/>
              <p:nvPr/>
            </p:nvGrpSpPr>
            <p:grpSpPr>
              <a:xfrm>
                <a:off x="600457" y="4221130"/>
                <a:ext cx="11127934" cy="0"/>
                <a:chOff x="295657" y="4040155"/>
                <a:chExt cx="11127934" cy="0"/>
              </a:xfrm>
            </p:grpSpPr>
            <p:cxnSp>
              <p:nvCxnSpPr>
                <p:cNvPr id="413" name="Google Shape;413;p32"/>
                <p:cNvCxnSpPr/>
                <p:nvPr/>
              </p:nvCxnSpPr>
              <p:spPr>
                <a:xfrm>
                  <a:off x="3909527" y="4040155"/>
                  <a:ext cx="1950097" cy="0"/>
                </a:xfrm>
                <a:prstGeom prst="straightConnector1">
                  <a:avLst/>
                </a:prstGeom>
                <a:noFill/>
                <a:ln w="19050" cap="flat" cmpd="sng">
                  <a:solidFill>
                    <a:schemeClr val="dk1"/>
                  </a:solidFill>
                  <a:prstDash val="solid"/>
                  <a:miter lim="800000"/>
                  <a:headEnd type="oval" w="sm" len="sm"/>
                  <a:tailEnd type="oval" w="sm" len="sm"/>
                </a:ln>
              </p:spPr>
            </p:cxnSp>
            <p:cxnSp>
              <p:nvCxnSpPr>
                <p:cNvPr id="414" name="Google Shape;414;p32"/>
                <p:cNvCxnSpPr/>
                <p:nvPr/>
              </p:nvCxnSpPr>
              <p:spPr>
                <a:xfrm>
                  <a:off x="5859624" y="4040155"/>
                  <a:ext cx="1950097" cy="0"/>
                </a:xfrm>
                <a:prstGeom prst="straightConnector1">
                  <a:avLst/>
                </a:prstGeom>
                <a:noFill/>
                <a:ln w="19050" cap="flat" cmpd="sng">
                  <a:solidFill>
                    <a:schemeClr val="dk1"/>
                  </a:solidFill>
                  <a:prstDash val="solid"/>
                  <a:miter lim="800000"/>
                  <a:headEnd type="oval" w="sm" len="sm"/>
                  <a:tailEnd type="oval" w="sm" len="sm"/>
                </a:ln>
              </p:spPr>
            </p:cxnSp>
            <p:cxnSp>
              <p:nvCxnSpPr>
                <p:cNvPr id="415" name="Google Shape;415;p32"/>
                <p:cNvCxnSpPr/>
                <p:nvPr/>
              </p:nvCxnSpPr>
              <p:spPr>
                <a:xfrm>
                  <a:off x="7809721" y="4040155"/>
                  <a:ext cx="1048529" cy="0"/>
                </a:xfrm>
                <a:prstGeom prst="straightConnector1">
                  <a:avLst/>
                </a:prstGeom>
                <a:noFill/>
                <a:ln w="19050" cap="flat" cmpd="sng">
                  <a:solidFill>
                    <a:schemeClr val="dk1"/>
                  </a:solidFill>
                  <a:prstDash val="solid"/>
                  <a:miter lim="800000"/>
                  <a:headEnd type="oval" w="sm" len="sm"/>
                  <a:tailEnd type="oval" w="sm" len="sm"/>
                </a:ln>
              </p:spPr>
            </p:cxnSp>
            <p:cxnSp>
              <p:nvCxnSpPr>
                <p:cNvPr id="416" name="Google Shape;416;p32"/>
                <p:cNvCxnSpPr/>
                <p:nvPr/>
              </p:nvCxnSpPr>
              <p:spPr>
                <a:xfrm>
                  <a:off x="2860998" y="4040155"/>
                  <a:ext cx="1048529" cy="0"/>
                </a:xfrm>
                <a:prstGeom prst="straightConnector1">
                  <a:avLst/>
                </a:prstGeom>
                <a:noFill/>
                <a:ln w="19050" cap="flat" cmpd="sng">
                  <a:solidFill>
                    <a:schemeClr val="dk1"/>
                  </a:solidFill>
                  <a:prstDash val="solid"/>
                  <a:miter lim="800000"/>
                  <a:headEnd type="oval" w="sm" len="sm"/>
                  <a:tailEnd type="oval" w="sm" len="sm"/>
                </a:ln>
              </p:spPr>
            </p:cxnSp>
            <p:cxnSp>
              <p:nvCxnSpPr>
                <p:cNvPr id="417" name="Google Shape;417;p32"/>
                <p:cNvCxnSpPr/>
                <p:nvPr/>
              </p:nvCxnSpPr>
              <p:spPr>
                <a:xfrm>
                  <a:off x="1812469" y="4040155"/>
                  <a:ext cx="1048529" cy="0"/>
                </a:xfrm>
                <a:prstGeom prst="straightConnector1">
                  <a:avLst/>
                </a:prstGeom>
                <a:noFill/>
                <a:ln w="19050" cap="flat" cmpd="sng">
                  <a:solidFill>
                    <a:schemeClr val="dk1"/>
                  </a:solidFill>
                  <a:prstDash val="solid"/>
                  <a:miter lim="800000"/>
                  <a:headEnd type="oval" w="sm" len="sm"/>
                  <a:tailEnd type="oval" w="sm" len="sm"/>
                </a:ln>
              </p:spPr>
            </p:cxnSp>
            <p:cxnSp>
              <p:nvCxnSpPr>
                <p:cNvPr id="418" name="Google Shape;418;p32"/>
                <p:cNvCxnSpPr/>
                <p:nvPr/>
              </p:nvCxnSpPr>
              <p:spPr>
                <a:xfrm>
                  <a:off x="763940" y="4040155"/>
                  <a:ext cx="1048529" cy="0"/>
                </a:xfrm>
                <a:prstGeom prst="straightConnector1">
                  <a:avLst/>
                </a:prstGeom>
                <a:noFill/>
                <a:ln w="19050" cap="flat" cmpd="sng">
                  <a:solidFill>
                    <a:schemeClr val="dk1"/>
                  </a:solidFill>
                  <a:prstDash val="solid"/>
                  <a:miter lim="800000"/>
                  <a:headEnd type="oval" w="sm" len="sm"/>
                  <a:tailEnd type="oval" w="sm" len="sm"/>
                </a:ln>
              </p:spPr>
            </p:cxnSp>
            <p:cxnSp>
              <p:nvCxnSpPr>
                <p:cNvPr id="419" name="Google Shape;419;p32"/>
                <p:cNvCxnSpPr/>
                <p:nvPr/>
              </p:nvCxnSpPr>
              <p:spPr>
                <a:xfrm>
                  <a:off x="8858250" y="4040155"/>
                  <a:ext cx="1048529" cy="0"/>
                </a:xfrm>
                <a:prstGeom prst="straightConnector1">
                  <a:avLst/>
                </a:prstGeom>
                <a:noFill/>
                <a:ln w="19050" cap="flat" cmpd="sng">
                  <a:solidFill>
                    <a:schemeClr val="dk1"/>
                  </a:solidFill>
                  <a:prstDash val="solid"/>
                  <a:miter lim="800000"/>
                  <a:headEnd type="oval" w="sm" len="sm"/>
                  <a:tailEnd type="oval" w="sm" len="sm"/>
                </a:ln>
              </p:spPr>
            </p:cxnSp>
            <p:cxnSp>
              <p:nvCxnSpPr>
                <p:cNvPr id="420" name="Google Shape;420;p32"/>
                <p:cNvCxnSpPr/>
                <p:nvPr/>
              </p:nvCxnSpPr>
              <p:spPr>
                <a:xfrm>
                  <a:off x="9906779" y="4040155"/>
                  <a:ext cx="1048529" cy="0"/>
                </a:xfrm>
                <a:prstGeom prst="straightConnector1">
                  <a:avLst/>
                </a:prstGeom>
                <a:noFill/>
                <a:ln w="19050" cap="flat" cmpd="sng">
                  <a:solidFill>
                    <a:schemeClr val="dk1"/>
                  </a:solidFill>
                  <a:prstDash val="solid"/>
                  <a:miter lim="800000"/>
                  <a:headEnd type="oval" w="sm" len="sm"/>
                  <a:tailEnd type="oval" w="sm" len="sm"/>
                </a:ln>
              </p:spPr>
            </p:cxnSp>
            <p:cxnSp>
              <p:nvCxnSpPr>
                <p:cNvPr id="421" name="Google Shape;421;p32"/>
                <p:cNvCxnSpPr/>
                <p:nvPr/>
              </p:nvCxnSpPr>
              <p:spPr>
                <a:xfrm>
                  <a:off x="10955308" y="4040155"/>
                  <a:ext cx="468283" cy="0"/>
                </a:xfrm>
                <a:prstGeom prst="straightConnector1">
                  <a:avLst/>
                </a:prstGeom>
                <a:noFill/>
                <a:ln w="19050" cap="flat" cmpd="sng">
                  <a:solidFill>
                    <a:schemeClr val="dk1"/>
                  </a:solidFill>
                  <a:prstDash val="solid"/>
                  <a:miter lim="800000"/>
                  <a:headEnd type="none" w="sm" len="sm"/>
                  <a:tailEnd type="stealth" w="med" len="med"/>
                </a:ln>
              </p:spPr>
            </p:cxnSp>
            <p:cxnSp>
              <p:nvCxnSpPr>
                <p:cNvPr id="422" name="Google Shape;422;p32"/>
                <p:cNvCxnSpPr/>
                <p:nvPr/>
              </p:nvCxnSpPr>
              <p:spPr>
                <a:xfrm>
                  <a:off x="295657" y="4040155"/>
                  <a:ext cx="468283" cy="0"/>
                </a:xfrm>
                <a:prstGeom prst="straightConnector1">
                  <a:avLst/>
                </a:prstGeom>
                <a:noFill/>
                <a:ln w="19050" cap="flat" cmpd="sng">
                  <a:solidFill>
                    <a:schemeClr val="dk1"/>
                  </a:solidFill>
                  <a:prstDash val="solid"/>
                  <a:miter lim="800000"/>
                  <a:headEnd type="none" w="sm" len="sm"/>
                  <a:tailEnd type="none" w="sm" len="sm"/>
                </a:ln>
              </p:spPr>
            </p:cxnSp>
          </p:grpSp>
          <p:cxnSp>
            <p:nvCxnSpPr>
              <p:cNvPr id="423" name="Google Shape;423;p32"/>
              <p:cNvCxnSpPr/>
              <p:nvPr/>
            </p:nvCxnSpPr>
            <p:spPr>
              <a:xfrm>
                <a:off x="6164424" y="4221130"/>
                <a:ext cx="0" cy="2055845"/>
              </a:xfrm>
              <a:prstGeom prst="straightConnector1">
                <a:avLst/>
              </a:prstGeom>
              <a:noFill/>
              <a:ln w="12700" cap="flat" cmpd="sng">
                <a:solidFill>
                  <a:schemeClr val="dk1"/>
                </a:solidFill>
                <a:prstDash val="lgDash"/>
                <a:miter lim="800000"/>
                <a:headEnd type="none" w="sm" len="sm"/>
                <a:tailEnd type="none" w="sm" len="sm"/>
              </a:ln>
            </p:spPr>
          </p:cxnSp>
          <p:cxnSp>
            <p:nvCxnSpPr>
              <p:cNvPr id="424" name="Google Shape;424;p32"/>
              <p:cNvCxnSpPr/>
              <p:nvPr/>
            </p:nvCxnSpPr>
            <p:spPr>
              <a:xfrm>
                <a:off x="3165798" y="4221130"/>
                <a:ext cx="0" cy="1617695"/>
              </a:xfrm>
              <a:prstGeom prst="straightConnector1">
                <a:avLst/>
              </a:prstGeom>
              <a:noFill/>
              <a:ln w="12700" cap="flat" cmpd="sng">
                <a:solidFill>
                  <a:schemeClr val="dk1"/>
                </a:solidFill>
                <a:prstDash val="lgDash"/>
                <a:miter lim="800000"/>
                <a:headEnd type="none" w="sm" len="sm"/>
                <a:tailEnd type="none" w="sm" len="sm"/>
              </a:ln>
            </p:spPr>
          </p:cxnSp>
          <p:cxnSp>
            <p:nvCxnSpPr>
              <p:cNvPr id="425" name="Google Shape;425;p32"/>
              <p:cNvCxnSpPr/>
              <p:nvPr/>
            </p:nvCxnSpPr>
            <p:spPr>
              <a:xfrm>
                <a:off x="1059215" y="4221130"/>
                <a:ext cx="0" cy="2055845"/>
              </a:xfrm>
              <a:prstGeom prst="straightConnector1">
                <a:avLst/>
              </a:prstGeom>
              <a:noFill/>
              <a:ln w="12700" cap="flat" cmpd="sng">
                <a:solidFill>
                  <a:schemeClr val="dk1"/>
                </a:solidFill>
                <a:prstDash val="lgDash"/>
                <a:miter lim="800000"/>
                <a:headEnd type="none" w="sm" len="sm"/>
                <a:tailEnd type="none" w="sm" len="sm"/>
              </a:ln>
            </p:spPr>
          </p:cxnSp>
          <p:cxnSp>
            <p:nvCxnSpPr>
              <p:cNvPr id="426" name="Google Shape;426;p32"/>
              <p:cNvCxnSpPr/>
              <p:nvPr/>
            </p:nvCxnSpPr>
            <p:spPr>
              <a:xfrm>
                <a:off x="11260108" y="4221130"/>
                <a:ext cx="0" cy="2055845"/>
              </a:xfrm>
              <a:prstGeom prst="straightConnector1">
                <a:avLst/>
              </a:prstGeom>
              <a:noFill/>
              <a:ln w="12700" cap="flat" cmpd="sng">
                <a:solidFill>
                  <a:schemeClr val="dk1"/>
                </a:solidFill>
                <a:prstDash val="lgDash"/>
                <a:miter lim="800000"/>
                <a:headEnd type="none" w="sm" len="sm"/>
                <a:tailEnd type="none" w="sm" len="sm"/>
              </a:ln>
            </p:spPr>
          </p:cxnSp>
          <p:cxnSp>
            <p:nvCxnSpPr>
              <p:cNvPr id="427" name="Google Shape;427;p32"/>
              <p:cNvCxnSpPr/>
              <p:nvPr/>
            </p:nvCxnSpPr>
            <p:spPr>
              <a:xfrm>
                <a:off x="9163050" y="4221130"/>
                <a:ext cx="0" cy="1617695"/>
              </a:xfrm>
              <a:prstGeom prst="straightConnector1">
                <a:avLst/>
              </a:prstGeom>
              <a:noFill/>
              <a:ln w="12700" cap="flat" cmpd="sng">
                <a:solidFill>
                  <a:schemeClr val="dk1"/>
                </a:solidFill>
                <a:prstDash val="lgDash"/>
                <a:miter lim="800000"/>
                <a:headEnd type="none" w="sm" len="sm"/>
                <a:tailEnd type="none" w="sm" len="sm"/>
              </a:ln>
            </p:spPr>
          </p:cxnSp>
          <p:cxnSp>
            <p:nvCxnSpPr>
              <p:cNvPr id="428" name="Google Shape;428;p32"/>
              <p:cNvCxnSpPr/>
              <p:nvPr/>
            </p:nvCxnSpPr>
            <p:spPr>
              <a:xfrm>
                <a:off x="4204802" y="4221130"/>
                <a:ext cx="0" cy="1160495"/>
              </a:xfrm>
              <a:prstGeom prst="straightConnector1">
                <a:avLst/>
              </a:prstGeom>
              <a:noFill/>
              <a:ln w="12700" cap="flat" cmpd="sng">
                <a:solidFill>
                  <a:schemeClr val="dk1"/>
                </a:solidFill>
                <a:prstDash val="lgDash"/>
                <a:miter lim="800000"/>
                <a:headEnd type="none" w="sm" len="sm"/>
                <a:tailEnd type="none" w="sm" len="sm"/>
              </a:ln>
            </p:spPr>
          </p:cxnSp>
          <p:sp>
            <p:nvSpPr>
              <p:cNvPr id="429" name="Google Shape;429;p32"/>
              <p:cNvSpPr txBox="1"/>
              <p:nvPr/>
            </p:nvSpPr>
            <p:spPr>
              <a:xfrm>
                <a:off x="5983449" y="4216068"/>
                <a:ext cx="36195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400">
                    <a:solidFill>
                      <a:schemeClr val="dk1"/>
                    </a:solidFill>
                    <a:latin typeface="Fira Sans Extra Condensed"/>
                    <a:ea typeface="Fira Sans Extra Condensed"/>
                    <a:cs typeface="Fira Sans Extra Condensed"/>
                    <a:sym typeface="Fira Sans Extra Condensed"/>
                  </a:rPr>
                  <a:t>0</a:t>
                </a:r>
                <a:endParaRPr sz="2400">
                  <a:solidFill>
                    <a:schemeClr val="dk1"/>
                  </a:solidFill>
                  <a:latin typeface="Fira Sans Extra Condensed"/>
                  <a:ea typeface="Fira Sans Extra Condensed"/>
                  <a:cs typeface="Fira Sans Extra Condensed"/>
                  <a:sym typeface="Fira Sans Extra Condensed"/>
                </a:endParaRPr>
              </a:p>
            </p:txBody>
          </p:sp>
          <p:sp>
            <p:nvSpPr>
              <p:cNvPr id="430" name="Google Shape;430;p32"/>
              <p:cNvSpPr txBox="1"/>
              <p:nvPr/>
            </p:nvSpPr>
            <p:spPr>
              <a:xfrm>
                <a:off x="4042877" y="4226193"/>
                <a:ext cx="361950" cy="668516"/>
              </a:xfrm>
              <a:prstGeom prst="rect">
                <a:avLst/>
              </a:prstGeom>
              <a:blipFill rotWithShape="1">
                <a:blip r:embed="rId2"/>
                <a:stretch>
                  <a:fillRect l="-847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431" name="Google Shape;431;p32"/>
              <p:cNvSpPr txBox="1"/>
              <p:nvPr/>
            </p:nvSpPr>
            <p:spPr>
              <a:xfrm>
                <a:off x="7943070" y="4226193"/>
                <a:ext cx="361950" cy="668516"/>
              </a:xfrm>
              <a:prstGeom prst="rect">
                <a:avLst/>
              </a:prstGeom>
              <a:blipFill rotWithShape="1">
                <a:blip r:embed="rId3"/>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cxnSp>
            <p:nvCxnSpPr>
              <p:cNvPr id="432" name="Google Shape;432;p32"/>
              <p:cNvCxnSpPr/>
              <p:nvPr/>
            </p:nvCxnSpPr>
            <p:spPr>
              <a:xfrm>
                <a:off x="8114521" y="4216068"/>
                <a:ext cx="0" cy="1160495"/>
              </a:xfrm>
              <a:prstGeom prst="straightConnector1">
                <a:avLst/>
              </a:prstGeom>
              <a:noFill/>
              <a:ln w="12700" cap="flat" cmpd="sng">
                <a:solidFill>
                  <a:schemeClr val="dk1"/>
                </a:solidFill>
                <a:prstDash val="lgDash"/>
                <a:miter lim="800000"/>
                <a:headEnd type="none" w="sm" len="sm"/>
                <a:tailEnd type="none" w="sm" len="sm"/>
              </a:ln>
            </p:spPr>
          </p:cxnSp>
          <p:sp>
            <p:nvSpPr>
              <p:cNvPr id="433" name="Google Shape;433;p32"/>
              <p:cNvSpPr txBox="1"/>
              <p:nvPr/>
            </p:nvSpPr>
            <p:spPr>
              <a:xfrm>
                <a:off x="8806250" y="4174496"/>
                <a:ext cx="714375" cy="738792"/>
              </a:xfrm>
              <a:prstGeom prst="rect">
                <a:avLst/>
              </a:prstGeom>
              <a:blipFill rotWithShape="1">
                <a:blip r:embed="rId4"/>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434" name="Google Shape;434;p32"/>
              <p:cNvSpPr txBox="1"/>
              <p:nvPr/>
            </p:nvSpPr>
            <p:spPr>
              <a:xfrm>
                <a:off x="9877425" y="4186818"/>
                <a:ext cx="714375" cy="737766"/>
              </a:xfrm>
              <a:prstGeom prst="rect">
                <a:avLst/>
              </a:prstGeom>
              <a:blipFill rotWithShape="1">
                <a:blip r:embed="rId5"/>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435" name="Google Shape;435;p32"/>
              <p:cNvSpPr txBox="1"/>
              <p:nvPr/>
            </p:nvSpPr>
            <p:spPr>
              <a:xfrm>
                <a:off x="2637940" y="4176051"/>
                <a:ext cx="990600" cy="738792"/>
              </a:xfrm>
              <a:prstGeom prst="rect">
                <a:avLst/>
              </a:prstGeom>
              <a:blipFill rotWithShape="1">
                <a:blip r:embed="rId6"/>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436" name="Google Shape;436;p32"/>
              <p:cNvSpPr txBox="1"/>
              <p:nvPr/>
            </p:nvSpPr>
            <p:spPr>
              <a:xfrm>
                <a:off x="1631009" y="4186818"/>
                <a:ext cx="885825" cy="737766"/>
              </a:xfrm>
              <a:prstGeom prst="rect">
                <a:avLst/>
              </a:prstGeom>
              <a:blipFill rotWithShape="1">
                <a:blip r:embed="rId7"/>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cxnSp>
            <p:nvCxnSpPr>
              <p:cNvPr id="437" name="Google Shape;437;p32"/>
              <p:cNvCxnSpPr/>
              <p:nvPr/>
            </p:nvCxnSpPr>
            <p:spPr>
              <a:xfrm>
                <a:off x="2117269" y="4216068"/>
                <a:ext cx="0" cy="1160495"/>
              </a:xfrm>
              <a:prstGeom prst="straightConnector1">
                <a:avLst/>
              </a:prstGeom>
              <a:noFill/>
              <a:ln w="12700" cap="flat" cmpd="sng">
                <a:solidFill>
                  <a:schemeClr val="dk1"/>
                </a:solidFill>
                <a:prstDash val="lgDash"/>
                <a:miter lim="800000"/>
                <a:headEnd type="none" w="sm" len="sm"/>
                <a:tailEnd type="none" w="sm" len="sm"/>
              </a:ln>
            </p:spPr>
          </p:cxnSp>
          <p:cxnSp>
            <p:nvCxnSpPr>
              <p:cNvPr id="438" name="Google Shape;438;p32"/>
              <p:cNvCxnSpPr/>
              <p:nvPr/>
            </p:nvCxnSpPr>
            <p:spPr>
              <a:xfrm>
                <a:off x="10206330" y="4213969"/>
                <a:ext cx="0" cy="1160495"/>
              </a:xfrm>
              <a:prstGeom prst="straightConnector1">
                <a:avLst/>
              </a:prstGeom>
              <a:noFill/>
              <a:ln w="12700" cap="flat" cmpd="sng">
                <a:solidFill>
                  <a:schemeClr val="dk1"/>
                </a:solidFill>
                <a:prstDash val="lgDash"/>
                <a:miter lim="800000"/>
                <a:headEnd type="none" w="sm" len="sm"/>
                <a:tailEnd type="none" w="sm" len="sm"/>
              </a:ln>
            </p:spPr>
          </p:cxnSp>
          <p:sp>
            <p:nvSpPr>
              <p:cNvPr id="439" name="Google Shape;439;p32"/>
              <p:cNvSpPr txBox="1"/>
              <p:nvPr/>
            </p:nvSpPr>
            <p:spPr>
              <a:xfrm>
                <a:off x="11113147" y="4385707"/>
                <a:ext cx="361950" cy="400110"/>
              </a:xfrm>
              <a:prstGeom prst="rect">
                <a:avLst/>
              </a:prstGeom>
              <a:blipFill rotWithShape="1">
                <a:blip r:embed="rId8"/>
                <a:stretch>
                  <a:fillRect l="-3331"/>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440" name="Google Shape;440;p32"/>
              <p:cNvSpPr txBox="1"/>
              <p:nvPr/>
            </p:nvSpPr>
            <p:spPr>
              <a:xfrm>
                <a:off x="703642" y="4387568"/>
                <a:ext cx="556805" cy="400110"/>
              </a:xfrm>
              <a:prstGeom prst="rect">
                <a:avLst/>
              </a:prstGeom>
              <a:blipFill rotWithShape="1">
                <a:blip r:embed="rId9"/>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441" name="Google Shape;441;p32"/>
              <p:cNvSpPr txBox="1"/>
              <p:nvPr/>
            </p:nvSpPr>
            <p:spPr>
              <a:xfrm>
                <a:off x="11494249" y="3803070"/>
                <a:ext cx="361950"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400">
                    <a:solidFill>
                      <a:schemeClr val="dk1"/>
                    </a:solidFill>
                    <a:latin typeface="Fira Sans Extra Condensed"/>
                    <a:ea typeface="Fira Sans Extra Condensed"/>
                    <a:cs typeface="Fira Sans Extra Condensed"/>
                    <a:sym typeface="Fira Sans Extra Condensed"/>
                  </a:rPr>
                  <a:t>x</a:t>
                </a:r>
                <a:endParaRPr sz="2400">
                  <a:solidFill>
                    <a:schemeClr val="dk1"/>
                  </a:solidFill>
                  <a:latin typeface="Fira Sans Extra Condensed"/>
                  <a:ea typeface="Fira Sans Extra Condensed"/>
                  <a:cs typeface="Fira Sans Extra Condensed"/>
                  <a:sym typeface="Fira Sans Extra Condensed"/>
                </a:endParaRPr>
              </a:p>
            </p:txBody>
          </p:sp>
          <p:sp>
            <p:nvSpPr>
              <p:cNvPr id="442" name="Google Shape;442;p32"/>
              <p:cNvSpPr txBox="1"/>
              <p:nvPr/>
            </p:nvSpPr>
            <p:spPr>
              <a:xfrm>
                <a:off x="4119662" y="2923343"/>
                <a:ext cx="1304919" cy="972702"/>
              </a:xfrm>
              <a:prstGeom prst="rect">
                <a:avLst/>
              </a:prstGeom>
              <a:blipFill rotWithShape="1">
                <a:blip r:embed="rId10"/>
                <a:stretch>
                  <a:fillRect/>
                </a:stretch>
              </a:blipFill>
              <a:ln w="19050" cap="flat" cmpd="sng">
                <a:solidFill>
                  <a:srgbClr val="1F386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443" name="Google Shape;443;p32"/>
              <p:cNvSpPr txBox="1"/>
              <p:nvPr/>
            </p:nvSpPr>
            <p:spPr>
              <a:xfrm>
                <a:off x="1598768" y="2877126"/>
                <a:ext cx="1304919" cy="972702"/>
              </a:xfrm>
              <a:prstGeom prst="rect">
                <a:avLst/>
              </a:prstGeom>
              <a:blipFill rotWithShape="1">
                <a:blip r:embed="rId11"/>
                <a:stretch>
                  <a:fillRect/>
                </a:stretch>
              </a:blipFill>
              <a:ln w="19050" cap="flat" cmpd="sng">
                <a:solidFill>
                  <a:srgbClr val="1F386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444" name="Google Shape;444;p32"/>
              <p:cNvSpPr txBox="1"/>
              <p:nvPr/>
            </p:nvSpPr>
            <p:spPr>
              <a:xfrm>
                <a:off x="6903717" y="2923343"/>
                <a:ext cx="1304919" cy="972702"/>
              </a:xfrm>
              <a:prstGeom prst="rect">
                <a:avLst/>
              </a:prstGeom>
              <a:blipFill rotWithShape="1">
                <a:blip r:embed="rId12"/>
                <a:stretch>
                  <a:fillRect/>
                </a:stretch>
              </a:blipFill>
              <a:ln w="19050" cap="flat" cmpd="sng">
                <a:solidFill>
                  <a:srgbClr val="1F386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445" name="Google Shape;445;p32"/>
              <p:cNvSpPr txBox="1"/>
              <p:nvPr/>
            </p:nvSpPr>
            <p:spPr>
              <a:xfrm>
                <a:off x="9437483" y="2923343"/>
                <a:ext cx="1304919" cy="972702"/>
              </a:xfrm>
              <a:prstGeom prst="rect">
                <a:avLst/>
              </a:prstGeom>
              <a:blipFill rotWithShape="1">
                <a:blip r:embed="rId13"/>
                <a:stretch>
                  <a:fillRect/>
                </a:stretch>
              </a:blipFill>
              <a:ln w="19050" cap="flat" cmpd="sng">
                <a:solidFill>
                  <a:srgbClr val="1F386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446" name="Google Shape;446;p32"/>
              <p:cNvSpPr txBox="1"/>
              <p:nvPr/>
            </p:nvSpPr>
            <p:spPr>
              <a:xfrm>
                <a:off x="2999551" y="3324721"/>
                <a:ext cx="1048530" cy="369332"/>
              </a:xfrm>
              <a:prstGeom prst="rect">
                <a:avLst/>
              </a:prstGeom>
              <a:blipFill rotWithShape="1">
                <a:blip r:embed="rId14"/>
                <a:stretch>
                  <a:fillRect l="-570"/>
                </a:stretch>
              </a:blipFill>
              <a:ln w="19050" cap="flat" cmpd="sng">
                <a:solidFill>
                  <a:srgbClr val="1F386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447" name="Google Shape;447;p32"/>
              <p:cNvSpPr txBox="1"/>
              <p:nvPr/>
            </p:nvSpPr>
            <p:spPr>
              <a:xfrm>
                <a:off x="8308718" y="3324721"/>
                <a:ext cx="1048530" cy="369332"/>
              </a:xfrm>
              <a:prstGeom prst="rect">
                <a:avLst/>
              </a:prstGeom>
              <a:blipFill rotWithShape="1">
                <a:blip r:embed="rId15"/>
                <a:stretch>
                  <a:fillRect l="-570"/>
                </a:stretch>
              </a:blipFill>
              <a:ln w="19050" cap="flat" cmpd="sng">
                <a:solidFill>
                  <a:srgbClr val="1F386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448" name="Google Shape;448;p32"/>
              <p:cNvSpPr txBox="1"/>
              <p:nvPr/>
            </p:nvSpPr>
            <p:spPr>
              <a:xfrm>
                <a:off x="10822637" y="3071488"/>
                <a:ext cx="1304919" cy="708720"/>
              </a:xfrm>
              <a:prstGeom prst="rect">
                <a:avLst/>
              </a:prstGeom>
              <a:blipFill rotWithShape="1">
                <a:blip r:embed="rId16"/>
                <a:stretch>
                  <a:fillRect/>
                </a:stretch>
              </a:blipFill>
              <a:ln w="19050" cap="flat" cmpd="sng">
                <a:solidFill>
                  <a:srgbClr val="1F386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449" name="Google Shape;449;p32"/>
              <p:cNvSpPr txBox="1"/>
              <p:nvPr/>
            </p:nvSpPr>
            <p:spPr>
              <a:xfrm>
                <a:off x="182138" y="3009117"/>
                <a:ext cx="1304919" cy="708720"/>
              </a:xfrm>
              <a:prstGeom prst="rect">
                <a:avLst/>
              </a:prstGeom>
              <a:blipFill rotWithShape="1">
                <a:blip r:embed="rId17"/>
                <a:stretch>
                  <a:fillRect/>
                </a:stretch>
              </a:blipFill>
              <a:ln w="19050" cap="flat" cmpd="sng">
                <a:solidFill>
                  <a:srgbClr val="1F386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450" name="Google Shape;450;p32"/>
              <p:cNvSpPr txBox="1"/>
              <p:nvPr/>
            </p:nvSpPr>
            <p:spPr>
              <a:xfrm>
                <a:off x="5511964" y="3055334"/>
                <a:ext cx="1304919" cy="708720"/>
              </a:xfrm>
              <a:prstGeom prst="rect">
                <a:avLst/>
              </a:prstGeom>
              <a:blipFill rotWithShape="1">
                <a:blip r:embed="rId18"/>
                <a:stretch>
                  <a:fillRect/>
                </a:stretch>
              </a:blipFill>
              <a:ln w="19050" cap="flat" cmpd="sng">
                <a:solidFill>
                  <a:srgbClr val="1F386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cxnSp>
            <p:nvCxnSpPr>
              <p:cNvPr id="451" name="Google Shape;451;p32"/>
              <p:cNvCxnSpPr>
                <a:endCxn id="449" idx="2"/>
              </p:cNvCxnSpPr>
              <p:nvPr/>
            </p:nvCxnSpPr>
            <p:spPr>
              <a:xfrm rot="10800000">
                <a:off x="834598" y="3717837"/>
                <a:ext cx="224700" cy="503400"/>
              </a:xfrm>
              <a:prstGeom prst="straightConnector1">
                <a:avLst/>
              </a:prstGeom>
              <a:noFill/>
              <a:ln w="9525" cap="flat" cmpd="sng">
                <a:solidFill>
                  <a:schemeClr val="dk1"/>
                </a:solidFill>
                <a:prstDash val="solid"/>
                <a:miter lim="800000"/>
                <a:headEnd type="none" w="sm" len="sm"/>
                <a:tailEnd type="triangle" w="med" len="med"/>
              </a:ln>
            </p:spPr>
          </p:cxnSp>
          <p:cxnSp>
            <p:nvCxnSpPr>
              <p:cNvPr id="452" name="Google Shape;452;p32"/>
              <p:cNvCxnSpPr/>
              <p:nvPr/>
            </p:nvCxnSpPr>
            <p:spPr>
              <a:xfrm flipH="1">
                <a:off x="2131242" y="3849828"/>
                <a:ext cx="100328" cy="405615"/>
              </a:xfrm>
              <a:prstGeom prst="straightConnector1">
                <a:avLst/>
              </a:prstGeom>
              <a:noFill/>
              <a:ln w="9525" cap="flat" cmpd="sng">
                <a:solidFill>
                  <a:schemeClr val="dk1"/>
                </a:solidFill>
                <a:prstDash val="solid"/>
                <a:miter lim="800000"/>
                <a:headEnd type="triangle" w="med" len="med"/>
                <a:tailEnd type="none" w="sm" len="sm"/>
              </a:ln>
            </p:spPr>
          </p:cxnSp>
          <p:cxnSp>
            <p:nvCxnSpPr>
              <p:cNvPr id="453" name="Google Shape;453;p32"/>
              <p:cNvCxnSpPr>
                <a:stCxn id="446" idx="2"/>
              </p:cNvCxnSpPr>
              <p:nvPr/>
            </p:nvCxnSpPr>
            <p:spPr>
              <a:xfrm flipH="1">
                <a:off x="3165916" y="3694053"/>
                <a:ext cx="357900" cy="570600"/>
              </a:xfrm>
              <a:prstGeom prst="straightConnector1">
                <a:avLst/>
              </a:prstGeom>
              <a:noFill/>
              <a:ln w="9525" cap="flat" cmpd="sng">
                <a:solidFill>
                  <a:schemeClr val="dk1"/>
                </a:solidFill>
                <a:prstDash val="solid"/>
                <a:miter lim="800000"/>
                <a:headEnd type="triangle" w="med" len="med"/>
                <a:tailEnd type="none" w="sm" len="sm"/>
              </a:ln>
            </p:spPr>
          </p:cxnSp>
          <p:cxnSp>
            <p:nvCxnSpPr>
              <p:cNvPr id="454" name="Google Shape;454;p32"/>
              <p:cNvCxnSpPr>
                <a:stCxn id="442" idx="2"/>
                <a:endCxn id="430" idx="0"/>
              </p:cNvCxnSpPr>
              <p:nvPr/>
            </p:nvCxnSpPr>
            <p:spPr>
              <a:xfrm flipH="1">
                <a:off x="4223722" y="3896045"/>
                <a:ext cx="548400" cy="330000"/>
              </a:xfrm>
              <a:prstGeom prst="straightConnector1">
                <a:avLst/>
              </a:prstGeom>
              <a:noFill/>
              <a:ln w="9525" cap="flat" cmpd="sng">
                <a:solidFill>
                  <a:schemeClr val="dk1"/>
                </a:solidFill>
                <a:prstDash val="solid"/>
                <a:miter lim="800000"/>
                <a:headEnd type="triangle" w="med" len="med"/>
                <a:tailEnd type="none" w="sm" len="sm"/>
              </a:ln>
            </p:spPr>
          </p:cxnSp>
          <p:cxnSp>
            <p:nvCxnSpPr>
              <p:cNvPr id="455" name="Google Shape;455;p32"/>
              <p:cNvCxnSpPr>
                <a:stCxn id="450" idx="2"/>
                <a:endCxn id="429" idx="0"/>
              </p:cNvCxnSpPr>
              <p:nvPr/>
            </p:nvCxnSpPr>
            <p:spPr>
              <a:xfrm>
                <a:off x="6164424" y="3764054"/>
                <a:ext cx="0" cy="452100"/>
              </a:xfrm>
              <a:prstGeom prst="straightConnector1">
                <a:avLst/>
              </a:prstGeom>
              <a:noFill/>
              <a:ln w="9525" cap="flat" cmpd="sng">
                <a:solidFill>
                  <a:schemeClr val="dk1"/>
                </a:solidFill>
                <a:prstDash val="solid"/>
                <a:miter lim="800000"/>
                <a:headEnd type="triangle" w="med" len="med"/>
                <a:tailEnd type="none" w="sm" len="sm"/>
              </a:ln>
            </p:spPr>
          </p:cxnSp>
          <p:cxnSp>
            <p:nvCxnSpPr>
              <p:cNvPr id="456" name="Google Shape;456;p32"/>
              <p:cNvCxnSpPr>
                <a:stCxn id="444" idx="2"/>
                <a:endCxn id="431" idx="0"/>
              </p:cNvCxnSpPr>
              <p:nvPr/>
            </p:nvCxnSpPr>
            <p:spPr>
              <a:xfrm>
                <a:off x="7556177" y="3896045"/>
                <a:ext cx="567900" cy="330000"/>
              </a:xfrm>
              <a:prstGeom prst="straightConnector1">
                <a:avLst/>
              </a:prstGeom>
              <a:noFill/>
              <a:ln w="9525" cap="flat" cmpd="sng">
                <a:solidFill>
                  <a:schemeClr val="dk1"/>
                </a:solidFill>
                <a:prstDash val="solid"/>
                <a:miter lim="800000"/>
                <a:headEnd type="triangle" w="med" len="med"/>
                <a:tailEnd type="none" w="sm" len="sm"/>
              </a:ln>
            </p:spPr>
          </p:cxnSp>
          <p:cxnSp>
            <p:nvCxnSpPr>
              <p:cNvPr id="457" name="Google Shape;457;p32"/>
              <p:cNvCxnSpPr>
                <a:stCxn id="447" idx="2"/>
                <a:endCxn id="433" idx="0"/>
              </p:cNvCxnSpPr>
              <p:nvPr/>
            </p:nvCxnSpPr>
            <p:spPr>
              <a:xfrm>
                <a:off x="8832983" y="3694053"/>
                <a:ext cx="330600" cy="480300"/>
              </a:xfrm>
              <a:prstGeom prst="straightConnector1">
                <a:avLst/>
              </a:prstGeom>
              <a:noFill/>
              <a:ln w="9525" cap="flat" cmpd="sng">
                <a:solidFill>
                  <a:schemeClr val="dk1"/>
                </a:solidFill>
                <a:prstDash val="solid"/>
                <a:miter lim="800000"/>
                <a:headEnd type="triangle" w="med" len="med"/>
                <a:tailEnd type="none" w="sm" len="sm"/>
              </a:ln>
            </p:spPr>
          </p:cxnSp>
          <p:cxnSp>
            <p:nvCxnSpPr>
              <p:cNvPr id="458" name="Google Shape;458;p32"/>
              <p:cNvCxnSpPr>
                <a:stCxn id="445" idx="2"/>
                <a:endCxn id="434" idx="0"/>
              </p:cNvCxnSpPr>
              <p:nvPr/>
            </p:nvCxnSpPr>
            <p:spPr>
              <a:xfrm>
                <a:off x="10089943" y="3896045"/>
                <a:ext cx="144600" cy="290700"/>
              </a:xfrm>
              <a:prstGeom prst="straightConnector1">
                <a:avLst/>
              </a:prstGeom>
              <a:noFill/>
              <a:ln w="9525" cap="flat" cmpd="sng">
                <a:solidFill>
                  <a:schemeClr val="dk1"/>
                </a:solidFill>
                <a:prstDash val="solid"/>
                <a:miter lim="800000"/>
                <a:headEnd type="triangle" w="med" len="med"/>
                <a:tailEnd type="none" w="sm" len="sm"/>
              </a:ln>
            </p:spPr>
          </p:cxnSp>
          <p:cxnSp>
            <p:nvCxnSpPr>
              <p:cNvPr id="459" name="Google Shape;459;p32"/>
              <p:cNvCxnSpPr>
                <a:stCxn id="448" idx="2"/>
              </p:cNvCxnSpPr>
              <p:nvPr/>
            </p:nvCxnSpPr>
            <p:spPr>
              <a:xfrm flipH="1">
                <a:off x="11259997" y="3780208"/>
                <a:ext cx="215100" cy="441000"/>
              </a:xfrm>
              <a:prstGeom prst="straightConnector1">
                <a:avLst/>
              </a:prstGeom>
              <a:noFill/>
              <a:ln w="9525" cap="flat" cmpd="sng">
                <a:solidFill>
                  <a:schemeClr val="dk1"/>
                </a:solidFill>
                <a:prstDash val="solid"/>
                <a:miter lim="800000"/>
                <a:headEnd type="triangle" w="med" len="med"/>
                <a:tailEnd type="none" w="sm" len="sm"/>
              </a:ln>
            </p:spPr>
          </p:cxnSp>
          <p:cxnSp>
            <p:nvCxnSpPr>
              <p:cNvPr id="460" name="Google Shape;460;p32"/>
              <p:cNvCxnSpPr/>
              <p:nvPr/>
            </p:nvCxnSpPr>
            <p:spPr>
              <a:xfrm>
                <a:off x="1059215" y="6134100"/>
                <a:ext cx="5105208" cy="0"/>
              </a:xfrm>
              <a:prstGeom prst="straightConnector1">
                <a:avLst/>
              </a:prstGeom>
              <a:noFill/>
              <a:ln w="9525" cap="flat" cmpd="sng">
                <a:solidFill>
                  <a:schemeClr val="dk1"/>
                </a:solidFill>
                <a:prstDash val="solid"/>
                <a:miter lim="800000"/>
                <a:headEnd type="stealth" w="med" len="med"/>
                <a:tailEnd type="stealth" w="med" len="med"/>
              </a:ln>
            </p:spPr>
          </p:cxnSp>
          <p:cxnSp>
            <p:nvCxnSpPr>
              <p:cNvPr id="461" name="Google Shape;461;p32"/>
              <p:cNvCxnSpPr/>
              <p:nvPr/>
            </p:nvCxnSpPr>
            <p:spPr>
              <a:xfrm>
                <a:off x="1059215" y="5705475"/>
                <a:ext cx="2106583" cy="0"/>
              </a:xfrm>
              <a:prstGeom prst="straightConnector1">
                <a:avLst/>
              </a:prstGeom>
              <a:noFill/>
              <a:ln w="9525" cap="flat" cmpd="sng">
                <a:solidFill>
                  <a:schemeClr val="dk1"/>
                </a:solidFill>
                <a:prstDash val="solid"/>
                <a:miter lim="800000"/>
                <a:headEnd type="stealth" w="med" len="med"/>
                <a:tailEnd type="stealth" w="med" len="med"/>
              </a:ln>
            </p:spPr>
          </p:cxnSp>
          <p:cxnSp>
            <p:nvCxnSpPr>
              <p:cNvPr id="462" name="Google Shape;462;p32"/>
              <p:cNvCxnSpPr/>
              <p:nvPr/>
            </p:nvCxnSpPr>
            <p:spPr>
              <a:xfrm>
                <a:off x="3165798" y="5705475"/>
                <a:ext cx="2998625" cy="0"/>
              </a:xfrm>
              <a:prstGeom prst="straightConnector1">
                <a:avLst/>
              </a:prstGeom>
              <a:noFill/>
              <a:ln w="9525" cap="flat" cmpd="sng">
                <a:solidFill>
                  <a:schemeClr val="dk1"/>
                </a:solidFill>
                <a:prstDash val="solid"/>
                <a:miter lim="800000"/>
                <a:headEnd type="stealth" w="med" len="med"/>
                <a:tailEnd type="stealth" w="med" len="med"/>
              </a:ln>
            </p:spPr>
          </p:cxnSp>
          <p:cxnSp>
            <p:nvCxnSpPr>
              <p:cNvPr id="463" name="Google Shape;463;p32"/>
              <p:cNvCxnSpPr/>
              <p:nvPr/>
            </p:nvCxnSpPr>
            <p:spPr>
              <a:xfrm>
                <a:off x="6164425" y="5705475"/>
                <a:ext cx="2998625" cy="0"/>
              </a:xfrm>
              <a:prstGeom prst="straightConnector1">
                <a:avLst/>
              </a:prstGeom>
              <a:noFill/>
              <a:ln w="9525" cap="flat" cmpd="sng">
                <a:solidFill>
                  <a:schemeClr val="dk1"/>
                </a:solidFill>
                <a:prstDash val="solid"/>
                <a:miter lim="800000"/>
                <a:headEnd type="stealth" w="med" len="med"/>
                <a:tailEnd type="stealth" w="med" len="med"/>
              </a:ln>
            </p:spPr>
          </p:cxnSp>
          <p:cxnSp>
            <p:nvCxnSpPr>
              <p:cNvPr id="464" name="Google Shape;464;p32"/>
              <p:cNvCxnSpPr/>
              <p:nvPr/>
            </p:nvCxnSpPr>
            <p:spPr>
              <a:xfrm>
                <a:off x="9178014" y="5705475"/>
                <a:ext cx="2106583" cy="0"/>
              </a:xfrm>
              <a:prstGeom prst="straightConnector1">
                <a:avLst/>
              </a:prstGeom>
              <a:noFill/>
              <a:ln w="9525" cap="flat" cmpd="sng">
                <a:solidFill>
                  <a:schemeClr val="dk1"/>
                </a:solidFill>
                <a:prstDash val="solid"/>
                <a:miter lim="800000"/>
                <a:headEnd type="stealth" w="med" len="med"/>
                <a:tailEnd type="stealth" w="med" len="med"/>
              </a:ln>
            </p:spPr>
          </p:cxnSp>
          <p:cxnSp>
            <p:nvCxnSpPr>
              <p:cNvPr id="465" name="Google Shape;465;p32"/>
              <p:cNvCxnSpPr/>
              <p:nvPr/>
            </p:nvCxnSpPr>
            <p:spPr>
              <a:xfrm>
                <a:off x="6160339" y="6134100"/>
                <a:ext cx="5105208" cy="0"/>
              </a:xfrm>
              <a:prstGeom prst="straightConnector1">
                <a:avLst/>
              </a:prstGeom>
              <a:noFill/>
              <a:ln w="9525" cap="flat" cmpd="sng">
                <a:solidFill>
                  <a:schemeClr val="dk1"/>
                </a:solidFill>
                <a:prstDash val="solid"/>
                <a:miter lim="800000"/>
                <a:headEnd type="stealth" w="med" len="med"/>
                <a:tailEnd type="stealth" w="med" len="med"/>
              </a:ln>
            </p:spPr>
          </p:cxnSp>
          <p:cxnSp>
            <p:nvCxnSpPr>
              <p:cNvPr id="466" name="Google Shape;466;p32"/>
              <p:cNvCxnSpPr/>
              <p:nvPr/>
            </p:nvCxnSpPr>
            <p:spPr>
              <a:xfrm>
                <a:off x="1059215" y="5249052"/>
                <a:ext cx="1053291" cy="0"/>
              </a:xfrm>
              <a:prstGeom prst="straightConnector1">
                <a:avLst/>
              </a:prstGeom>
              <a:noFill/>
              <a:ln w="9525" cap="flat" cmpd="sng">
                <a:solidFill>
                  <a:schemeClr val="dk1"/>
                </a:solidFill>
                <a:prstDash val="solid"/>
                <a:miter lim="800000"/>
                <a:headEnd type="stealth" w="med" len="med"/>
                <a:tailEnd type="stealth" w="med" len="med"/>
              </a:ln>
            </p:spPr>
          </p:cxnSp>
          <p:cxnSp>
            <p:nvCxnSpPr>
              <p:cNvPr id="467" name="Google Shape;467;p32"/>
              <p:cNvCxnSpPr/>
              <p:nvPr/>
            </p:nvCxnSpPr>
            <p:spPr>
              <a:xfrm>
                <a:off x="2112506" y="5258577"/>
                <a:ext cx="1053292" cy="0"/>
              </a:xfrm>
              <a:prstGeom prst="straightConnector1">
                <a:avLst/>
              </a:prstGeom>
              <a:noFill/>
              <a:ln w="9525" cap="flat" cmpd="sng">
                <a:solidFill>
                  <a:schemeClr val="dk1"/>
                </a:solidFill>
                <a:prstDash val="solid"/>
                <a:miter lim="800000"/>
                <a:headEnd type="stealth" w="med" len="med"/>
                <a:tailEnd type="stealth" w="med" len="med"/>
              </a:ln>
            </p:spPr>
          </p:cxnSp>
          <p:cxnSp>
            <p:nvCxnSpPr>
              <p:cNvPr id="468" name="Google Shape;468;p32"/>
              <p:cNvCxnSpPr/>
              <p:nvPr/>
            </p:nvCxnSpPr>
            <p:spPr>
              <a:xfrm>
                <a:off x="3161035" y="5268879"/>
                <a:ext cx="1053292" cy="0"/>
              </a:xfrm>
              <a:prstGeom prst="straightConnector1">
                <a:avLst/>
              </a:prstGeom>
              <a:noFill/>
              <a:ln w="9525" cap="flat" cmpd="sng">
                <a:solidFill>
                  <a:schemeClr val="dk1"/>
                </a:solidFill>
                <a:prstDash val="solid"/>
                <a:miter lim="800000"/>
                <a:headEnd type="stealth" w="med" len="med"/>
                <a:tailEnd type="stealth" w="med" len="med"/>
              </a:ln>
            </p:spPr>
          </p:cxnSp>
          <p:cxnSp>
            <p:nvCxnSpPr>
              <p:cNvPr id="469" name="Google Shape;469;p32"/>
              <p:cNvCxnSpPr/>
              <p:nvPr/>
            </p:nvCxnSpPr>
            <p:spPr>
              <a:xfrm>
                <a:off x="8114521" y="5268102"/>
                <a:ext cx="1053292" cy="0"/>
              </a:xfrm>
              <a:prstGeom prst="straightConnector1">
                <a:avLst/>
              </a:prstGeom>
              <a:noFill/>
              <a:ln w="9525" cap="flat" cmpd="sng">
                <a:solidFill>
                  <a:schemeClr val="dk1"/>
                </a:solidFill>
                <a:prstDash val="solid"/>
                <a:miter lim="800000"/>
                <a:headEnd type="stealth" w="med" len="med"/>
                <a:tailEnd type="stealth" w="med" len="med"/>
              </a:ln>
            </p:spPr>
          </p:cxnSp>
          <p:cxnSp>
            <p:nvCxnSpPr>
              <p:cNvPr id="470" name="Google Shape;470;p32"/>
              <p:cNvCxnSpPr/>
              <p:nvPr/>
            </p:nvCxnSpPr>
            <p:spPr>
              <a:xfrm>
                <a:off x="4204802" y="5268879"/>
                <a:ext cx="1955537" cy="0"/>
              </a:xfrm>
              <a:prstGeom prst="straightConnector1">
                <a:avLst/>
              </a:prstGeom>
              <a:noFill/>
              <a:ln w="9525" cap="flat" cmpd="sng">
                <a:solidFill>
                  <a:schemeClr val="dk1"/>
                </a:solidFill>
                <a:prstDash val="solid"/>
                <a:miter lim="800000"/>
                <a:headEnd type="stealth" w="med" len="med"/>
                <a:tailEnd type="stealth" w="med" len="med"/>
              </a:ln>
            </p:spPr>
          </p:cxnSp>
          <p:cxnSp>
            <p:nvCxnSpPr>
              <p:cNvPr id="471" name="Google Shape;471;p32"/>
              <p:cNvCxnSpPr/>
              <p:nvPr/>
            </p:nvCxnSpPr>
            <p:spPr>
              <a:xfrm>
                <a:off x="6168508" y="5268102"/>
                <a:ext cx="1955537" cy="0"/>
              </a:xfrm>
              <a:prstGeom prst="straightConnector1">
                <a:avLst/>
              </a:prstGeom>
              <a:noFill/>
              <a:ln w="9525" cap="flat" cmpd="sng">
                <a:solidFill>
                  <a:schemeClr val="dk1"/>
                </a:solidFill>
                <a:prstDash val="solid"/>
                <a:miter lim="800000"/>
                <a:headEnd type="stealth" w="med" len="med"/>
                <a:tailEnd type="stealth" w="med" len="med"/>
              </a:ln>
            </p:spPr>
          </p:cxnSp>
          <p:cxnSp>
            <p:nvCxnSpPr>
              <p:cNvPr id="472" name="Google Shape;472;p32"/>
              <p:cNvCxnSpPr/>
              <p:nvPr/>
            </p:nvCxnSpPr>
            <p:spPr>
              <a:xfrm>
                <a:off x="9168488" y="5268102"/>
                <a:ext cx="1053292" cy="0"/>
              </a:xfrm>
              <a:prstGeom prst="straightConnector1">
                <a:avLst/>
              </a:prstGeom>
              <a:noFill/>
              <a:ln w="9525" cap="flat" cmpd="sng">
                <a:solidFill>
                  <a:schemeClr val="dk1"/>
                </a:solidFill>
                <a:prstDash val="solid"/>
                <a:miter lim="800000"/>
                <a:headEnd type="stealth" w="med" len="med"/>
                <a:tailEnd type="stealth" w="med" len="med"/>
              </a:ln>
            </p:spPr>
          </p:cxnSp>
          <p:cxnSp>
            <p:nvCxnSpPr>
              <p:cNvPr id="473" name="Google Shape;473;p32"/>
              <p:cNvCxnSpPr/>
              <p:nvPr/>
            </p:nvCxnSpPr>
            <p:spPr>
              <a:xfrm>
                <a:off x="10222455" y="5268102"/>
                <a:ext cx="1053292" cy="0"/>
              </a:xfrm>
              <a:prstGeom prst="straightConnector1">
                <a:avLst/>
              </a:prstGeom>
              <a:noFill/>
              <a:ln w="9525" cap="flat" cmpd="sng">
                <a:solidFill>
                  <a:schemeClr val="dk1"/>
                </a:solidFill>
                <a:prstDash val="solid"/>
                <a:miter lim="800000"/>
                <a:headEnd type="stealth" w="med" len="med"/>
                <a:tailEnd type="stealth" w="med" len="med"/>
              </a:ln>
            </p:spPr>
          </p:cxnSp>
        </p:grpSp>
        <p:sp>
          <p:nvSpPr>
            <p:cNvPr id="474" name="Google Shape;474;p32"/>
            <p:cNvSpPr txBox="1"/>
            <p:nvPr/>
          </p:nvSpPr>
          <p:spPr>
            <a:xfrm>
              <a:off x="8080501" y="5534025"/>
              <a:ext cx="464138" cy="449610"/>
            </a:xfrm>
            <a:prstGeom prst="rect">
              <a:avLst/>
            </a:prstGeom>
            <a:blipFill rotWithShape="1">
              <a:blip r:embed="rId19"/>
              <a:stretch>
                <a:fillRect l="-80257" t="-121607" r="-106571" b="-18647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475" name="Google Shape;475;p32"/>
            <p:cNvSpPr txBox="1"/>
            <p:nvPr/>
          </p:nvSpPr>
          <p:spPr>
            <a:xfrm>
              <a:off x="4471886" y="5077423"/>
              <a:ext cx="464138" cy="449610"/>
            </a:xfrm>
            <a:prstGeom prst="rect">
              <a:avLst/>
            </a:prstGeom>
            <a:blipFill rotWithShape="1">
              <a:blip r:embed="rId20"/>
              <a:stretch>
                <a:fillRect l="-80258" t="-121607" r="-107892" b="-18647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476" name="Google Shape;476;p32"/>
            <p:cNvSpPr txBox="1"/>
            <p:nvPr/>
          </p:nvSpPr>
          <p:spPr>
            <a:xfrm>
              <a:off x="1882850" y="5094155"/>
              <a:ext cx="464138" cy="449610"/>
            </a:xfrm>
            <a:prstGeom prst="rect">
              <a:avLst/>
            </a:prstGeom>
            <a:blipFill rotWithShape="1">
              <a:blip r:embed="rId21"/>
              <a:stretch>
                <a:fillRect l="-81575" t="-121607" r="-106575" b="-18647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477" name="Google Shape;477;p32"/>
            <p:cNvSpPr txBox="1"/>
            <p:nvPr/>
          </p:nvSpPr>
          <p:spPr>
            <a:xfrm>
              <a:off x="7435655" y="5094155"/>
              <a:ext cx="464138" cy="449610"/>
            </a:xfrm>
            <a:prstGeom prst="rect">
              <a:avLst/>
            </a:prstGeom>
            <a:blipFill rotWithShape="1">
              <a:blip r:embed="rId22"/>
              <a:stretch>
                <a:fillRect l="-81575" t="-121607" r="-106575" b="-18647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478" name="Google Shape;478;p32"/>
            <p:cNvSpPr txBox="1"/>
            <p:nvPr/>
          </p:nvSpPr>
          <p:spPr>
            <a:xfrm>
              <a:off x="10026514" y="5116146"/>
              <a:ext cx="464138" cy="449610"/>
            </a:xfrm>
            <a:prstGeom prst="rect">
              <a:avLst/>
            </a:prstGeom>
            <a:blipFill rotWithShape="1">
              <a:blip r:embed="rId23"/>
              <a:stretch>
                <a:fillRect l="-81575" t="-121607" r="-106575" b="-18647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479" name="Google Shape;479;p32"/>
            <p:cNvSpPr txBox="1"/>
            <p:nvPr/>
          </p:nvSpPr>
          <p:spPr>
            <a:xfrm>
              <a:off x="6830699" y="4627148"/>
              <a:ext cx="549245" cy="450636"/>
            </a:xfrm>
            <a:prstGeom prst="rect">
              <a:avLst/>
            </a:prstGeom>
            <a:blipFill rotWithShape="1">
              <a:blip r:embed="rId24"/>
              <a:stretch>
                <a:fillRect l="-72217" t="-123272" r="-86662" b="-190394"/>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480" name="Google Shape;480;p32"/>
            <p:cNvSpPr txBox="1"/>
            <p:nvPr/>
          </p:nvSpPr>
          <p:spPr>
            <a:xfrm>
              <a:off x="5177958" y="4626835"/>
              <a:ext cx="549245" cy="450636"/>
            </a:xfrm>
            <a:prstGeom prst="rect">
              <a:avLst/>
            </a:prstGeom>
            <a:blipFill rotWithShape="1">
              <a:blip r:embed="rId25"/>
              <a:stretch>
                <a:fillRect l="-72217" t="-121607" r="-86662" b="-18647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481" name="Google Shape;481;p32"/>
            <p:cNvSpPr txBox="1"/>
            <p:nvPr/>
          </p:nvSpPr>
          <p:spPr>
            <a:xfrm>
              <a:off x="1363725" y="4617500"/>
              <a:ext cx="549245" cy="450636"/>
            </a:xfrm>
            <a:prstGeom prst="rect">
              <a:avLst/>
            </a:prstGeom>
            <a:blipFill rotWithShape="1">
              <a:blip r:embed="rId26"/>
              <a:stretch>
                <a:fillRect l="-71426" t="-121607" r="-84609" b="-18647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482" name="Google Shape;482;p32"/>
            <p:cNvSpPr txBox="1"/>
            <p:nvPr/>
          </p:nvSpPr>
          <p:spPr>
            <a:xfrm>
              <a:off x="10620547" y="4626835"/>
              <a:ext cx="549245" cy="450636"/>
            </a:xfrm>
            <a:prstGeom prst="rect">
              <a:avLst/>
            </a:prstGeom>
            <a:blipFill rotWithShape="1">
              <a:blip r:embed="rId27"/>
              <a:stretch>
                <a:fillRect l="-72217" t="-121607" r="-86662" b="-18647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483" name="Google Shape;483;p32"/>
            <p:cNvSpPr txBox="1"/>
            <p:nvPr/>
          </p:nvSpPr>
          <p:spPr>
            <a:xfrm>
              <a:off x="8473942" y="4613229"/>
              <a:ext cx="549245" cy="450636"/>
            </a:xfrm>
            <a:prstGeom prst="rect">
              <a:avLst/>
            </a:prstGeom>
            <a:blipFill rotWithShape="1">
              <a:blip r:embed="rId28"/>
              <a:stretch>
                <a:fillRect l="-72217" t="-121607" r="-86662" b="-18647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484" name="Google Shape;484;p32"/>
            <p:cNvSpPr txBox="1"/>
            <p:nvPr/>
          </p:nvSpPr>
          <p:spPr>
            <a:xfrm>
              <a:off x="9501652" y="4619656"/>
              <a:ext cx="549245" cy="450636"/>
            </a:xfrm>
            <a:prstGeom prst="rect">
              <a:avLst/>
            </a:prstGeom>
            <a:blipFill rotWithShape="1">
              <a:blip r:embed="rId29"/>
              <a:stretch>
                <a:fillRect l="-71426" t="-121607" r="-84609" b="-18647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485" name="Google Shape;485;p32"/>
            <p:cNvSpPr txBox="1"/>
            <p:nvPr/>
          </p:nvSpPr>
          <p:spPr>
            <a:xfrm>
              <a:off x="3492958" y="4619656"/>
              <a:ext cx="549245" cy="450636"/>
            </a:xfrm>
            <a:prstGeom prst="rect">
              <a:avLst/>
            </a:prstGeom>
            <a:blipFill rotWithShape="1">
              <a:blip r:embed="rId30"/>
              <a:stretch>
                <a:fillRect l="-72217" t="-121607" r="-86662" b="-18647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486" name="Google Shape;486;p32"/>
            <p:cNvSpPr txBox="1"/>
            <p:nvPr/>
          </p:nvSpPr>
          <p:spPr>
            <a:xfrm>
              <a:off x="2483756" y="4583653"/>
              <a:ext cx="549245" cy="450636"/>
            </a:xfrm>
            <a:prstGeom prst="rect">
              <a:avLst/>
            </a:prstGeom>
            <a:blipFill rotWithShape="1">
              <a:blip r:embed="rId31"/>
              <a:stretch>
                <a:fillRect l="-72217" t="-121607" r="-86662" b="-18647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grpSp>
      <p:sp>
        <p:nvSpPr>
          <p:cNvPr id="487" name="Google Shape;487;p32"/>
          <p:cNvSpPr txBox="1"/>
          <p:nvPr/>
        </p:nvSpPr>
        <p:spPr>
          <a:xfrm>
            <a:off x="579258" y="779908"/>
            <a:ext cx="10893792" cy="1173206"/>
          </a:xfrm>
          <a:prstGeom prst="rect">
            <a:avLst/>
          </a:prstGeom>
          <a:blipFill rotWithShape="1">
            <a:blip r:embed="rId32"/>
            <a:stretch>
              <a:fillRect l="-726"/>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488" name="Google Shape;488;p32"/>
          <p:cNvSpPr txBox="1"/>
          <p:nvPr/>
        </p:nvSpPr>
        <p:spPr>
          <a:xfrm>
            <a:off x="579258" y="2127380"/>
            <a:ext cx="8168145" cy="43088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vi-VN" sz="2200" b="1">
                <a:solidFill>
                  <a:srgbClr val="7030A0"/>
                </a:solidFill>
                <a:latin typeface="Fira Sans Extra Condensed"/>
                <a:ea typeface="Fira Sans Extra Condensed"/>
                <a:cs typeface="Fira Sans Extra Condensed"/>
                <a:sym typeface="Fira Sans Extra Condensed"/>
              </a:rPr>
              <a:t>■ Sơ đồ biểu diễn mối quan hệ giữa động năng và thế năng theo ly độ x</a:t>
            </a:r>
            <a:endParaRPr sz="2200" b="1">
              <a:solidFill>
                <a:srgbClr val="7030A0"/>
              </a:solidFill>
              <a:latin typeface="Fira Sans Extra Condensed"/>
              <a:ea typeface="Fira Sans Extra Condensed"/>
              <a:cs typeface="Fira Sans Extra Condensed"/>
              <a:sym typeface="Fira Sans Extra Condensed"/>
            </a:endParaRPr>
          </a:p>
        </p:txBody>
      </p:sp>
      <p:sp>
        <p:nvSpPr>
          <p:cNvPr id="489" name="Google Shape;489;p32"/>
          <p:cNvSpPr txBox="1"/>
          <p:nvPr/>
        </p:nvSpPr>
        <p:spPr>
          <a:xfrm>
            <a:off x="1338027" y="6130930"/>
            <a:ext cx="6705753" cy="573619"/>
          </a:xfrm>
          <a:prstGeom prst="rect">
            <a:avLst/>
          </a:prstGeom>
          <a:blipFill rotWithShape="1">
            <a:blip r:embed="rId33"/>
            <a:stretch>
              <a:fillRect l="-1180" b="-850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87"/>
                                        </p:tgtEl>
                                        <p:attrNameLst>
                                          <p:attrName>style.visibility</p:attrName>
                                        </p:attrNameLst>
                                      </p:cBhvr>
                                      <p:to>
                                        <p:strVal val="visible"/>
                                      </p:to>
                                    </p:set>
                                    <p:anim calcmode="lin" valueType="num">
                                      <p:cBhvr additive="base">
                                        <p:cTn id="7" dur="500"/>
                                        <p:tgtEl>
                                          <p:spTgt spid="487"/>
                                        </p:tgtEl>
                                        <p:attrNameLst>
                                          <p:attrName>ppt_x</p:attrName>
                                        </p:attrNameLst>
                                      </p:cBhvr>
                                      <p:tavLst>
                                        <p:tav tm="0" fmla="">
                                          <p:val>
                                            <p:strVal val="#ppt_x-1"/>
                                          </p:val>
                                        </p:tav>
                                        <p:tav tm="100000" fmla="">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88"/>
                                        </p:tgtEl>
                                        <p:attrNameLst>
                                          <p:attrName>style.visibility</p:attrName>
                                        </p:attrNameLst>
                                      </p:cBhvr>
                                      <p:to>
                                        <p:strVal val="visible"/>
                                      </p:to>
                                    </p:set>
                                    <p:animEffect transition="in" filter="fade">
                                      <p:cBhvr>
                                        <p:cTn id="12" dur="500"/>
                                        <p:tgtEl>
                                          <p:spTgt spid="48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09"/>
                                        </p:tgtEl>
                                        <p:attrNameLst>
                                          <p:attrName>style.visibility</p:attrName>
                                        </p:attrNameLst>
                                      </p:cBhvr>
                                      <p:to>
                                        <p:strVal val="visible"/>
                                      </p:to>
                                    </p:set>
                                    <p:animEffect transition="in" filter="fade">
                                      <p:cBhvr>
                                        <p:cTn id="17" dur="500"/>
                                        <p:tgtEl>
                                          <p:spTgt spid="409"/>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489"/>
                                        </p:tgtEl>
                                        <p:attrNameLst>
                                          <p:attrName>style.visibility</p:attrName>
                                        </p:attrNameLst>
                                      </p:cBhvr>
                                      <p:to>
                                        <p:strVal val="visible"/>
                                      </p:to>
                                    </p:set>
                                    <p:anim calcmode="lin" valueType="num">
                                      <p:cBhvr additive="base">
                                        <p:cTn id="22" dur="500"/>
                                        <p:tgtEl>
                                          <p:spTgt spid="489"/>
                                        </p:tgtEl>
                                        <p:attrNameLst>
                                          <p:attrName>ppt_x</p:attrName>
                                        </p:attrNameLst>
                                      </p:cBhvr>
                                      <p:tavLst>
                                        <p:tav tm="0" fmla="">
                                          <p:val>
                                            <p:strVal val="#ppt_x-1"/>
                                          </p:val>
                                        </p:tav>
                                        <p:tav tm="100000" fmla="">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493" name="Shape 493"/>
        <p:cNvGrpSpPr/>
        <p:nvPr/>
      </p:nvGrpSpPr>
      <p:grpSpPr>
        <a:xfrm>
          <a:off x="0" y="0"/>
          <a:ext cx="0" cy="0"/>
          <a:chOff x="0" y="0"/>
          <a:chExt cx="0" cy="0"/>
        </a:xfrm>
      </p:grpSpPr>
      <p:grpSp>
        <p:nvGrpSpPr>
          <p:cNvPr id="494" name="Google Shape;494;p33"/>
          <p:cNvGrpSpPr/>
          <p:nvPr/>
        </p:nvGrpSpPr>
        <p:grpSpPr>
          <a:xfrm>
            <a:off x="-244135" y="81157"/>
            <a:ext cx="8603569" cy="542538"/>
            <a:chOff x="74035" y="2231322"/>
            <a:chExt cx="8550261" cy="757342"/>
          </a:xfrm>
        </p:grpSpPr>
        <p:grpSp>
          <p:nvGrpSpPr>
            <p:cNvPr id="495" name="Google Shape;495;p33"/>
            <p:cNvGrpSpPr/>
            <p:nvPr/>
          </p:nvGrpSpPr>
          <p:grpSpPr>
            <a:xfrm>
              <a:off x="286108" y="2280389"/>
              <a:ext cx="5875473" cy="708275"/>
              <a:chOff x="564747" y="3403331"/>
              <a:chExt cx="3025594" cy="1364238"/>
            </a:xfrm>
          </p:grpSpPr>
          <p:pic>
            <p:nvPicPr>
              <p:cNvPr id="496" name="Google Shape;496;p33" descr="empty-green-rectangle"/>
              <p:cNvPicPr preferRelativeResize="0"/>
              <p:nvPr/>
            </p:nvPicPr>
            <p:blipFill rotWithShape="1">
              <a:blip r:embed="rId1"/>
              <a:srcRect/>
              <a:stretch>
                <a:fillRect/>
              </a:stretch>
            </p:blipFill>
            <p:spPr>
              <a:xfrm>
                <a:off x="564747" y="3403331"/>
                <a:ext cx="3025594" cy="1364238"/>
              </a:xfrm>
              <a:prstGeom prst="rect">
                <a:avLst/>
              </a:prstGeom>
              <a:noFill/>
              <a:ln>
                <a:noFill/>
              </a:ln>
            </p:spPr>
          </p:pic>
          <p:pic>
            <p:nvPicPr>
              <p:cNvPr id="497" name="Google Shape;497;p33" descr="green-top-faded"/>
              <p:cNvPicPr preferRelativeResize="0"/>
              <p:nvPr/>
            </p:nvPicPr>
            <p:blipFill rotWithShape="1">
              <a:blip r:embed="rId2"/>
              <a:srcRect/>
              <a:stretch>
                <a:fillRect/>
              </a:stretch>
            </p:blipFill>
            <p:spPr>
              <a:xfrm rot="-5400000">
                <a:off x="205129" y="3887447"/>
                <a:ext cx="1273934" cy="396005"/>
              </a:xfrm>
              <a:prstGeom prst="rect">
                <a:avLst/>
              </a:prstGeom>
              <a:noFill/>
              <a:ln>
                <a:noFill/>
              </a:ln>
            </p:spPr>
          </p:pic>
        </p:grpSp>
        <p:sp>
          <p:nvSpPr>
            <p:cNvPr id="498" name="Google Shape;498;p33"/>
            <p:cNvSpPr txBox="1"/>
            <p:nvPr/>
          </p:nvSpPr>
          <p:spPr>
            <a:xfrm>
              <a:off x="74035" y="2267003"/>
              <a:ext cx="1501326" cy="6874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600">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rPr>
                <a:t>II</a:t>
              </a:r>
              <a:endParaRPr lang="vi-VN" sz="2600">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endParaRPr>
            </a:p>
          </p:txBody>
        </p:sp>
        <p:sp>
          <p:nvSpPr>
            <p:cNvPr id="499" name="Google Shape;499;p33"/>
            <p:cNvSpPr/>
            <p:nvPr/>
          </p:nvSpPr>
          <p:spPr>
            <a:xfrm>
              <a:off x="1209204" y="2231322"/>
              <a:ext cx="7415092" cy="756153"/>
            </a:xfrm>
            <a:prstGeom prst="rect">
              <a:avLst/>
            </a:prstGeom>
            <a:noFill/>
            <a:ln>
              <a:noFill/>
            </a:ln>
          </p:spPr>
          <p:txBody>
            <a:bodyPr spcFirstLastPara="1" wrap="square" lIns="109725" tIns="54850" rIns="109725" bIns="54850" anchor="t" anchorCtr="0">
              <a:noAutofit/>
            </a:bodyPr>
            <a:lstStyle/>
            <a:p>
              <a:pPr marL="0" marR="0" lvl="0" indent="0" algn="l" rtl="0">
                <a:spcBef>
                  <a:spcPts val="0"/>
                </a:spcBef>
                <a:spcAft>
                  <a:spcPts val="0"/>
                </a:spcAft>
                <a:buNone/>
              </a:pPr>
              <a:r>
                <a:rPr lang="vi-VN" sz="2800" i="1">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rPr>
                <a:t>Bài tập luyện tập</a:t>
              </a:r>
              <a:endParaRPr sz="2800">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endParaRPr>
            </a:p>
          </p:txBody>
        </p:sp>
      </p:grpSp>
      <p:pic>
        <p:nvPicPr>
          <p:cNvPr id="500" name="Google Shape;500;p33" descr="empty-blue-rectangle"/>
          <p:cNvPicPr preferRelativeResize="0"/>
          <p:nvPr/>
        </p:nvPicPr>
        <p:blipFill rotWithShape="1">
          <a:blip r:embed="rId3"/>
          <a:srcRect/>
          <a:stretch>
            <a:fillRect/>
          </a:stretch>
        </p:blipFill>
        <p:spPr>
          <a:xfrm>
            <a:off x="1" y="719647"/>
            <a:ext cx="12191999" cy="3721724"/>
          </a:xfrm>
          <a:prstGeom prst="rect">
            <a:avLst/>
          </a:prstGeom>
          <a:noFill/>
          <a:ln>
            <a:noFill/>
          </a:ln>
        </p:spPr>
      </p:pic>
      <p:sp>
        <p:nvSpPr>
          <p:cNvPr id="501" name="Google Shape;501;p33"/>
          <p:cNvSpPr txBox="1"/>
          <p:nvPr/>
        </p:nvSpPr>
        <p:spPr>
          <a:xfrm>
            <a:off x="447870" y="837508"/>
            <a:ext cx="7053942" cy="3554819"/>
          </a:xfrm>
          <a:prstGeom prst="rect">
            <a:avLst/>
          </a:prstGeom>
          <a:noFill/>
          <a:ln>
            <a:noFill/>
          </a:ln>
        </p:spPr>
        <p:txBody>
          <a:bodyPr spcFirstLastPara="1" wrap="square" lIns="91425" tIns="45700" rIns="91425" bIns="45700" anchor="t" anchorCtr="0">
            <a:spAutoFit/>
          </a:bodyPr>
          <a:lstStyle/>
          <a:p>
            <a:pPr marL="63500" marR="0" lvl="0" indent="-63500" algn="just" rtl="0">
              <a:spcBef>
                <a:spcPts val="0"/>
              </a:spcBef>
              <a:spcAft>
                <a:spcPts val="0"/>
              </a:spcAft>
              <a:buNone/>
            </a:pPr>
            <a:r>
              <a:rPr lang="vi-VN" sz="2500" b="1" i="1">
                <a:solidFill>
                  <a:srgbClr val="C55A11"/>
                </a:solidFill>
                <a:latin typeface="Fira Sans Extra Condensed"/>
                <a:ea typeface="Fira Sans Extra Condensed"/>
                <a:cs typeface="Fira Sans Extra Condensed"/>
                <a:sym typeface="Fira Sans Extra Condensed"/>
              </a:rPr>
              <a:t>Bài 1:</a:t>
            </a:r>
            <a:r>
              <a:rPr lang="vi-VN" sz="2500" b="1" i="1">
                <a:solidFill>
                  <a:srgbClr val="00B0F0"/>
                </a:solidFill>
                <a:latin typeface="Fira Sans Extra Condensed"/>
                <a:ea typeface="Fira Sans Extra Condensed"/>
                <a:cs typeface="Fira Sans Extra Condensed"/>
                <a:sym typeface="Fira Sans Extra Condensed"/>
              </a:rPr>
              <a:t> </a:t>
            </a:r>
            <a:r>
              <a:rPr lang="vi-VN" sz="2500">
                <a:solidFill>
                  <a:schemeClr val="dk1"/>
                </a:solidFill>
                <a:latin typeface="Fira Sans Extra Condensed"/>
                <a:ea typeface="Fira Sans Extra Condensed"/>
                <a:cs typeface="Fira Sans Extra Condensed"/>
                <a:sym typeface="Fira Sans Extra Condensed"/>
              </a:rPr>
              <a:t>Hình 7.3 mô tả một máy đo địa chấn đơn giản hoạt động theo nguyên tắc sau đây: Khi xảy ra động đất thì hệ gồm lò xo và vật nặng của máy đo sẽ dao động theo tần số của địa chấn. Bút dạ gắn với vật nặng sẽ ghi lại đồ thị của địa chấn trên cuộn giấy quay đều. Biết sóng địa chấn có tần số nằm trong khoảng từ 30 Hz đến 40 Hz.</a:t>
            </a:r>
            <a:endParaRPr lang="vi-VN" sz="2500">
              <a:solidFill>
                <a:schemeClr val="dk1"/>
              </a:solidFill>
              <a:latin typeface="Fira Sans Extra Condensed"/>
              <a:ea typeface="Fira Sans Extra Condensed"/>
              <a:cs typeface="Fira Sans Extra Condensed"/>
              <a:sym typeface="Fira Sans Extra Condensed"/>
            </a:endParaRPr>
          </a:p>
          <a:p>
            <a:pPr marL="63500" marR="0" lvl="0" indent="-63500" algn="just" rtl="0">
              <a:spcBef>
                <a:spcPts val="0"/>
              </a:spcBef>
              <a:spcAft>
                <a:spcPts val="0"/>
              </a:spcAft>
              <a:buNone/>
            </a:pPr>
            <a:r>
              <a:rPr lang="vi-VN" sz="2500">
                <a:solidFill>
                  <a:schemeClr val="dk1"/>
                </a:solidFill>
                <a:latin typeface="Fira Sans Extra Condensed"/>
                <a:ea typeface="Fira Sans Extra Condensed"/>
                <a:cs typeface="Fira Sans Extra Condensed"/>
                <a:sym typeface="Fira Sans Extra Condensed"/>
              </a:rPr>
              <a:t>Hãy giải thích tại sao tần số riêng của hệ (vật nặng + lò xo) trong máy địa chấn phải có giá trị nhỏ hơn tần số này rất nhiều.</a:t>
            </a:r>
            <a:endParaRPr lang="vi-VN" sz="2500">
              <a:solidFill>
                <a:schemeClr val="dk1"/>
              </a:solidFill>
              <a:latin typeface="Fira Sans Extra Condensed"/>
              <a:ea typeface="Fira Sans Extra Condensed"/>
              <a:cs typeface="Fira Sans Extra Condensed"/>
              <a:sym typeface="Fira Sans Extra Condensed"/>
            </a:endParaRPr>
          </a:p>
        </p:txBody>
      </p:sp>
      <p:pic>
        <p:nvPicPr>
          <p:cNvPr id="502" name="Google Shape;502;p33"/>
          <p:cNvPicPr preferRelativeResize="0"/>
          <p:nvPr/>
        </p:nvPicPr>
        <p:blipFill rotWithShape="1">
          <a:blip r:embed="rId4"/>
          <a:srcRect/>
          <a:stretch>
            <a:fillRect/>
          </a:stretch>
        </p:blipFill>
        <p:spPr>
          <a:xfrm>
            <a:off x="7501812" y="1136292"/>
            <a:ext cx="4152123" cy="2888433"/>
          </a:xfrm>
          <a:prstGeom prst="rect">
            <a:avLst/>
          </a:prstGeom>
          <a:noFill/>
          <a:ln>
            <a:noFill/>
          </a:ln>
        </p:spPr>
      </p:pic>
      <p:sp>
        <p:nvSpPr>
          <p:cNvPr id="503" name="Google Shape;503;p33"/>
          <p:cNvSpPr txBox="1"/>
          <p:nvPr/>
        </p:nvSpPr>
        <p:spPr>
          <a:xfrm>
            <a:off x="1422529" y="5336987"/>
            <a:ext cx="9346941" cy="76944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vi-VN" sz="2200">
                <a:solidFill>
                  <a:schemeClr val="dk1"/>
                </a:solidFill>
                <a:latin typeface="Fira Sans Extra Condensed"/>
                <a:ea typeface="Fira Sans Extra Condensed"/>
                <a:cs typeface="Fira Sans Extra Condensed"/>
                <a:sym typeface="Fira Sans Extra Condensed"/>
              </a:rPr>
              <a:t>Nếu tần số dao động của hệ vật nặng + lò xo có giá trị gần bằng tần số dao động của sóng địa chấn thì hệ sẽ xảy ra cộng hưởng, khi đó kết quả đo sẽ thiếu chính xác.</a:t>
            </a:r>
            <a:endParaRPr sz="2200">
              <a:solidFill>
                <a:schemeClr val="dk1"/>
              </a:solidFill>
              <a:latin typeface="Fira Sans Extra Condensed"/>
              <a:ea typeface="Fira Sans Extra Condensed"/>
              <a:cs typeface="Fira Sans Extra Condensed"/>
              <a:sym typeface="Fira Sans Extra Condensed"/>
            </a:endParaRPr>
          </a:p>
        </p:txBody>
      </p:sp>
      <p:sp>
        <p:nvSpPr>
          <p:cNvPr id="504" name="Google Shape;504;p33"/>
          <p:cNvSpPr txBox="1"/>
          <p:nvPr/>
        </p:nvSpPr>
        <p:spPr>
          <a:xfrm>
            <a:off x="4859662" y="4601220"/>
            <a:ext cx="2043405"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400" b="1">
                <a:solidFill>
                  <a:srgbClr val="002060"/>
                </a:solidFill>
                <a:latin typeface="Fira Sans Extra Condensed"/>
                <a:ea typeface="Fira Sans Extra Condensed"/>
                <a:cs typeface="Fira Sans Extra Condensed"/>
                <a:sym typeface="Fira Sans Extra Condensed"/>
              </a:rPr>
              <a:t>Hướng dẫn giải</a:t>
            </a:r>
            <a:endParaRPr sz="2400" b="1">
              <a:solidFill>
                <a:srgbClr val="002060"/>
              </a:solidFill>
              <a:latin typeface="Fira Sans Extra Condensed"/>
              <a:ea typeface="Fira Sans Extra Condensed"/>
              <a:cs typeface="Fira Sans Extra Condensed"/>
              <a:sym typeface="Fira Sans Extra Condensed"/>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4"/>
                                        </p:tgtEl>
                                        <p:attrNameLst>
                                          <p:attrName>style.visibility</p:attrName>
                                        </p:attrNameLst>
                                      </p:cBhvr>
                                      <p:to>
                                        <p:strVal val="visible"/>
                                      </p:to>
                                    </p:set>
                                    <p:animEffect transition="in" filter="fade">
                                      <p:cBhvr>
                                        <p:cTn id="7" dur="500"/>
                                        <p:tgtEl>
                                          <p:spTgt spid="50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03"/>
                                        </p:tgtEl>
                                        <p:attrNameLst>
                                          <p:attrName>style.visibility</p:attrName>
                                        </p:attrNameLst>
                                      </p:cBhvr>
                                      <p:to>
                                        <p:strVal val="visible"/>
                                      </p:to>
                                    </p:set>
                                    <p:anim calcmode="lin" valueType="num">
                                      <p:cBhvr additive="base">
                                        <p:cTn id="12" dur="500"/>
                                        <p:tgtEl>
                                          <p:spTgt spid="503"/>
                                        </p:tgtEl>
                                        <p:attrNameLst>
                                          <p:attrName>ppt_x</p:attrName>
                                        </p:attrNameLst>
                                      </p:cBhvr>
                                      <p:tavLst>
                                        <p:tav tm="0" fmla="">
                                          <p:val>
                                            <p:strVal val="#ppt_x-1"/>
                                          </p:val>
                                        </p:tav>
                                        <p:tav tm="100000" fmla="">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508" name="Shape 508"/>
        <p:cNvGrpSpPr/>
        <p:nvPr/>
      </p:nvGrpSpPr>
      <p:grpSpPr>
        <a:xfrm>
          <a:off x="0" y="0"/>
          <a:ext cx="0" cy="0"/>
          <a:chOff x="0" y="0"/>
          <a:chExt cx="0" cy="0"/>
        </a:xfrm>
      </p:grpSpPr>
      <p:grpSp>
        <p:nvGrpSpPr>
          <p:cNvPr id="509" name="Google Shape;509;p34"/>
          <p:cNvGrpSpPr/>
          <p:nvPr/>
        </p:nvGrpSpPr>
        <p:grpSpPr>
          <a:xfrm>
            <a:off x="-244135" y="81157"/>
            <a:ext cx="8603569" cy="542538"/>
            <a:chOff x="74035" y="2231322"/>
            <a:chExt cx="8550261" cy="757342"/>
          </a:xfrm>
        </p:grpSpPr>
        <p:grpSp>
          <p:nvGrpSpPr>
            <p:cNvPr id="510" name="Google Shape;510;p34"/>
            <p:cNvGrpSpPr/>
            <p:nvPr/>
          </p:nvGrpSpPr>
          <p:grpSpPr>
            <a:xfrm>
              <a:off x="286108" y="2280389"/>
              <a:ext cx="5875473" cy="708275"/>
              <a:chOff x="564747" y="3403331"/>
              <a:chExt cx="3025594" cy="1364238"/>
            </a:xfrm>
          </p:grpSpPr>
          <p:pic>
            <p:nvPicPr>
              <p:cNvPr id="511" name="Google Shape;511;p34" descr="empty-green-rectangle"/>
              <p:cNvPicPr preferRelativeResize="0"/>
              <p:nvPr/>
            </p:nvPicPr>
            <p:blipFill rotWithShape="1">
              <a:blip r:embed="rId1"/>
              <a:srcRect/>
              <a:stretch>
                <a:fillRect/>
              </a:stretch>
            </p:blipFill>
            <p:spPr>
              <a:xfrm>
                <a:off x="564747" y="3403331"/>
                <a:ext cx="3025594" cy="1364238"/>
              </a:xfrm>
              <a:prstGeom prst="rect">
                <a:avLst/>
              </a:prstGeom>
              <a:noFill/>
              <a:ln>
                <a:noFill/>
              </a:ln>
            </p:spPr>
          </p:pic>
          <p:pic>
            <p:nvPicPr>
              <p:cNvPr id="512" name="Google Shape;512;p34" descr="green-top-faded"/>
              <p:cNvPicPr preferRelativeResize="0"/>
              <p:nvPr/>
            </p:nvPicPr>
            <p:blipFill rotWithShape="1">
              <a:blip r:embed="rId2"/>
              <a:srcRect/>
              <a:stretch>
                <a:fillRect/>
              </a:stretch>
            </p:blipFill>
            <p:spPr>
              <a:xfrm rot="-5400000">
                <a:off x="205129" y="3887447"/>
                <a:ext cx="1273934" cy="396005"/>
              </a:xfrm>
              <a:prstGeom prst="rect">
                <a:avLst/>
              </a:prstGeom>
              <a:noFill/>
              <a:ln>
                <a:noFill/>
              </a:ln>
            </p:spPr>
          </p:pic>
        </p:grpSp>
        <p:sp>
          <p:nvSpPr>
            <p:cNvPr id="513" name="Google Shape;513;p34"/>
            <p:cNvSpPr txBox="1"/>
            <p:nvPr/>
          </p:nvSpPr>
          <p:spPr>
            <a:xfrm>
              <a:off x="74035" y="2267003"/>
              <a:ext cx="1501326" cy="6874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600">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rPr>
                <a:t>II</a:t>
              </a:r>
              <a:endParaRPr lang="vi-VN" sz="2600">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endParaRPr>
            </a:p>
          </p:txBody>
        </p:sp>
        <p:sp>
          <p:nvSpPr>
            <p:cNvPr id="514" name="Google Shape;514;p34"/>
            <p:cNvSpPr/>
            <p:nvPr/>
          </p:nvSpPr>
          <p:spPr>
            <a:xfrm>
              <a:off x="1209204" y="2231322"/>
              <a:ext cx="7415092" cy="756153"/>
            </a:xfrm>
            <a:prstGeom prst="rect">
              <a:avLst/>
            </a:prstGeom>
            <a:noFill/>
            <a:ln>
              <a:noFill/>
            </a:ln>
          </p:spPr>
          <p:txBody>
            <a:bodyPr spcFirstLastPara="1" wrap="square" lIns="109725" tIns="54850" rIns="109725" bIns="54850" anchor="t" anchorCtr="0">
              <a:noAutofit/>
            </a:bodyPr>
            <a:lstStyle/>
            <a:p>
              <a:pPr marL="0" marR="0" lvl="0" indent="0" algn="l" rtl="0">
                <a:spcBef>
                  <a:spcPts val="0"/>
                </a:spcBef>
                <a:spcAft>
                  <a:spcPts val="0"/>
                </a:spcAft>
                <a:buNone/>
              </a:pPr>
              <a:r>
                <a:rPr lang="vi-VN" sz="2800" i="1">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rPr>
                <a:t>Bài tập luyện tập</a:t>
              </a:r>
              <a:endParaRPr sz="2800">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endParaRPr>
            </a:p>
          </p:txBody>
        </p:sp>
      </p:grpSp>
      <p:pic>
        <p:nvPicPr>
          <p:cNvPr id="515" name="Google Shape;515;p34" descr="empty-blue-rectangle"/>
          <p:cNvPicPr preferRelativeResize="0"/>
          <p:nvPr/>
        </p:nvPicPr>
        <p:blipFill rotWithShape="1">
          <a:blip r:embed="rId3"/>
          <a:srcRect/>
          <a:stretch>
            <a:fillRect/>
          </a:stretch>
        </p:blipFill>
        <p:spPr>
          <a:xfrm>
            <a:off x="0" y="719647"/>
            <a:ext cx="12191999" cy="1818280"/>
          </a:xfrm>
          <a:prstGeom prst="rect">
            <a:avLst/>
          </a:prstGeom>
          <a:noFill/>
          <a:ln>
            <a:noFill/>
          </a:ln>
        </p:spPr>
      </p:pic>
      <p:sp>
        <p:nvSpPr>
          <p:cNvPr id="516" name="Google Shape;516;p34"/>
          <p:cNvSpPr txBox="1"/>
          <p:nvPr/>
        </p:nvSpPr>
        <p:spPr>
          <a:xfrm>
            <a:off x="425331" y="919084"/>
            <a:ext cx="8406881" cy="1246495"/>
          </a:xfrm>
          <a:prstGeom prst="rect">
            <a:avLst/>
          </a:prstGeom>
          <a:noFill/>
          <a:ln>
            <a:noFill/>
          </a:ln>
        </p:spPr>
        <p:txBody>
          <a:bodyPr spcFirstLastPara="1" wrap="square" lIns="91425" tIns="45700" rIns="91425" bIns="45700" anchor="t" anchorCtr="0">
            <a:spAutoFit/>
          </a:bodyPr>
          <a:lstStyle/>
          <a:p>
            <a:pPr marL="63500" marR="0" lvl="0" indent="-63500" algn="just" rtl="0">
              <a:spcBef>
                <a:spcPts val="0"/>
              </a:spcBef>
              <a:spcAft>
                <a:spcPts val="0"/>
              </a:spcAft>
              <a:buNone/>
            </a:pPr>
            <a:r>
              <a:rPr lang="vi-VN" sz="2500" b="1" i="1">
                <a:solidFill>
                  <a:srgbClr val="7030A0"/>
                </a:solidFill>
                <a:latin typeface="Fira Sans Extra Condensed"/>
                <a:ea typeface="Fira Sans Extra Condensed"/>
                <a:cs typeface="Fira Sans Extra Condensed"/>
                <a:sym typeface="Fira Sans Extra Condensed"/>
              </a:rPr>
              <a:t>Bài 2: </a:t>
            </a:r>
            <a:r>
              <a:rPr lang="vi-VN" sz="2500">
                <a:solidFill>
                  <a:schemeClr val="dk1"/>
                </a:solidFill>
                <a:latin typeface="Fira Sans Extra Condensed"/>
                <a:ea typeface="Fira Sans Extra Condensed"/>
                <a:cs typeface="Fira Sans Extra Condensed"/>
                <a:sym typeface="Fira Sans Extra Condensed"/>
              </a:rPr>
              <a:t>Đồ thị Hình 7.4 mô tả mối liên hệ giữa gia tốc và li độ của một vật dao động điều hoà.</a:t>
            </a:r>
            <a:endParaRPr lang="vi-VN" sz="2500">
              <a:solidFill>
                <a:schemeClr val="dk1"/>
              </a:solidFill>
              <a:latin typeface="Fira Sans Extra Condensed"/>
              <a:ea typeface="Fira Sans Extra Condensed"/>
              <a:cs typeface="Fira Sans Extra Condensed"/>
              <a:sym typeface="Fira Sans Extra Condensed"/>
            </a:endParaRPr>
          </a:p>
          <a:p>
            <a:pPr marL="63500" marR="0" lvl="0" indent="-63500" algn="just" rtl="0">
              <a:spcBef>
                <a:spcPts val="0"/>
              </a:spcBef>
              <a:spcAft>
                <a:spcPts val="0"/>
              </a:spcAft>
              <a:buNone/>
            </a:pPr>
            <a:r>
              <a:rPr lang="vi-VN" sz="2500">
                <a:solidFill>
                  <a:schemeClr val="dk1"/>
                </a:solidFill>
                <a:latin typeface="Fira Sans Extra Condensed"/>
                <a:ea typeface="Fira Sans Extra Condensed"/>
                <a:cs typeface="Fira Sans Extra Condensed"/>
                <a:sym typeface="Fira Sans Extra Condensed"/>
              </a:rPr>
              <a:t>Sử dụng số liệu trong đồ thị Hình 7.4 để tính tần số của dao động.</a:t>
            </a:r>
            <a:endParaRPr lang="vi-VN" sz="2500">
              <a:solidFill>
                <a:schemeClr val="dk1"/>
              </a:solidFill>
              <a:latin typeface="Fira Sans Extra Condensed"/>
              <a:ea typeface="Fira Sans Extra Condensed"/>
              <a:cs typeface="Fira Sans Extra Condensed"/>
              <a:sym typeface="Fira Sans Extra Condensed"/>
            </a:endParaRPr>
          </a:p>
        </p:txBody>
      </p:sp>
      <p:pic>
        <p:nvPicPr>
          <p:cNvPr id="517" name="Google Shape;517;p34"/>
          <p:cNvPicPr preferRelativeResize="0"/>
          <p:nvPr/>
        </p:nvPicPr>
        <p:blipFill rotWithShape="1">
          <a:blip r:embed="rId4"/>
          <a:srcRect/>
          <a:stretch>
            <a:fillRect/>
          </a:stretch>
        </p:blipFill>
        <p:spPr>
          <a:xfrm>
            <a:off x="9013371" y="808930"/>
            <a:ext cx="2422133" cy="1639713"/>
          </a:xfrm>
          <a:prstGeom prst="rect">
            <a:avLst/>
          </a:prstGeom>
          <a:noFill/>
          <a:ln>
            <a:noFill/>
          </a:ln>
        </p:spPr>
      </p:pic>
      <p:sp>
        <p:nvSpPr>
          <p:cNvPr id="518" name="Google Shape;518;p34"/>
          <p:cNvSpPr txBox="1"/>
          <p:nvPr/>
        </p:nvSpPr>
        <p:spPr>
          <a:xfrm>
            <a:off x="5074296" y="2633879"/>
            <a:ext cx="2043405"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400" b="1">
                <a:solidFill>
                  <a:srgbClr val="002060"/>
                </a:solidFill>
                <a:latin typeface="Fira Sans Extra Condensed"/>
                <a:ea typeface="Fira Sans Extra Condensed"/>
                <a:cs typeface="Fira Sans Extra Condensed"/>
                <a:sym typeface="Fira Sans Extra Condensed"/>
              </a:rPr>
              <a:t>Hướng dẫn giải</a:t>
            </a:r>
            <a:endParaRPr sz="2400" b="1">
              <a:solidFill>
                <a:srgbClr val="002060"/>
              </a:solidFill>
              <a:latin typeface="Fira Sans Extra Condensed"/>
              <a:ea typeface="Fira Sans Extra Condensed"/>
              <a:cs typeface="Fira Sans Extra Condensed"/>
              <a:sym typeface="Fira Sans Extra Condensed"/>
            </a:endParaRPr>
          </a:p>
        </p:txBody>
      </p:sp>
      <p:sp>
        <p:nvSpPr>
          <p:cNvPr id="519" name="Google Shape;519;p34"/>
          <p:cNvSpPr txBox="1"/>
          <p:nvPr/>
        </p:nvSpPr>
        <p:spPr>
          <a:xfrm>
            <a:off x="268175" y="3260163"/>
            <a:ext cx="6146540" cy="781304"/>
          </a:xfrm>
          <a:prstGeom prst="rect">
            <a:avLst/>
          </a:prstGeom>
          <a:blipFill rotWithShape="1">
            <a:blip r:embed="rId5"/>
            <a:stretch>
              <a:fillRect l="-128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520" name="Google Shape;520;p34"/>
          <p:cNvSpPr txBox="1"/>
          <p:nvPr/>
        </p:nvSpPr>
        <p:spPr>
          <a:xfrm>
            <a:off x="268175" y="4104630"/>
            <a:ext cx="7565662" cy="430887"/>
          </a:xfrm>
          <a:prstGeom prst="rect">
            <a:avLst/>
          </a:prstGeom>
          <a:blipFill rotWithShape="1">
            <a:blip r:embed="rId6"/>
            <a:stretch>
              <a:fillRect l="-1046" t="-8449" b="-28166"/>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521" name="Google Shape;521;p34"/>
          <p:cNvSpPr txBox="1"/>
          <p:nvPr/>
        </p:nvSpPr>
        <p:spPr>
          <a:xfrm>
            <a:off x="268175" y="4647552"/>
            <a:ext cx="7345605" cy="781304"/>
          </a:xfrm>
          <a:prstGeom prst="rect">
            <a:avLst/>
          </a:prstGeom>
          <a:blipFill rotWithShape="1">
            <a:blip r:embed="rId7"/>
            <a:stretch>
              <a:fillRect l="-107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pic>
        <p:nvPicPr>
          <p:cNvPr id="522" name="Google Shape;522;p34"/>
          <p:cNvPicPr preferRelativeResize="0"/>
          <p:nvPr/>
        </p:nvPicPr>
        <p:blipFill rotWithShape="1">
          <a:blip r:embed="rId4"/>
          <a:srcRect/>
          <a:stretch>
            <a:fillRect/>
          </a:stretch>
        </p:blipFill>
        <p:spPr>
          <a:xfrm>
            <a:off x="7745325" y="2946248"/>
            <a:ext cx="4438104" cy="3004466"/>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8"/>
                                        </p:tgtEl>
                                        <p:attrNameLst>
                                          <p:attrName>style.visibility</p:attrName>
                                        </p:attrNameLst>
                                      </p:cBhvr>
                                      <p:to>
                                        <p:strVal val="visible"/>
                                      </p:to>
                                    </p:set>
                                    <p:animEffect transition="in" filter="fade">
                                      <p:cBhvr>
                                        <p:cTn id="7" dur="500"/>
                                        <p:tgtEl>
                                          <p:spTgt spid="518"/>
                                        </p:tgtEl>
                                      </p:cBhvr>
                                    </p:animEffect>
                                  </p:childTnLst>
                                </p:cTn>
                              </p:par>
                              <p:par>
                                <p:cTn id="8" presetID="10" presetClass="entr" presetSubtype="0" fill="hold" nodeType="withEffect">
                                  <p:stCondLst>
                                    <p:cond delay="0"/>
                                  </p:stCondLst>
                                  <p:childTnLst>
                                    <p:set>
                                      <p:cBhvr>
                                        <p:cTn id="9" dur="1" fill="hold">
                                          <p:stCondLst>
                                            <p:cond delay="0"/>
                                          </p:stCondLst>
                                        </p:cTn>
                                        <p:tgtEl>
                                          <p:spTgt spid="522"/>
                                        </p:tgtEl>
                                        <p:attrNameLst>
                                          <p:attrName>style.visibility</p:attrName>
                                        </p:attrNameLst>
                                      </p:cBhvr>
                                      <p:to>
                                        <p:strVal val="visible"/>
                                      </p:to>
                                    </p:set>
                                    <p:animEffect transition="in" filter="fade">
                                      <p:cBhvr>
                                        <p:cTn id="10" dur="500"/>
                                        <p:tgtEl>
                                          <p:spTgt spid="522"/>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nodeType="clickEffect">
                                  <p:stCondLst>
                                    <p:cond delay="0"/>
                                  </p:stCondLst>
                                  <p:childTnLst>
                                    <p:set>
                                      <p:cBhvr>
                                        <p:cTn id="14" dur="1" fill="hold">
                                          <p:stCondLst>
                                            <p:cond delay="0"/>
                                          </p:stCondLst>
                                        </p:cTn>
                                        <p:tgtEl>
                                          <p:spTgt spid="519"/>
                                        </p:tgtEl>
                                        <p:attrNameLst>
                                          <p:attrName>style.visibility</p:attrName>
                                        </p:attrNameLst>
                                      </p:cBhvr>
                                      <p:to>
                                        <p:strVal val="visible"/>
                                      </p:to>
                                    </p:set>
                                    <p:anim calcmode="lin" valueType="num">
                                      <p:cBhvr additive="base">
                                        <p:cTn id="15" dur="500"/>
                                        <p:tgtEl>
                                          <p:spTgt spid="519"/>
                                        </p:tgtEl>
                                        <p:attrNameLst>
                                          <p:attrName>ppt_x</p:attrName>
                                        </p:attrNameLst>
                                      </p:cBhvr>
                                      <p:tavLst>
                                        <p:tav tm="0" fmla="">
                                          <p:val>
                                            <p:strVal val="#ppt_x-1"/>
                                          </p:val>
                                        </p:tav>
                                        <p:tav tm="100000" fmla="">
                                          <p:val>
                                            <p:strVal val="#ppt_x"/>
                                          </p:val>
                                        </p:tav>
                                      </p:tavLst>
                                    </p:anim>
                                  </p:childTnLst>
                                </p:cTn>
                              </p:par>
                            </p:childTnLst>
                          </p:cTn>
                        </p:par>
                        <p:par>
                          <p:cTn id="16" fill="hold">
                            <p:stCondLst>
                              <p:cond delay="500"/>
                            </p:stCondLst>
                            <p:childTnLst>
                              <p:par>
                                <p:cTn id="17" presetID="2" presetClass="entr" presetSubtype="8" fill="hold" nodeType="afterEffect">
                                  <p:stCondLst>
                                    <p:cond delay="0"/>
                                  </p:stCondLst>
                                  <p:childTnLst>
                                    <p:set>
                                      <p:cBhvr>
                                        <p:cTn id="18" dur="1" fill="hold">
                                          <p:stCondLst>
                                            <p:cond delay="0"/>
                                          </p:stCondLst>
                                        </p:cTn>
                                        <p:tgtEl>
                                          <p:spTgt spid="520"/>
                                        </p:tgtEl>
                                        <p:attrNameLst>
                                          <p:attrName>style.visibility</p:attrName>
                                        </p:attrNameLst>
                                      </p:cBhvr>
                                      <p:to>
                                        <p:strVal val="visible"/>
                                      </p:to>
                                    </p:set>
                                    <p:anim calcmode="lin" valueType="num">
                                      <p:cBhvr additive="base">
                                        <p:cTn id="19" dur="500"/>
                                        <p:tgtEl>
                                          <p:spTgt spid="520"/>
                                        </p:tgtEl>
                                        <p:attrNameLst>
                                          <p:attrName>ppt_x</p:attrName>
                                        </p:attrNameLst>
                                      </p:cBhvr>
                                      <p:tavLst>
                                        <p:tav tm="0" fmla="">
                                          <p:val>
                                            <p:strVal val="#ppt_x-1"/>
                                          </p:val>
                                        </p:tav>
                                        <p:tav tm="100000" fmla="">
                                          <p:val>
                                            <p:strVal val="#ppt_x"/>
                                          </p:val>
                                        </p:tav>
                                      </p:tavLst>
                                    </p:anim>
                                  </p:childTnLst>
                                </p:cTn>
                              </p:par>
                            </p:childTnLst>
                          </p:cTn>
                        </p:par>
                        <p:par>
                          <p:cTn id="20" fill="hold">
                            <p:stCondLst>
                              <p:cond delay="1000"/>
                            </p:stCondLst>
                            <p:childTnLst>
                              <p:par>
                                <p:cTn id="21" presetID="2" presetClass="entr" presetSubtype="8" fill="hold" nodeType="afterEffect">
                                  <p:stCondLst>
                                    <p:cond delay="0"/>
                                  </p:stCondLst>
                                  <p:childTnLst>
                                    <p:set>
                                      <p:cBhvr>
                                        <p:cTn id="22" dur="1" fill="hold">
                                          <p:stCondLst>
                                            <p:cond delay="0"/>
                                          </p:stCondLst>
                                        </p:cTn>
                                        <p:tgtEl>
                                          <p:spTgt spid="521"/>
                                        </p:tgtEl>
                                        <p:attrNameLst>
                                          <p:attrName>style.visibility</p:attrName>
                                        </p:attrNameLst>
                                      </p:cBhvr>
                                      <p:to>
                                        <p:strVal val="visible"/>
                                      </p:to>
                                    </p:set>
                                    <p:anim calcmode="lin" valueType="num">
                                      <p:cBhvr additive="base">
                                        <p:cTn id="23" dur="500"/>
                                        <p:tgtEl>
                                          <p:spTgt spid="521"/>
                                        </p:tgtEl>
                                        <p:attrNameLst>
                                          <p:attrName>ppt_x</p:attrName>
                                        </p:attrNameLst>
                                      </p:cBhvr>
                                      <p:tavLst>
                                        <p:tav tm="0" fmla="">
                                          <p:val>
                                            <p:strVal val="#ppt_x-1"/>
                                          </p:val>
                                        </p:tav>
                                        <p:tav tm="100000" fmla="">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526" name="Shape 526"/>
        <p:cNvGrpSpPr/>
        <p:nvPr/>
      </p:nvGrpSpPr>
      <p:grpSpPr>
        <a:xfrm>
          <a:off x="0" y="0"/>
          <a:ext cx="0" cy="0"/>
          <a:chOff x="0" y="0"/>
          <a:chExt cx="0" cy="0"/>
        </a:xfrm>
      </p:grpSpPr>
      <p:grpSp>
        <p:nvGrpSpPr>
          <p:cNvPr id="527" name="Google Shape;527;p35"/>
          <p:cNvGrpSpPr/>
          <p:nvPr/>
        </p:nvGrpSpPr>
        <p:grpSpPr>
          <a:xfrm>
            <a:off x="-244135" y="81157"/>
            <a:ext cx="8603569" cy="542538"/>
            <a:chOff x="74035" y="2231322"/>
            <a:chExt cx="8550261" cy="757342"/>
          </a:xfrm>
        </p:grpSpPr>
        <p:grpSp>
          <p:nvGrpSpPr>
            <p:cNvPr id="528" name="Google Shape;528;p35"/>
            <p:cNvGrpSpPr/>
            <p:nvPr/>
          </p:nvGrpSpPr>
          <p:grpSpPr>
            <a:xfrm>
              <a:off x="286108" y="2280389"/>
              <a:ext cx="5875473" cy="708275"/>
              <a:chOff x="564747" y="3403331"/>
              <a:chExt cx="3025594" cy="1364238"/>
            </a:xfrm>
          </p:grpSpPr>
          <p:pic>
            <p:nvPicPr>
              <p:cNvPr id="529" name="Google Shape;529;p35" descr="empty-green-rectangle"/>
              <p:cNvPicPr preferRelativeResize="0"/>
              <p:nvPr/>
            </p:nvPicPr>
            <p:blipFill rotWithShape="1">
              <a:blip r:embed="rId1"/>
              <a:srcRect/>
              <a:stretch>
                <a:fillRect/>
              </a:stretch>
            </p:blipFill>
            <p:spPr>
              <a:xfrm>
                <a:off x="564747" y="3403331"/>
                <a:ext cx="3025594" cy="1364238"/>
              </a:xfrm>
              <a:prstGeom prst="rect">
                <a:avLst/>
              </a:prstGeom>
              <a:noFill/>
              <a:ln>
                <a:noFill/>
              </a:ln>
            </p:spPr>
          </p:pic>
          <p:pic>
            <p:nvPicPr>
              <p:cNvPr id="530" name="Google Shape;530;p35" descr="green-top-faded"/>
              <p:cNvPicPr preferRelativeResize="0"/>
              <p:nvPr/>
            </p:nvPicPr>
            <p:blipFill rotWithShape="1">
              <a:blip r:embed="rId2"/>
              <a:srcRect/>
              <a:stretch>
                <a:fillRect/>
              </a:stretch>
            </p:blipFill>
            <p:spPr>
              <a:xfrm rot="-5400000">
                <a:off x="205129" y="3887447"/>
                <a:ext cx="1273934" cy="396005"/>
              </a:xfrm>
              <a:prstGeom prst="rect">
                <a:avLst/>
              </a:prstGeom>
              <a:noFill/>
              <a:ln>
                <a:noFill/>
              </a:ln>
            </p:spPr>
          </p:pic>
        </p:grpSp>
        <p:sp>
          <p:nvSpPr>
            <p:cNvPr id="531" name="Google Shape;531;p35"/>
            <p:cNvSpPr txBox="1"/>
            <p:nvPr/>
          </p:nvSpPr>
          <p:spPr>
            <a:xfrm>
              <a:off x="74035" y="2267003"/>
              <a:ext cx="1501326" cy="6874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600">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rPr>
                <a:t>II</a:t>
              </a:r>
              <a:endParaRPr lang="vi-VN" sz="2600">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endParaRPr>
            </a:p>
          </p:txBody>
        </p:sp>
        <p:sp>
          <p:nvSpPr>
            <p:cNvPr id="532" name="Google Shape;532;p35"/>
            <p:cNvSpPr/>
            <p:nvPr/>
          </p:nvSpPr>
          <p:spPr>
            <a:xfrm>
              <a:off x="1209204" y="2231322"/>
              <a:ext cx="7415092" cy="756153"/>
            </a:xfrm>
            <a:prstGeom prst="rect">
              <a:avLst/>
            </a:prstGeom>
            <a:noFill/>
            <a:ln>
              <a:noFill/>
            </a:ln>
          </p:spPr>
          <p:txBody>
            <a:bodyPr spcFirstLastPara="1" wrap="square" lIns="109725" tIns="54850" rIns="109725" bIns="54850" anchor="t" anchorCtr="0">
              <a:noAutofit/>
            </a:bodyPr>
            <a:lstStyle/>
            <a:p>
              <a:pPr marL="0" marR="0" lvl="0" indent="0" algn="l" rtl="0">
                <a:spcBef>
                  <a:spcPts val="0"/>
                </a:spcBef>
                <a:spcAft>
                  <a:spcPts val="0"/>
                </a:spcAft>
                <a:buNone/>
              </a:pPr>
              <a:r>
                <a:rPr lang="vi-VN" sz="2800" i="1">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rPr>
                <a:t>Bài tập luyện tập</a:t>
              </a:r>
              <a:endParaRPr sz="2800">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endParaRPr>
            </a:p>
          </p:txBody>
        </p:sp>
      </p:grpSp>
      <p:pic>
        <p:nvPicPr>
          <p:cNvPr id="533" name="Google Shape;533;p35" descr="empty-blue-rectangle"/>
          <p:cNvPicPr preferRelativeResize="0"/>
          <p:nvPr/>
        </p:nvPicPr>
        <p:blipFill rotWithShape="1">
          <a:blip r:embed="rId3"/>
          <a:srcRect/>
          <a:stretch>
            <a:fillRect/>
          </a:stretch>
        </p:blipFill>
        <p:spPr>
          <a:xfrm>
            <a:off x="1" y="719647"/>
            <a:ext cx="12111134" cy="1818280"/>
          </a:xfrm>
          <a:prstGeom prst="rect">
            <a:avLst/>
          </a:prstGeom>
          <a:noFill/>
          <a:ln>
            <a:noFill/>
          </a:ln>
        </p:spPr>
      </p:pic>
      <p:sp>
        <p:nvSpPr>
          <p:cNvPr id="534" name="Google Shape;534;p35"/>
          <p:cNvSpPr txBox="1"/>
          <p:nvPr/>
        </p:nvSpPr>
        <p:spPr>
          <a:xfrm>
            <a:off x="511208" y="1005538"/>
            <a:ext cx="8826759" cy="1246495"/>
          </a:xfrm>
          <a:prstGeom prst="rect">
            <a:avLst/>
          </a:prstGeom>
          <a:blipFill rotWithShape="1">
            <a:blip r:embed="rId4"/>
            <a:stretch>
              <a:fillRect l="-1173" t="-3920" r="-1104" b="-11274"/>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pic>
        <p:nvPicPr>
          <p:cNvPr id="535" name="Google Shape;535;p35"/>
          <p:cNvPicPr preferRelativeResize="0"/>
          <p:nvPr/>
        </p:nvPicPr>
        <p:blipFill rotWithShape="1">
          <a:blip r:embed="rId5"/>
          <a:srcRect/>
          <a:stretch>
            <a:fillRect/>
          </a:stretch>
        </p:blipFill>
        <p:spPr>
          <a:xfrm>
            <a:off x="9479902" y="833204"/>
            <a:ext cx="1933611" cy="1591165"/>
          </a:xfrm>
          <a:prstGeom prst="rect">
            <a:avLst/>
          </a:prstGeom>
          <a:noFill/>
          <a:ln>
            <a:noFill/>
          </a:ln>
        </p:spPr>
      </p:pic>
      <p:sp>
        <p:nvSpPr>
          <p:cNvPr id="536" name="Google Shape;536;p35"/>
          <p:cNvSpPr txBox="1"/>
          <p:nvPr/>
        </p:nvSpPr>
        <p:spPr>
          <a:xfrm>
            <a:off x="5074296" y="2633879"/>
            <a:ext cx="2043405"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400" b="1">
                <a:solidFill>
                  <a:srgbClr val="002060"/>
                </a:solidFill>
                <a:latin typeface="Fira Sans Extra Condensed"/>
                <a:ea typeface="Fira Sans Extra Condensed"/>
                <a:cs typeface="Fira Sans Extra Condensed"/>
                <a:sym typeface="Fira Sans Extra Condensed"/>
              </a:rPr>
              <a:t>Hướng dẫn giải</a:t>
            </a:r>
            <a:endParaRPr sz="2400" b="1">
              <a:solidFill>
                <a:srgbClr val="002060"/>
              </a:solidFill>
              <a:latin typeface="Fira Sans Extra Condensed"/>
              <a:ea typeface="Fira Sans Extra Condensed"/>
              <a:cs typeface="Fira Sans Extra Condensed"/>
              <a:sym typeface="Fira Sans Extra Condensed"/>
            </a:endParaRPr>
          </a:p>
        </p:txBody>
      </p:sp>
      <p:sp>
        <p:nvSpPr>
          <p:cNvPr id="537" name="Google Shape;537;p35"/>
          <p:cNvSpPr txBox="1"/>
          <p:nvPr/>
        </p:nvSpPr>
        <p:spPr>
          <a:xfrm>
            <a:off x="366229" y="3127267"/>
            <a:ext cx="4708067" cy="430887"/>
          </a:xfrm>
          <a:prstGeom prst="rect">
            <a:avLst/>
          </a:prstGeom>
          <a:blipFill rotWithShape="1">
            <a:blip r:embed="rId6"/>
            <a:stretch>
              <a:fillRect l="-1682" t="-9856" b="-2816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538" name="Google Shape;538;p35"/>
          <p:cNvSpPr txBox="1"/>
          <p:nvPr/>
        </p:nvSpPr>
        <p:spPr>
          <a:xfrm>
            <a:off x="366229" y="3643606"/>
            <a:ext cx="6818342" cy="430887"/>
          </a:xfrm>
          <a:prstGeom prst="rect">
            <a:avLst/>
          </a:prstGeom>
          <a:blipFill rotWithShape="1">
            <a:blip r:embed="rId7"/>
            <a:stretch>
              <a:fillRect l="-1161" t="-9997" b="-2856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539" name="Google Shape;539;p35"/>
          <p:cNvSpPr txBox="1"/>
          <p:nvPr/>
        </p:nvSpPr>
        <p:spPr>
          <a:xfrm>
            <a:off x="366229" y="4057778"/>
            <a:ext cx="7676760" cy="911596"/>
          </a:xfrm>
          <a:prstGeom prst="rect">
            <a:avLst/>
          </a:prstGeom>
          <a:blipFill rotWithShape="1">
            <a:blip r:embed="rId8"/>
            <a:stretch>
              <a:fillRect l="-1031" b="-1274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540" name="Google Shape;540;p35"/>
          <p:cNvSpPr txBox="1"/>
          <p:nvPr/>
        </p:nvSpPr>
        <p:spPr>
          <a:xfrm>
            <a:off x="366229" y="4856478"/>
            <a:ext cx="7835382" cy="1054135"/>
          </a:xfrm>
          <a:prstGeom prst="rect">
            <a:avLst/>
          </a:prstGeom>
          <a:blipFill rotWithShape="1">
            <a:blip r:embed="rId9"/>
            <a:stretch>
              <a:fillRect l="-1011" r="-1087"/>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541" name="Google Shape;541;p35"/>
          <p:cNvSpPr txBox="1"/>
          <p:nvPr/>
        </p:nvSpPr>
        <p:spPr>
          <a:xfrm>
            <a:off x="366229" y="5997430"/>
            <a:ext cx="8068644" cy="616772"/>
          </a:xfrm>
          <a:prstGeom prst="rect">
            <a:avLst/>
          </a:prstGeom>
          <a:blipFill rotWithShape="1">
            <a:blip r:embed="rId10"/>
            <a:stretch>
              <a:fillRect l="-980" b="-98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pic>
        <p:nvPicPr>
          <p:cNvPr id="542" name="Google Shape;542;p35"/>
          <p:cNvPicPr preferRelativeResize="0"/>
          <p:nvPr/>
        </p:nvPicPr>
        <p:blipFill rotWithShape="1">
          <a:blip r:embed="rId5"/>
          <a:srcRect/>
          <a:stretch>
            <a:fillRect/>
          </a:stretch>
        </p:blipFill>
        <p:spPr>
          <a:xfrm>
            <a:off x="8249803" y="3063466"/>
            <a:ext cx="3942198" cy="3244028"/>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6"/>
                                        </p:tgtEl>
                                        <p:attrNameLst>
                                          <p:attrName>style.visibility</p:attrName>
                                        </p:attrNameLst>
                                      </p:cBhvr>
                                      <p:to>
                                        <p:strVal val="visible"/>
                                      </p:to>
                                    </p:set>
                                    <p:animEffect transition="in" filter="fade">
                                      <p:cBhvr>
                                        <p:cTn id="7" dur="500"/>
                                        <p:tgtEl>
                                          <p:spTgt spid="536"/>
                                        </p:tgtEl>
                                      </p:cBhvr>
                                    </p:animEffect>
                                  </p:childTnLst>
                                </p:cTn>
                              </p:par>
                              <p:par>
                                <p:cTn id="8" presetID="10" presetClass="entr" presetSubtype="0" fill="hold" nodeType="withEffect">
                                  <p:stCondLst>
                                    <p:cond delay="0"/>
                                  </p:stCondLst>
                                  <p:childTnLst>
                                    <p:set>
                                      <p:cBhvr>
                                        <p:cTn id="9" dur="1" fill="hold">
                                          <p:stCondLst>
                                            <p:cond delay="0"/>
                                          </p:stCondLst>
                                        </p:cTn>
                                        <p:tgtEl>
                                          <p:spTgt spid="542"/>
                                        </p:tgtEl>
                                        <p:attrNameLst>
                                          <p:attrName>style.visibility</p:attrName>
                                        </p:attrNameLst>
                                      </p:cBhvr>
                                      <p:to>
                                        <p:strVal val="visible"/>
                                      </p:to>
                                    </p:set>
                                    <p:animEffect transition="in" filter="fade">
                                      <p:cBhvr>
                                        <p:cTn id="10" dur="500"/>
                                        <p:tgtEl>
                                          <p:spTgt spid="542"/>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nodeType="clickEffect">
                                  <p:stCondLst>
                                    <p:cond delay="0"/>
                                  </p:stCondLst>
                                  <p:childTnLst>
                                    <p:set>
                                      <p:cBhvr>
                                        <p:cTn id="14" dur="1" fill="hold">
                                          <p:stCondLst>
                                            <p:cond delay="0"/>
                                          </p:stCondLst>
                                        </p:cTn>
                                        <p:tgtEl>
                                          <p:spTgt spid="537"/>
                                        </p:tgtEl>
                                        <p:attrNameLst>
                                          <p:attrName>style.visibility</p:attrName>
                                        </p:attrNameLst>
                                      </p:cBhvr>
                                      <p:to>
                                        <p:strVal val="visible"/>
                                      </p:to>
                                    </p:set>
                                    <p:anim calcmode="lin" valueType="num">
                                      <p:cBhvr additive="base">
                                        <p:cTn id="15" dur="500"/>
                                        <p:tgtEl>
                                          <p:spTgt spid="537"/>
                                        </p:tgtEl>
                                        <p:attrNameLst>
                                          <p:attrName>ppt_x</p:attrName>
                                        </p:attrNameLst>
                                      </p:cBhvr>
                                      <p:tavLst>
                                        <p:tav tm="0" fmla="">
                                          <p:val>
                                            <p:strVal val="#ppt_x-1"/>
                                          </p:val>
                                        </p:tav>
                                        <p:tav tm="100000" fmla="">
                                          <p:val>
                                            <p:strVal val="#ppt_x"/>
                                          </p:val>
                                        </p:tav>
                                      </p:tavLst>
                                    </p:anim>
                                  </p:childTnLst>
                                </p:cTn>
                              </p:par>
                            </p:childTnLst>
                          </p:cTn>
                        </p:par>
                        <p:par>
                          <p:cTn id="16" fill="hold">
                            <p:stCondLst>
                              <p:cond delay="500"/>
                            </p:stCondLst>
                            <p:childTnLst>
                              <p:par>
                                <p:cTn id="17" presetID="2" presetClass="entr" presetSubtype="8" fill="hold" nodeType="afterEffect">
                                  <p:stCondLst>
                                    <p:cond delay="0"/>
                                  </p:stCondLst>
                                  <p:childTnLst>
                                    <p:set>
                                      <p:cBhvr>
                                        <p:cTn id="18" dur="1" fill="hold">
                                          <p:stCondLst>
                                            <p:cond delay="0"/>
                                          </p:stCondLst>
                                        </p:cTn>
                                        <p:tgtEl>
                                          <p:spTgt spid="538"/>
                                        </p:tgtEl>
                                        <p:attrNameLst>
                                          <p:attrName>style.visibility</p:attrName>
                                        </p:attrNameLst>
                                      </p:cBhvr>
                                      <p:to>
                                        <p:strVal val="visible"/>
                                      </p:to>
                                    </p:set>
                                    <p:anim calcmode="lin" valueType="num">
                                      <p:cBhvr additive="base">
                                        <p:cTn id="19" dur="500"/>
                                        <p:tgtEl>
                                          <p:spTgt spid="538"/>
                                        </p:tgtEl>
                                        <p:attrNameLst>
                                          <p:attrName>ppt_x</p:attrName>
                                        </p:attrNameLst>
                                      </p:cBhvr>
                                      <p:tavLst>
                                        <p:tav tm="0" fmla="">
                                          <p:val>
                                            <p:strVal val="#ppt_x-1"/>
                                          </p:val>
                                        </p:tav>
                                        <p:tav tm="100000" fmla="">
                                          <p:val>
                                            <p:strVal val="#ppt_x"/>
                                          </p:val>
                                        </p:tav>
                                      </p:tavLst>
                                    </p:anim>
                                  </p:childTnLst>
                                </p:cTn>
                              </p:par>
                            </p:childTnLst>
                          </p:cTn>
                        </p:par>
                        <p:par>
                          <p:cTn id="20" fill="hold">
                            <p:stCondLst>
                              <p:cond delay="1000"/>
                            </p:stCondLst>
                            <p:childTnLst>
                              <p:par>
                                <p:cTn id="21" presetID="2" presetClass="entr" presetSubtype="8" fill="hold" nodeType="afterEffect">
                                  <p:stCondLst>
                                    <p:cond delay="0"/>
                                  </p:stCondLst>
                                  <p:childTnLst>
                                    <p:set>
                                      <p:cBhvr>
                                        <p:cTn id="22" dur="1" fill="hold">
                                          <p:stCondLst>
                                            <p:cond delay="0"/>
                                          </p:stCondLst>
                                        </p:cTn>
                                        <p:tgtEl>
                                          <p:spTgt spid="539"/>
                                        </p:tgtEl>
                                        <p:attrNameLst>
                                          <p:attrName>style.visibility</p:attrName>
                                        </p:attrNameLst>
                                      </p:cBhvr>
                                      <p:to>
                                        <p:strVal val="visible"/>
                                      </p:to>
                                    </p:set>
                                    <p:anim calcmode="lin" valueType="num">
                                      <p:cBhvr additive="base">
                                        <p:cTn id="23" dur="500"/>
                                        <p:tgtEl>
                                          <p:spTgt spid="539"/>
                                        </p:tgtEl>
                                        <p:attrNameLst>
                                          <p:attrName>ppt_x</p:attrName>
                                        </p:attrNameLst>
                                      </p:cBhvr>
                                      <p:tavLst>
                                        <p:tav tm="0" fmla="">
                                          <p:val>
                                            <p:strVal val="#ppt_x-1"/>
                                          </p:val>
                                        </p:tav>
                                        <p:tav tm="100000" fmla="">
                                          <p:val>
                                            <p:strVal val="#ppt_x"/>
                                          </p:val>
                                        </p:tav>
                                      </p:tavLst>
                                    </p:anim>
                                  </p:childTnLst>
                                </p:cTn>
                              </p:par>
                            </p:childTnLst>
                          </p:cTn>
                        </p:par>
                        <p:par>
                          <p:cTn id="24" fill="hold">
                            <p:stCondLst>
                              <p:cond delay="1500"/>
                            </p:stCondLst>
                            <p:childTnLst>
                              <p:par>
                                <p:cTn id="25" presetID="2" presetClass="entr" presetSubtype="8" fill="hold" nodeType="afterEffect">
                                  <p:stCondLst>
                                    <p:cond delay="0"/>
                                  </p:stCondLst>
                                  <p:childTnLst>
                                    <p:set>
                                      <p:cBhvr>
                                        <p:cTn id="26" dur="1" fill="hold">
                                          <p:stCondLst>
                                            <p:cond delay="0"/>
                                          </p:stCondLst>
                                        </p:cTn>
                                        <p:tgtEl>
                                          <p:spTgt spid="540"/>
                                        </p:tgtEl>
                                        <p:attrNameLst>
                                          <p:attrName>style.visibility</p:attrName>
                                        </p:attrNameLst>
                                      </p:cBhvr>
                                      <p:to>
                                        <p:strVal val="visible"/>
                                      </p:to>
                                    </p:set>
                                    <p:anim calcmode="lin" valueType="num">
                                      <p:cBhvr additive="base">
                                        <p:cTn id="27" dur="500"/>
                                        <p:tgtEl>
                                          <p:spTgt spid="540"/>
                                        </p:tgtEl>
                                        <p:attrNameLst>
                                          <p:attrName>ppt_x</p:attrName>
                                        </p:attrNameLst>
                                      </p:cBhvr>
                                      <p:tavLst>
                                        <p:tav tm="0" fmla="">
                                          <p:val>
                                            <p:strVal val="#ppt_x-1"/>
                                          </p:val>
                                        </p:tav>
                                        <p:tav tm="100000" fmla="">
                                          <p:val>
                                            <p:strVal val="#ppt_x"/>
                                          </p:val>
                                        </p:tav>
                                      </p:tavLst>
                                    </p:anim>
                                  </p:childTnLst>
                                </p:cTn>
                              </p:par>
                            </p:childTnLst>
                          </p:cTn>
                        </p:par>
                        <p:par>
                          <p:cTn id="28" fill="hold">
                            <p:stCondLst>
                              <p:cond delay="2000"/>
                            </p:stCondLst>
                            <p:childTnLst>
                              <p:par>
                                <p:cTn id="29" presetID="2" presetClass="entr" presetSubtype="8" fill="hold" nodeType="afterEffect">
                                  <p:stCondLst>
                                    <p:cond delay="0"/>
                                  </p:stCondLst>
                                  <p:childTnLst>
                                    <p:set>
                                      <p:cBhvr>
                                        <p:cTn id="30" dur="1" fill="hold">
                                          <p:stCondLst>
                                            <p:cond delay="0"/>
                                          </p:stCondLst>
                                        </p:cTn>
                                        <p:tgtEl>
                                          <p:spTgt spid="541"/>
                                        </p:tgtEl>
                                        <p:attrNameLst>
                                          <p:attrName>style.visibility</p:attrName>
                                        </p:attrNameLst>
                                      </p:cBhvr>
                                      <p:to>
                                        <p:strVal val="visible"/>
                                      </p:to>
                                    </p:set>
                                    <p:anim calcmode="lin" valueType="num">
                                      <p:cBhvr additive="base">
                                        <p:cTn id="31" dur="500"/>
                                        <p:tgtEl>
                                          <p:spTgt spid="541"/>
                                        </p:tgtEl>
                                        <p:attrNameLst>
                                          <p:attrName>ppt_x</p:attrName>
                                        </p:attrNameLst>
                                      </p:cBhvr>
                                      <p:tavLst>
                                        <p:tav tm="0" fmla="">
                                          <p:val>
                                            <p:strVal val="#ppt_x-1"/>
                                          </p:val>
                                        </p:tav>
                                        <p:tav tm="100000" fmla="">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546" name="Shape 546"/>
        <p:cNvGrpSpPr/>
        <p:nvPr/>
      </p:nvGrpSpPr>
      <p:grpSpPr>
        <a:xfrm>
          <a:off x="0" y="0"/>
          <a:ext cx="0" cy="0"/>
          <a:chOff x="0" y="0"/>
          <a:chExt cx="0" cy="0"/>
        </a:xfrm>
      </p:grpSpPr>
      <p:grpSp>
        <p:nvGrpSpPr>
          <p:cNvPr id="547" name="Google Shape;547;p36"/>
          <p:cNvGrpSpPr/>
          <p:nvPr/>
        </p:nvGrpSpPr>
        <p:grpSpPr>
          <a:xfrm>
            <a:off x="-244135" y="81157"/>
            <a:ext cx="8603569" cy="542538"/>
            <a:chOff x="74035" y="2231322"/>
            <a:chExt cx="8550261" cy="757342"/>
          </a:xfrm>
        </p:grpSpPr>
        <p:grpSp>
          <p:nvGrpSpPr>
            <p:cNvPr id="548" name="Google Shape;548;p36"/>
            <p:cNvGrpSpPr/>
            <p:nvPr/>
          </p:nvGrpSpPr>
          <p:grpSpPr>
            <a:xfrm>
              <a:off x="286108" y="2280389"/>
              <a:ext cx="5875473" cy="708275"/>
              <a:chOff x="564747" y="3403331"/>
              <a:chExt cx="3025594" cy="1364238"/>
            </a:xfrm>
          </p:grpSpPr>
          <p:pic>
            <p:nvPicPr>
              <p:cNvPr id="549" name="Google Shape;549;p36" descr="empty-green-rectangle"/>
              <p:cNvPicPr preferRelativeResize="0"/>
              <p:nvPr/>
            </p:nvPicPr>
            <p:blipFill rotWithShape="1">
              <a:blip r:embed="rId1"/>
              <a:srcRect/>
              <a:stretch>
                <a:fillRect/>
              </a:stretch>
            </p:blipFill>
            <p:spPr>
              <a:xfrm>
                <a:off x="564747" y="3403331"/>
                <a:ext cx="3025594" cy="1364238"/>
              </a:xfrm>
              <a:prstGeom prst="rect">
                <a:avLst/>
              </a:prstGeom>
              <a:noFill/>
              <a:ln>
                <a:noFill/>
              </a:ln>
            </p:spPr>
          </p:pic>
          <p:pic>
            <p:nvPicPr>
              <p:cNvPr id="550" name="Google Shape;550;p36" descr="green-top-faded"/>
              <p:cNvPicPr preferRelativeResize="0"/>
              <p:nvPr/>
            </p:nvPicPr>
            <p:blipFill rotWithShape="1">
              <a:blip r:embed="rId2"/>
              <a:srcRect/>
              <a:stretch>
                <a:fillRect/>
              </a:stretch>
            </p:blipFill>
            <p:spPr>
              <a:xfrm rot="-5400000">
                <a:off x="205129" y="3887447"/>
                <a:ext cx="1273934" cy="396005"/>
              </a:xfrm>
              <a:prstGeom prst="rect">
                <a:avLst/>
              </a:prstGeom>
              <a:noFill/>
              <a:ln>
                <a:noFill/>
              </a:ln>
            </p:spPr>
          </p:pic>
        </p:grpSp>
        <p:sp>
          <p:nvSpPr>
            <p:cNvPr id="551" name="Google Shape;551;p36"/>
            <p:cNvSpPr txBox="1"/>
            <p:nvPr/>
          </p:nvSpPr>
          <p:spPr>
            <a:xfrm>
              <a:off x="74035" y="2267003"/>
              <a:ext cx="1501326" cy="6874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600">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rPr>
                <a:t>II</a:t>
              </a:r>
              <a:endParaRPr lang="vi-VN" sz="2600">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endParaRPr>
            </a:p>
          </p:txBody>
        </p:sp>
        <p:sp>
          <p:nvSpPr>
            <p:cNvPr id="552" name="Google Shape;552;p36"/>
            <p:cNvSpPr/>
            <p:nvPr/>
          </p:nvSpPr>
          <p:spPr>
            <a:xfrm>
              <a:off x="1209204" y="2231322"/>
              <a:ext cx="7415092" cy="756153"/>
            </a:xfrm>
            <a:prstGeom prst="rect">
              <a:avLst/>
            </a:prstGeom>
            <a:noFill/>
            <a:ln>
              <a:noFill/>
            </a:ln>
          </p:spPr>
          <p:txBody>
            <a:bodyPr spcFirstLastPara="1" wrap="square" lIns="109725" tIns="54850" rIns="109725" bIns="54850" anchor="t" anchorCtr="0">
              <a:noAutofit/>
            </a:bodyPr>
            <a:lstStyle/>
            <a:p>
              <a:pPr marL="0" marR="0" lvl="0" indent="0" algn="l" rtl="0">
                <a:spcBef>
                  <a:spcPts val="0"/>
                </a:spcBef>
                <a:spcAft>
                  <a:spcPts val="0"/>
                </a:spcAft>
                <a:buNone/>
              </a:pPr>
              <a:r>
                <a:rPr lang="vi-VN" sz="2800" i="1">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rPr>
                <a:t>Bài tập luyện tập</a:t>
              </a:r>
              <a:endParaRPr sz="2800">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endParaRPr>
            </a:p>
          </p:txBody>
        </p:sp>
      </p:grpSp>
      <p:pic>
        <p:nvPicPr>
          <p:cNvPr id="553" name="Google Shape;553;p36" descr="empty-blue-rectangle"/>
          <p:cNvPicPr preferRelativeResize="0"/>
          <p:nvPr/>
        </p:nvPicPr>
        <p:blipFill rotWithShape="1">
          <a:blip r:embed="rId3"/>
          <a:srcRect/>
          <a:stretch>
            <a:fillRect/>
          </a:stretch>
        </p:blipFill>
        <p:spPr>
          <a:xfrm>
            <a:off x="1" y="719647"/>
            <a:ext cx="12111134" cy="1818280"/>
          </a:xfrm>
          <a:prstGeom prst="rect">
            <a:avLst/>
          </a:prstGeom>
          <a:noFill/>
          <a:ln>
            <a:noFill/>
          </a:ln>
        </p:spPr>
      </p:pic>
      <p:sp>
        <p:nvSpPr>
          <p:cNvPr id="554" name="Google Shape;554;p36"/>
          <p:cNvSpPr txBox="1"/>
          <p:nvPr/>
        </p:nvSpPr>
        <p:spPr>
          <a:xfrm>
            <a:off x="511208" y="1005538"/>
            <a:ext cx="8826759" cy="1246495"/>
          </a:xfrm>
          <a:prstGeom prst="rect">
            <a:avLst/>
          </a:prstGeom>
          <a:blipFill rotWithShape="1">
            <a:blip r:embed="rId4"/>
            <a:stretch>
              <a:fillRect l="-1173" t="-3920" r="-1104" b="-11274"/>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pic>
        <p:nvPicPr>
          <p:cNvPr id="555" name="Google Shape;555;p36"/>
          <p:cNvPicPr preferRelativeResize="0"/>
          <p:nvPr/>
        </p:nvPicPr>
        <p:blipFill rotWithShape="1">
          <a:blip r:embed="rId5"/>
          <a:srcRect/>
          <a:stretch>
            <a:fillRect/>
          </a:stretch>
        </p:blipFill>
        <p:spPr>
          <a:xfrm>
            <a:off x="9479902" y="833204"/>
            <a:ext cx="1933611" cy="1591165"/>
          </a:xfrm>
          <a:prstGeom prst="rect">
            <a:avLst/>
          </a:prstGeom>
          <a:noFill/>
          <a:ln>
            <a:noFill/>
          </a:ln>
        </p:spPr>
      </p:pic>
      <p:sp>
        <p:nvSpPr>
          <p:cNvPr id="556" name="Google Shape;556;p36"/>
          <p:cNvSpPr txBox="1"/>
          <p:nvPr/>
        </p:nvSpPr>
        <p:spPr>
          <a:xfrm>
            <a:off x="5074296" y="2633879"/>
            <a:ext cx="2043405"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400" b="1">
                <a:solidFill>
                  <a:srgbClr val="002060"/>
                </a:solidFill>
                <a:latin typeface="Fira Sans Extra Condensed"/>
                <a:ea typeface="Fira Sans Extra Condensed"/>
                <a:cs typeface="Fira Sans Extra Condensed"/>
                <a:sym typeface="Fira Sans Extra Condensed"/>
              </a:rPr>
              <a:t>Hướng dẫn giải</a:t>
            </a:r>
            <a:endParaRPr sz="2400" b="1">
              <a:solidFill>
                <a:srgbClr val="002060"/>
              </a:solidFill>
              <a:latin typeface="Fira Sans Extra Condensed"/>
              <a:ea typeface="Fira Sans Extra Condensed"/>
              <a:cs typeface="Fira Sans Extra Condensed"/>
              <a:sym typeface="Fira Sans Extra Condensed"/>
            </a:endParaRPr>
          </a:p>
        </p:txBody>
      </p:sp>
      <p:pic>
        <p:nvPicPr>
          <p:cNvPr id="557" name="Google Shape;557;p36"/>
          <p:cNvPicPr preferRelativeResize="0"/>
          <p:nvPr/>
        </p:nvPicPr>
        <p:blipFill rotWithShape="1">
          <a:blip r:embed="rId5"/>
          <a:srcRect/>
          <a:stretch>
            <a:fillRect/>
          </a:stretch>
        </p:blipFill>
        <p:spPr>
          <a:xfrm>
            <a:off x="7895239" y="3268739"/>
            <a:ext cx="3942198" cy="3244028"/>
          </a:xfrm>
          <a:prstGeom prst="rect">
            <a:avLst/>
          </a:prstGeom>
          <a:noFill/>
          <a:ln>
            <a:noFill/>
          </a:ln>
        </p:spPr>
      </p:pic>
      <p:sp>
        <p:nvSpPr>
          <p:cNvPr id="558" name="Google Shape;558;p36"/>
          <p:cNvSpPr txBox="1"/>
          <p:nvPr/>
        </p:nvSpPr>
        <p:spPr>
          <a:xfrm>
            <a:off x="1283706" y="3828035"/>
            <a:ext cx="5518309" cy="1345946"/>
          </a:xfrm>
          <a:prstGeom prst="rect">
            <a:avLst/>
          </a:prstGeom>
          <a:blipFill rotWithShape="1">
            <a:blip r:embed="rId6"/>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559" name="Google Shape;559;p36"/>
          <p:cNvSpPr txBox="1"/>
          <p:nvPr/>
        </p:nvSpPr>
        <p:spPr>
          <a:xfrm>
            <a:off x="804766" y="5192097"/>
            <a:ext cx="6218852" cy="430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2200">
                <a:solidFill>
                  <a:schemeClr val="dk1"/>
                </a:solidFill>
                <a:latin typeface="Fira Sans Extra Condensed"/>
                <a:ea typeface="Fira Sans Extra Condensed"/>
                <a:cs typeface="Fira Sans Extra Condensed"/>
                <a:sym typeface="Fira Sans Extra Condensed"/>
              </a:rPr>
              <a:t>Vậy phương trình dao động của vật là:</a:t>
            </a:r>
            <a:endParaRPr sz="2200">
              <a:solidFill>
                <a:schemeClr val="dk1"/>
              </a:solidFill>
              <a:latin typeface="Calibri"/>
              <a:ea typeface="Calibri"/>
              <a:cs typeface="Calibri"/>
              <a:sym typeface="Calibri"/>
            </a:endParaRPr>
          </a:p>
        </p:txBody>
      </p:sp>
      <p:sp>
        <p:nvSpPr>
          <p:cNvPr id="560" name="Google Shape;560;p36"/>
          <p:cNvSpPr txBox="1"/>
          <p:nvPr/>
        </p:nvSpPr>
        <p:spPr>
          <a:xfrm>
            <a:off x="2359864" y="5667902"/>
            <a:ext cx="3736134" cy="691087"/>
          </a:xfrm>
          <a:prstGeom prst="rect">
            <a:avLst/>
          </a:prstGeom>
          <a:blipFill rotWithShape="1">
            <a:blip r:embed="rId7"/>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561" name="Google Shape;561;p36"/>
          <p:cNvSpPr txBox="1"/>
          <p:nvPr/>
        </p:nvSpPr>
        <p:spPr>
          <a:xfrm>
            <a:off x="804766" y="3357291"/>
            <a:ext cx="6218852" cy="430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2200">
                <a:solidFill>
                  <a:schemeClr val="dk1"/>
                </a:solidFill>
                <a:latin typeface="Fira Sans Extra Condensed"/>
                <a:ea typeface="Fira Sans Extra Condensed"/>
                <a:cs typeface="Fira Sans Extra Condensed"/>
                <a:sym typeface="Fira Sans Extra Condensed"/>
              </a:rPr>
              <a:t>Pha ban đầu của dao động:</a:t>
            </a:r>
            <a:endParaRPr sz="2200">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61"/>
                                        </p:tgtEl>
                                        <p:attrNameLst>
                                          <p:attrName>style.visibility</p:attrName>
                                        </p:attrNameLst>
                                      </p:cBhvr>
                                      <p:to>
                                        <p:strVal val="visible"/>
                                      </p:to>
                                    </p:set>
                                    <p:anim calcmode="lin" valueType="num">
                                      <p:cBhvr additive="base">
                                        <p:cTn id="7" dur="500"/>
                                        <p:tgtEl>
                                          <p:spTgt spid="561"/>
                                        </p:tgtEl>
                                        <p:attrNameLst>
                                          <p:attrName>ppt_x</p:attrName>
                                        </p:attrNameLst>
                                      </p:cBhvr>
                                      <p:tavLst>
                                        <p:tav tm="0" fmla="">
                                          <p:val>
                                            <p:strVal val="#ppt_x-1"/>
                                          </p:val>
                                        </p:tav>
                                        <p:tav tm="100000" fmla="">
                                          <p:val>
                                            <p:strVal val="#ppt_x"/>
                                          </p:val>
                                        </p:tav>
                                      </p:tavLst>
                                    </p:anim>
                                  </p:childTnLst>
                                </p:cTn>
                              </p:par>
                            </p:childTnLst>
                          </p:cTn>
                        </p:par>
                        <p:par>
                          <p:cTn id="8" fill="hold">
                            <p:stCondLst>
                              <p:cond delay="500"/>
                            </p:stCondLst>
                            <p:childTnLst>
                              <p:par>
                                <p:cTn id="9" presetID="2" presetClass="entr" presetSubtype="8" fill="hold" nodeType="afterEffect">
                                  <p:stCondLst>
                                    <p:cond delay="0"/>
                                  </p:stCondLst>
                                  <p:childTnLst>
                                    <p:set>
                                      <p:cBhvr>
                                        <p:cTn id="10" dur="1" fill="hold">
                                          <p:stCondLst>
                                            <p:cond delay="0"/>
                                          </p:stCondLst>
                                        </p:cTn>
                                        <p:tgtEl>
                                          <p:spTgt spid="558"/>
                                        </p:tgtEl>
                                        <p:attrNameLst>
                                          <p:attrName>style.visibility</p:attrName>
                                        </p:attrNameLst>
                                      </p:cBhvr>
                                      <p:to>
                                        <p:strVal val="visible"/>
                                      </p:to>
                                    </p:set>
                                    <p:anim calcmode="lin" valueType="num">
                                      <p:cBhvr additive="base">
                                        <p:cTn id="11" dur="500"/>
                                        <p:tgtEl>
                                          <p:spTgt spid="558"/>
                                        </p:tgtEl>
                                        <p:attrNameLst>
                                          <p:attrName>ppt_x</p:attrName>
                                        </p:attrNameLst>
                                      </p:cBhvr>
                                      <p:tavLst>
                                        <p:tav tm="0" fmla="">
                                          <p:val>
                                            <p:strVal val="#ppt_x-1"/>
                                          </p:val>
                                        </p:tav>
                                        <p:tav tm="100000" fmla="">
                                          <p:val>
                                            <p:strVal val="#ppt_x"/>
                                          </p:val>
                                        </p:tav>
                                      </p:tavLst>
                                    </p:anim>
                                  </p:childTnLst>
                                </p:cTn>
                              </p:par>
                            </p:childTnLst>
                          </p:cTn>
                        </p:par>
                        <p:par>
                          <p:cTn id="12" fill="hold">
                            <p:stCondLst>
                              <p:cond delay="1000"/>
                            </p:stCondLst>
                            <p:childTnLst>
                              <p:par>
                                <p:cTn id="13" presetID="2" presetClass="entr" presetSubtype="8" fill="hold" nodeType="afterEffect">
                                  <p:stCondLst>
                                    <p:cond delay="0"/>
                                  </p:stCondLst>
                                  <p:childTnLst>
                                    <p:set>
                                      <p:cBhvr>
                                        <p:cTn id="14" dur="1" fill="hold">
                                          <p:stCondLst>
                                            <p:cond delay="0"/>
                                          </p:stCondLst>
                                        </p:cTn>
                                        <p:tgtEl>
                                          <p:spTgt spid="559"/>
                                        </p:tgtEl>
                                        <p:attrNameLst>
                                          <p:attrName>style.visibility</p:attrName>
                                        </p:attrNameLst>
                                      </p:cBhvr>
                                      <p:to>
                                        <p:strVal val="visible"/>
                                      </p:to>
                                    </p:set>
                                    <p:anim calcmode="lin" valueType="num">
                                      <p:cBhvr additive="base">
                                        <p:cTn id="15" dur="500"/>
                                        <p:tgtEl>
                                          <p:spTgt spid="559"/>
                                        </p:tgtEl>
                                        <p:attrNameLst>
                                          <p:attrName>ppt_x</p:attrName>
                                        </p:attrNameLst>
                                      </p:cBhvr>
                                      <p:tavLst>
                                        <p:tav tm="0" fmla="">
                                          <p:val>
                                            <p:strVal val="#ppt_x-1"/>
                                          </p:val>
                                        </p:tav>
                                        <p:tav tm="100000" fmla="">
                                          <p:val>
                                            <p:strVal val="#ppt_x"/>
                                          </p:val>
                                        </p:tav>
                                      </p:tavLst>
                                    </p:anim>
                                  </p:childTnLst>
                                </p:cTn>
                              </p:par>
                            </p:childTnLst>
                          </p:cTn>
                        </p:par>
                        <p:par>
                          <p:cTn id="16" fill="hold">
                            <p:stCondLst>
                              <p:cond delay="1500"/>
                            </p:stCondLst>
                            <p:childTnLst>
                              <p:par>
                                <p:cTn id="17" presetID="2" presetClass="entr" presetSubtype="8" fill="hold" nodeType="afterEffect">
                                  <p:stCondLst>
                                    <p:cond delay="0"/>
                                  </p:stCondLst>
                                  <p:childTnLst>
                                    <p:set>
                                      <p:cBhvr>
                                        <p:cTn id="18" dur="1" fill="hold">
                                          <p:stCondLst>
                                            <p:cond delay="0"/>
                                          </p:stCondLst>
                                        </p:cTn>
                                        <p:tgtEl>
                                          <p:spTgt spid="560"/>
                                        </p:tgtEl>
                                        <p:attrNameLst>
                                          <p:attrName>style.visibility</p:attrName>
                                        </p:attrNameLst>
                                      </p:cBhvr>
                                      <p:to>
                                        <p:strVal val="visible"/>
                                      </p:to>
                                    </p:set>
                                    <p:anim calcmode="lin" valueType="num">
                                      <p:cBhvr additive="base">
                                        <p:cTn id="19" dur="500"/>
                                        <p:tgtEl>
                                          <p:spTgt spid="560"/>
                                        </p:tgtEl>
                                        <p:attrNameLst>
                                          <p:attrName>ppt_x</p:attrName>
                                        </p:attrNameLst>
                                      </p:cBhvr>
                                      <p:tavLst>
                                        <p:tav tm="0" fmla="">
                                          <p:val>
                                            <p:strVal val="#ppt_x-1"/>
                                          </p:val>
                                        </p:tav>
                                        <p:tav tm="100000" fmla="">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565" name="Shape 565"/>
        <p:cNvGrpSpPr/>
        <p:nvPr/>
      </p:nvGrpSpPr>
      <p:grpSpPr>
        <a:xfrm>
          <a:off x="0" y="0"/>
          <a:ext cx="0" cy="0"/>
          <a:chOff x="0" y="0"/>
          <a:chExt cx="0" cy="0"/>
        </a:xfrm>
      </p:grpSpPr>
      <p:grpSp>
        <p:nvGrpSpPr>
          <p:cNvPr id="566" name="Google Shape;566;p37"/>
          <p:cNvGrpSpPr/>
          <p:nvPr/>
        </p:nvGrpSpPr>
        <p:grpSpPr>
          <a:xfrm>
            <a:off x="-244135" y="81157"/>
            <a:ext cx="8603569" cy="542538"/>
            <a:chOff x="74035" y="2231322"/>
            <a:chExt cx="8550261" cy="757342"/>
          </a:xfrm>
        </p:grpSpPr>
        <p:grpSp>
          <p:nvGrpSpPr>
            <p:cNvPr id="567" name="Google Shape;567;p37"/>
            <p:cNvGrpSpPr/>
            <p:nvPr/>
          </p:nvGrpSpPr>
          <p:grpSpPr>
            <a:xfrm>
              <a:off x="286108" y="2280389"/>
              <a:ext cx="5875473" cy="708275"/>
              <a:chOff x="564747" y="3403331"/>
              <a:chExt cx="3025594" cy="1364238"/>
            </a:xfrm>
          </p:grpSpPr>
          <p:pic>
            <p:nvPicPr>
              <p:cNvPr id="568" name="Google Shape;568;p37" descr="empty-green-rectangle"/>
              <p:cNvPicPr preferRelativeResize="0"/>
              <p:nvPr/>
            </p:nvPicPr>
            <p:blipFill rotWithShape="1">
              <a:blip r:embed="rId1"/>
              <a:srcRect/>
              <a:stretch>
                <a:fillRect/>
              </a:stretch>
            </p:blipFill>
            <p:spPr>
              <a:xfrm>
                <a:off x="564747" y="3403331"/>
                <a:ext cx="3025594" cy="1364238"/>
              </a:xfrm>
              <a:prstGeom prst="rect">
                <a:avLst/>
              </a:prstGeom>
              <a:noFill/>
              <a:ln>
                <a:noFill/>
              </a:ln>
            </p:spPr>
          </p:pic>
          <p:pic>
            <p:nvPicPr>
              <p:cNvPr id="569" name="Google Shape;569;p37" descr="green-top-faded"/>
              <p:cNvPicPr preferRelativeResize="0"/>
              <p:nvPr/>
            </p:nvPicPr>
            <p:blipFill rotWithShape="1">
              <a:blip r:embed="rId2"/>
              <a:srcRect/>
              <a:stretch>
                <a:fillRect/>
              </a:stretch>
            </p:blipFill>
            <p:spPr>
              <a:xfrm rot="-5400000">
                <a:off x="205129" y="3887447"/>
                <a:ext cx="1273934" cy="396005"/>
              </a:xfrm>
              <a:prstGeom prst="rect">
                <a:avLst/>
              </a:prstGeom>
              <a:noFill/>
              <a:ln>
                <a:noFill/>
              </a:ln>
            </p:spPr>
          </p:pic>
        </p:grpSp>
        <p:sp>
          <p:nvSpPr>
            <p:cNvPr id="570" name="Google Shape;570;p37"/>
            <p:cNvSpPr txBox="1"/>
            <p:nvPr/>
          </p:nvSpPr>
          <p:spPr>
            <a:xfrm>
              <a:off x="74035" y="2267003"/>
              <a:ext cx="1501326" cy="6874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600">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rPr>
                <a:t>II</a:t>
              </a:r>
              <a:endParaRPr lang="vi-VN" sz="2600">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endParaRPr>
            </a:p>
          </p:txBody>
        </p:sp>
        <p:sp>
          <p:nvSpPr>
            <p:cNvPr id="571" name="Google Shape;571;p37"/>
            <p:cNvSpPr/>
            <p:nvPr/>
          </p:nvSpPr>
          <p:spPr>
            <a:xfrm>
              <a:off x="1209204" y="2231322"/>
              <a:ext cx="7415092" cy="756153"/>
            </a:xfrm>
            <a:prstGeom prst="rect">
              <a:avLst/>
            </a:prstGeom>
            <a:noFill/>
            <a:ln>
              <a:noFill/>
            </a:ln>
          </p:spPr>
          <p:txBody>
            <a:bodyPr spcFirstLastPara="1" wrap="square" lIns="109725" tIns="54850" rIns="109725" bIns="54850" anchor="t" anchorCtr="0">
              <a:noAutofit/>
            </a:bodyPr>
            <a:lstStyle/>
            <a:p>
              <a:pPr marL="0" marR="0" lvl="0" indent="0" algn="l" rtl="0">
                <a:spcBef>
                  <a:spcPts val="0"/>
                </a:spcBef>
                <a:spcAft>
                  <a:spcPts val="0"/>
                </a:spcAft>
                <a:buNone/>
              </a:pPr>
              <a:r>
                <a:rPr lang="vi-VN" sz="2800" i="1">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rPr>
                <a:t>Bài tập luyện tập</a:t>
              </a:r>
              <a:endParaRPr sz="2800">
                <a:solidFill>
                  <a:schemeClr val="dk1"/>
                </a:solidFill>
                <a:latin typeface="Fira Sans Condensed Medium" panose="020B0603050000020004"/>
                <a:ea typeface="Fira Sans Condensed Medium" panose="020B0603050000020004"/>
                <a:cs typeface="Fira Sans Condensed Medium" panose="020B0603050000020004"/>
                <a:sym typeface="Fira Sans Condensed Medium" panose="020B0603050000020004"/>
              </a:endParaRPr>
            </a:p>
          </p:txBody>
        </p:sp>
      </p:grpSp>
      <p:pic>
        <p:nvPicPr>
          <p:cNvPr id="572" name="Google Shape;572;p37" descr="empty-blue-rectangle"/>
          <p:cNvPicPr preferRelativeResize="0"/>
          <p:nvPr/>
        </p:nvPicPr>
        <p:blipFill rotWithShape="1">
          <a:blip r:embed="rId3"/>
          <a:srcRect/>
          <a:stretch>
            <a:fillRect/>
          </a:stretch>
        </p:blipFill>
        <p:spPr>
          <a:xfrm>
            <a:off x="898111" y="775631"/>
            <a:ext cx="10702211" cy="1818280"/>
          </a:xfrm>
          <a:prstGeom prst="rect">
            <a:avLst/>
          </a:prstGeom>
          <a:noFill/>
          <a:ln>
            <a:noFill/>
          </a:ln>
        </p:spPr>
      </p:pic>
      <p:sp>
        <p:nvSpPr>
          <p:cNvPr id="573" name="Google Shape;573;p37"/>
          <p:cNvSpPr txBox="1"/>
          <p:nvPr/>
        </p:nvSpPr>
        <p:spPr>
          <a:xfrm>
            <a:off x="1345980" y="893492"/>
            <a:ext cx="9843795" cy="1631216"/>
          </a:xfrm>
          <a:prstGeom prst="rect">
            <a:avLst/>
          </a:prstGeom>
          <a:blipFill rotWithShape="1">
            <a:blip r:embed="rId4"/>
            <a:stretch>
              <a:fillRect l="-1052" t="-2994" r="-432" b="-8237"/>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574" name="Google Shape;574;p37"/>
          <p:cNvSpPr txBox="1"/>
          <p:nvPr/>
        </p:nvSpPr>
        <p:spPr>
          <a:xfrm>
            <a:off x="5074296" y="2633879"/>
            <a:ext cx="2043405"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vi-VN" sz="2400" b="1">
                <a:solidFill>
                  <a:srgbClr val="002060"/>
                </a:solidFill>
                <a:latin typeface="Fira Sans Extra Condensed"/>
                <a:ea typeface="Fira Sans Extra Condensed"/>
                <a:cs typeface="Fira Sans Extra Condensed"/>
                <a:sym typeface="Fira Sans Extra Condensed"/>
              </a:rPr>
              <a:t>Hướng dẫn giải</a:t>
            </a:r>
            <a:endParaRPr sz="2400" b="1">
              <a:solidFill>
                <a:srgbClr val="002060"/>
              </a:solidFill>
              <a:latin typeface="Fira Sans Extra Condensed"/>
              <a:ea typeface="Fira Sans Extra Condensed"/>
              <a:cs typeface="Fira Sans Extra Condensed"/>
              <a:sym typeface="Fira Sans Extra Condensed"/>
            </a:endParaRPr>
          </a:p>
        </p:txBody>
      </p:sp>
      <p:sp>
        <p:nvSpPr>
          <p:cNvPr id="575" name="Google Shape;575;p37"/>
          <p:cNvSpPr txBox="1"/>
          <p:nvPr/>
        </p:nvSpPr>
        <p:spPr>
          <a:xfrm>
            <a:off x="1138287" y="3066418"/>
            <a:ext cx="4439038" cy="430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2200">
                <a:solidFill>
                  <a:schemeClr val="dk1"/>
                </a:solidFill>
                <a:latin typeface="Fira Sans Extra Condensed"/>
                <a:ea typeface="Fira Sans Extra Condensed"/>
                <a:cs typeface="Fira Sans Extra Condensed"/>
                <a:sym typeface="Fira Sans Extra Condensed"/>
              </a:rPr>
              <a:t>a) Phần trăm thế năng chiếm</a:t>
            </a:r>
            <a:endParaRPr sz="2200">
              <a:solidFill>
                <a:schemeClr val="dk1"/>
              </a:solidFill>
              <a:latin typeface="Calibri"/>
              <a:ea typeface="Calibri"/>
              <a:cs typeface="Calibri"/>
              <a:sym typeface="Calibri"/>
            </a:endParaRPr>
          </a:p>
        </p:txBody>
      </p:sp>
      <p:sp>
        <p:nvSpPr>
          <p:cNvPr id="576" name="Google Shape;576;p37"/>
          <p:cNvSpPr txBox="1"/>
          <p:nvPr/>
        </p:nvSpPr>
        <p:spPr>
          <a:xfrm>
            <a:off x="1266551" y="3424412"/>
            <a:ext cx="6218852" cy="618631"/>
          </a:xfrm>
          <a:prstGeom prst="rect">
            <a:avLst/>
          </a:prstGeom>
          <a:blipFill rotWithShape="1">
            <a:blip r:embed="rId5"/>
            <a:stretch>
              <a:fillRect l="-1274" b="-791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577" name="Google Shape;577;p37"/>
          <p:cNvSpPr txBox="1"/>
          <p:nvPr/>
        </p:nvSpPr>
        <p:spPr>
          <a:xfrm>
            <a:off x="7011859" y="3376055"/>
            <a:ext cx="4420426" cy="726161"/>
          </a:xfrm>
          <a:prstGeom prst="rect">
            <a:avLst/>
          </a:prstGeom>
          <a:blipFill rotWithShape="1">
            <a:blip r:embed="rId6"/>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578" name="Google Shape;578;p37"/>
          <p:cNvSpPr txBox="1"/>
          <p:nvPr/>
        </p:nvSpPr>
        <p:spPr>
          <a:xfrm>
            <a:off x="1345980" y="4038343"/>
            <a:ext cx="4420426" cy="1173206"/>
          </a:xfrm>
          <a:prstGeom prst="rect">
            <a:avLst/>
          </a:prstGeom>
          <a:blipFill rotWithShape="1">
            <a:blip r:embed="rId7"/>
            <a:stretch>
              <a:fillRect l="-179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579" name="Google Shape;579;p37"/>
          <p:cNvSpPr txBox="1"/>
          <p:nvPr/>
        </p:nvSpPr>
        <p:spPr>
          <a:xfrm>
            <a:off x="1138287" y="5270722"/>
            <a:ext cx="4105517" cy="4308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vi-VN" sz="2200">
                <a:solidFill>
                  <a:schemeClr val="dk1"/>
                </a:solidFill>
                <a:latin typeface="Fira Sans Extra Condensed"/>
                <a:ea typeface="Fira Sans Extra Condensed"/>
                <a:cs typeface="Fira Sans Extra Condensed"/>
                <a:sym typeface="Fira Sans Extra Condensed"/>
              </a:rPr>
              <a:t>b) Ly độ có động năng bằng thế năng</a:t>
            </a:r>
            <a:endParaRPr sz="2200">
              <a:solidFill>
                <a:schemeClr val="dk1"/>
              </a:solidFill>
              <a:latin typeface="Calibri"/>
              <a:ea typeface="Calibri"/>
              <a:cs typeface="Calibri"/>
              <a:sym typeface="Calibri"/>
            </a:endParaRPr>
          </a:p>
        </p:txBody>
      </p:sp>
      <p:sp>
        <p:nvSpPr>
          <p:cNvPr id="580" name="Google Shape;580;p37"/>
          <p:cNvSpPr txBox="1"/>
          <p:nvPr/>
        </p:nvSpPr>
        <p:spPr>
          <a:xfrm>
            <a:off x="1345980" y="5816460"/>
            <a:ext cx="3358206" cy="430887"/>
          </a:xfrm>
          <a:prstGeom prst="rect">
            <a:avLst/>
          </a:prstGeom>
          <a:blipFill rotWithShape="1">
            <a:blip r:embed="rId8"/>
            <a:stretch>
              <a:fillRect l="-2357" t="-9856" b="-2816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581" name="Google Shape;581;p37"/>
          <p:cNvSpPr txBox="1"/>
          <p:nvPr/>
        </p:nvSpPr>
        <p:spPr>
          <a:xfrm>
            <a:off x="4792802" y="5562763"/>
            <a:ext cx="5486448" cy="803490"/>
          </a:xfrm>
          <a:prstGeom prst="rect">
            <a:avLst/>
          </a:prstGeom>
          <a:blipFill rotWithShape="1">
            <a:blip r:embed="rId9"/>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74"/>
                                        </p:tgtEl>
                                        <p:attrNameLst>
                                          <p:attrName>style.visibility</p:attrName>
                                        </p:attrNameLst>
                                      </p:cBhvr>
                                      <p:to>
                                        <p:strVal val="visible"/>
                                      </p:to>
                                    </p:set>
                                    <p:animEffect transition="in" filter="fade">
                                      <p:cBhvr>
                                        <p:cTn id="7" dur="500"/>
                                        <p:tgtEl>
                                          <p:spTgt spid="57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75"/>
                                        </p:tgtEl>
                                        <p:attrNameLst>
                                          <p:attrName>style.visibility</p:attrName>
                                        </p:attrNameLst>
                                      </p:cBhvr>
                                      <p:to>
                                        <p:strVal val="visible"/>
                                      </p:to>
                                    </p:set>
                                    <p:anim calcmode="lin" valueType="num">
                                      <p:cBhvr additive="base">
                                        <p:cTn id="12" dur="500"/>
                                        <p:tgtEl>
                                          <p:spTgt spid="575"/>
                                        </p:tgtEl>
                                        <p:attrNameLst>
                                          <p:attrName>ppt_x</p:attrName>
                                        </p:attrNameLst>
                                      </p:cBhvr>
                                      <p:tavLst>
                                        <p:tav tm="0" fmla="">
                                          <p:val>
                                            <p:strVal val="#ppt_x-1"/>
                                          </p:val>
                                        </p:tav>
                                        <p:tav tm="100000" fmla="">
                                          <p:val>
                                            <p:strVal val="#ppt_x"/>
                                          </p:val>
                                        </p:tav>
                                      </p:tavLst>
                                    </p:anim>
                                  </p:childTnLst>
                                </p:cTn>
                              </p:par>
                            </p:childTnLst>
                          </p:cTn>
                        </p:par>
                        <p:par>
                          <p:cTn id="13" fill="hold">
                            <p:stCondLst>
                              <p:cond delay="500"/>
                            </p:stCondLst>
                            <p:childTnLst>
                              <p:par>
                                <p:cTn id="14" presetID="2" presetClass="entr" presetSubtype="8" fill="hold" nodeType="afterEffect">
                                  <p:stCondLst>
                                    <p:cond delay="0"/>
                                  </p:stCondLst>
                                  <p:childTnLst>
                                    <p:set>
                                      <p:cBhvr>
                                        <p:cTn id="15" dur="1" fill="hold">
                                          <p:stCondLst>
                                            <p:cond delay="0"/>
                                          </p:stCondLst>
                                        </p:cTn>
                                        <p:tgtEl>
                                          <p:spTgt spid="576"/>
                                        </p:tgtEl>
                                        <p:attrNameLst>
                                          <p:attrName>style.visibility</p:attrName>
                                        </p:attrNameLst>
                                      </p:cBhvr>
                                      <p:to>
                                        <p:strVal val="visible"/>
                                      </p:to>
                                    </p:set>
                                    <p:anim calcmode="lin" valueType="num">
                                      <p:cBhvr additive="base">
                                        <p:cTn id="16" dur="500"/>
                                        <p:tgtEl>
                                          <p:spTgt spid="576"/>
                                        </p:tgtEl>
                                        <p:attrNameLst>
                                          <p:attrName>ppt_x</p:attrName>
                                        </p:attrNameLst>
                                      </p:cBhvr>
                                      <p:tavLst>
                                        <p:tav tm="0" fmla="">
                                          <p:val>
                                            <p:strVal val="#ppt_x-1"/>
                                          </p:val>
                                        </p:tav>
                                        <p:tav tm="100000" fmla="">
                                          <p:val>
                                            <p:strVal val="#ppt_x"/>
                                          </p:val>
                                        </p:tav>
                                      </p:tavLst>
                                    </p:anim>
                                  </p:childTnLst>
                                </p:cTn>
                              </p:par>
                            </p:childTnLst>
                          </p:cTn>
                        </p:par>
                        <p:par>
                          <p:cTn id="17" fill="hold">
                            <p:stCondLst>
                              <p:cond delay="1000"/>
                            </p:stCondLst>
                            <p:childTnLst>
                              <p:par>
                                <p:cTn id="18" presetID="2" presetClass="entr" presetSubtype="8" fill="hold" nodeType="afterEffect">
                                  <p:stCondLst>
                                    <p:cond delay="0"/>
                                  </p:stCondLst>
                                  <p:childTnLst>
                                    <p:set>
                                      <p:cBhvr>
                                        <p:cTn id="19" dur="1" fill="hold">
                                          <p:stCondLst>
                                            <p:cond delay="0"/>
                                          </p:stCondLst>
                                        </p:cTn>
                                        <p:tgtEl>
                                          <p:spTgt spid="577"/>
                                        </p:tgtEl>
                                        <p:attrNameLst>
                                          <p:attrName>style.visibility</p:attrName>
                                        </p:attrNameLst>
                                      </p:cBhvr>
                                      <p:to>
                                        <p:strVal val="visible"/>
                                      </p:to>
                                    </p:set>
                                    <p:anim calcmode="lin" valueType="num">
                                      <p:cBhvr additive="base">
                                        <p:cTn id="20" dur="500"/>
                                        <p:tgtEl>
                                          <p:spTgt spid="577"/>
                                        </p:tgtEl>
                                        <p:attrNameLst>
                                          <p:attrName>ppt_x</p:attrName>
                                        </p:attrNameLst>
                                      </p:cBhvr>
                                      <p:tavLst>
                                        <p:tav tm="0" fmla="">
                                          <p:val>
                                            <p:strVal val="#ppt_x-1"/>
                                          </p:val>
                                        </p:tav>
                                        <p:tav tm="100000" fmla="">
                                          <p:val>
                                            <p:strVal val="#ppt_x"/>
                                          </p:val>
                                        </p:tav>
                                      </p:tavLst>
                                    </p:anim>
                                  </p:childTnLst>
                                </p:cTn>
                              </p:par>
                            </p:childTnLst>
                          </p:cTn>
                        </p:par>
                        <p:par>
                          <p:cTn id="21" fill="hold">
                            <p:stCondLst>
                              <p:cond delay="1500"/>
                            </p:stCondLst>
                            <p:childTnLst>
                              <p:par>
                                <p:cTn id="22" presetID="2" presetClass="entr" presetSubtype="8" fill="hold" nodeType="afterEffect">
                                  <p:stCondLst>
                                    <p:cond delay="0"/>
                                  </p:stCondLst>
                                  <p:childTnLst>
                                    <p:set>
                                      <p:cBhvr>
                                        <p:cTn id="23" dur="1" fill="hold">
                                          <p:stCondLst>
                                            <p:cond delay="0"/>
                                          </p:stCondLst>
                                        </p:cTn>
                                        <p:tgtEl>
                                          <p:spTgt spid="578"/>
                                        </p:tgtEl>
                                        <p:attrNameLst>
                                          <p:attrName>style.visibility</p:attrName>
                                        </p:attrNameLst>
                                      </p:cBhvr>
                                      <p:to>
                                        <p:strVal val="visible"/>
                                      </p:to>
                                    </p:set>
                                    <p:anim calcmode="lin" valueType="num">
                                      <p:cBhvr additive="base">
                                        <p:cTn id="24" dur="500"/>
                                        <p:tgtEl>
                                          <p:spTgt spid="578"/>
                                        </p:tgtEl>
                                        <p:attrNameLst>
                                          <p:attrName>ppt_x</p:attrName>
                                        </p:attrNameLst>
                                      </p:cBhvr>
                                      <p:tavLst>
                                        <p:tav tm="0" fmla="">
                                          <p:val>
                                            <p:strVal val="#ppt_x-1"/>
                                          </p:val>
                                        </p:tav>
                                        <p:tav tm="100000" fmla="">
                                          <p:val>
                                            <p:strVal val="#ppt_x"/>
                                          </p:val>
                                        </p:tav>
                                      </p:tavLst>
                                    </p:anim>
                                  </p:childTnLst>
                                </p:cTn>
                              </p:par>
                            </p:childTnLst>
                          </p:cTn>
                        </p:par>
                        <p:par>
                          <p:cTn id="25" fill="hold">
                            <p:stCondLst>
                              <p:cond delay="2000"/>
                            </p:stCondLst>
                            <p:childTnLst>
                              <p:par>
                                <p:cTn id="26" presetID="2" presetClass="entr" presetSubtype="8" fill="hold" nodeType="afterEffect">
                                  <p:stCondLst>
                                    <p:cond delay="0"/>
                                  </p:stCondLst>
                                  <p:childTnLst>
                                    <p:set>
                                      <p:cBhvr>
                                        <p:cTn id="27" dur="1" fill="hold">
                                          <p:stCondLst>
                                            <p:cond delay="0"/>
                                          </p:stCondLst>
                                        </p:cTn>
                                        <p:tgtEl>
                                          <p:spTgt spid="579"/>
                                        </p:tgtEl>
                                        <p:attrNameLst>
                                          <p:attrName>style.visibility</p:attrName>
                                        </p:attrNameLst>
                                      </p:cBhvr>
                                      <p:to>
                                        <p:strVal val="visible"/>
                                      </p:to>
                                    </p:set>
                                    <p:anim calcmode="lin" valueType="num">
                                      <p:cBhvr additive="base">
                                        <p:cTn id="28" dur="500"/>
                                        <p:tgtEl>
                                          <p:spTgt spid="579"/>
                                        </p:tgtEl>
                                        <p:attrNameLst>
                                          <p:attrName>ppt_x</p:attrName>
                                        </p:attrNameLst>
                                      </p:cBhvr>
                                      <p:tavLst>
                                        <p:tav tm="0" fmla="">
                                          <p:val>
                                            <p:strVal val="#ppt_x-1"/>
                                          </p:val>
                                        </p:tav>
                                        <p:tav tm="100000" fmla="">
                                          <p:val>
                                            <p:strVal val="#ppt_x"/>
                                          </p:val>
                                        </p:tav>
                                      </p:tavLst>
                                    </p:anim>
                                  </p:childTnLst>
                                </p:cTn>
                              </p:par>
                            </p:childTnLst>
                          </p:cTn>
                        </p:par>
                        <p:par>
                          <p:cTn id="29" fill="hold">
                            <p:stCondLst>
                              <p:cond delay="2500"/>
                            </p:stCondLst>
                            <p:childTnLst>
                              <p:par>
                                <p:cTn id="30" presetID="2" presetClass="entr" presetSubtype="8" fill="hold" nodeType="afterEffect">
                                  <p:stCondLst>
                                    <p:cond delay="0"/>
                                  </p:stCondLst>
                                  <p:childTnLst>
                                    <p:set>
                                      <p:cBhvr>
                                        <p:cTn id="31" dur="1" fill="hold">
                                          <p:stCondLst>
                                            <p:cond delay="0"/>
                                          </p:stCondLst>
                                        </p:cTn>
                                        <p:tgtEl>
                                          <p:spTgt spid="580"/>
                                        </p:tgtEl>
                                        <p:attrNameLst>
                                          <p:attrName>style.visibility</p:attrName>
                                        </p:attrNameLst>
                                      </p:cBhvr>
                                      <p:to>
                                        <p:strVal val="visible"/>
                                      </p:to>
                                    </p:set>
                                    <p:anim calcmode="lin" valueType="num">
                                      <p:cBhvr additive="base">
                                        <p:cTn id="32" dur="500"/>
                                        <p:tgtEl>
                                          <p:spTgt spid="580"/>
                                        </p:tgtEl>
                                        <p:attrNameLst>
                                          <p:attrName>ppt_x</p:attrName>
                                        </p:attrNameLst>
                                      </p:cBhvr>
                                      <p:tavLst>
                                        <p:tav tm="0" fmla="">
                                          <p:val>
                                            <p:strVal val="#ppt_x-1"/>
                                          </p:val>
                                        </p:tav>
                                        <p:tav tm="100000" fmla="">
                                          <p:val>
                                            <p:strVal val="#ppt_x"/>
                                          </p:val>
                                        </p:tav>
                                      </p:tavLst>
                                    </p:anim>
                                  </p:childTnLst>
                                </p:cTn>
                              </p:par>
                            </p:childTnLst>
                          </p:cTn>
                        </p:par>
                        <p:par>
                          <p:cTn id="33" fill="hold">
                            <p:stCondLst>
                              <p:cond delay="3000"/>
                            </p:stCondLst>
                            <p:childTnLst>
                              <p:par>
                                <p:cTn id="34" presetID="2" presetClass="entr" presetSubtype="8" fill="hold" nodeType="afterEffect">
                                  <p:stCondLst>
                                    <p:cond delay="0"/>
                                  </p:stCondLst>
                                  <p:childTnLst>
                                    <p:set>
                                      <p:cBhvr>
                                        <p:cTn id="35" dur="1" fill="hold">
                                          <p:stCondLst>
                                            <p:cond delay="0"/>
                                          </p:stCondLst>
                                        </p:cTn>
                                        <p:tgtEl>
                                          <p:spTgt spid="581"/>
                                        </p:tgtEl>
                                        <p:attrNameLst>
                                          <p:attrName>style.visibility</p:attrName>
                                        </p:attrNameLst>
                                      </p:cBhvr>
                                      <p:to>
                                        <p:strVal val="visible"/>
                                      </p:to>
                                    </p:set>
                                    <p:anim calcmode="lin" valueType="num">
                                      <p:cBhvr additive="base">
                                        <p:cTn id="36" dur="500"/>
                                        <p:tgtEl>
                                          <p:spTgt spid="581"/>
                                        </p:tgtEl>
                                        <p:attrNameLst>
                                          <p:attrName>ppt_x</p:attrName>
                                        </p:attrNameLst>
                                      </p:cBhvr>
                                      <p:tavLst>
                                        <p:tav tm="0" fmla="">
                                          <p:val>
                                            <p:strVal val="#ppt_x-1"/>
                                          </p:val>
                                        </p:tav>
                                        <p:tav tm="100000" fmla="">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585" name="Shape 585"/>
        <p:cNvGrpSpPr/>
        <p:nvPr/>
      </p:nvGrpSpPr>
      <p:grpSpPr>
        <a:xfrm>
          <a:off x="0" y="0"/>
          <a:ext cx="0" cy="0"/>
          <a:chOff x="0" y="0"/>
          <a:chExt cx="0" cy="0"/>
        </a:xfrm>
      </p:grpSpPr>
      <p:sp>
        <p:nvSpPr>
          <p:cNvPr id="586" name="Google Shape;586;p38"/>
          <p:cNvSpPr txBox="1"/>
          <p:nvPr/>
        </p:nvSpPr>
        <p:spPr>
          <a:xfrm>
            <a:off x="1149613" y="1473692"/>
            <a:ext cx="8703024" cy="9233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5400"/>
              <a:buFont typeface="Fira Sans Extra Condensed"/>
              <a:buNone/>
            </a:pPr>
            <a:r>
              <a:rPr lang="vi-VN" sz="5400" b="0" i="0" u="none" strike="noStrike" cap="none">
                <a:solidFill>
                  <a:srgbClr val="FFFFFF"/>
                </a:solidFill>
                <a:latin typeface="Fira Sans Extra Condensed"/>
                <a:ea typeface="Fira Sans Extra Condensed"/>
                <a:cs typeface="Fira Sans Extra Condensed"/>
                <a:sym typeface="Fira Sans Extra Condensed"/>
              </a:rPr>
              <a:t>TRẮC</a:t>
            </a:r>
            <a:r>
              <a:rPr lang="vi-VN" sz="5400" b="0" i="0" u="none" strike="noStrike" cap="none">
                <a:solidFill>
                  <a:srgbClr val="FFFFFF"/>
                </a:solidFill>
                <a:latin typeface="Fira Sans Extra Condensed"/>
                <a:ea typeface="Fira Sans Extra Condensed"/>
                <a:cs typeface="Fira Sans Extra Condensed"/>
                <a:sym typeface="Fira Sans Extra Condensed"/>
              </a:rPr>
              <a:t> NGHIỆM KIẾN THỨC ĐÃ HỌC</a:t>
            </a:r>
            <a:endParaRPr sz="5400" b="0" i="0" u="none" strike="noStrike" cap="none">
              <a:solidFill>
                <a:srgbClr val="FFFFFF"/>
              </a:solidFill>
              <a:latin typeface="Fira Sans Extra Condensed"/>
              <a:ea typeface="Fira Sans Extra Condensed"/>
              <a:cs typeface="Fira Sans Extra Condensed"/>
              <a:sym typeface="Fira Sans Extra Condensed"/>
            </a:endParaRPr>
          </a:p>
        </p:txBody>
      </p:sp>
      <p:sp>
        <p:nvSpPr>
          <p:cNvPr id="587" name="Google Shape;587;p38"/>
          <p:cNvSpPr/>
          <p:nvPr/>
        </p:nvSpPr>
        <p:spPr>
          <a:xfrm>
            <a:off x="1500832" y="2704148"/>
            <a:ext cx="91903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FFFFFF"/>
              </a:buClr>
              <a:buSzPts val="4400"/>
              <a:buFont typeface="Fira Sans Extra Condensed"/>
              <a:buNone/>
            </a:pPr>
            <a:r>
              <a:rPr lang="vi-VN" sz="4400" b="0" i="0" u="none" strike="noStrike" cap="none">
                <a:solidFill>
                  <a:srgbClr val="FFFFFF"/>
                </a:solidFill>
                <a:latin typeface="Fira Sans Extra Condensed"/>
                <a:ea typeface="Fira Sans Extra Condensed"/>
                <a:cs typeface="Fira Sans Extra Condensed"/>
                <a:sym typeface="Fira Sans Extra Condensed"/>
              </a:rPr>
              <a:t>Hãy</a:t>
            </a:r>
            <a:r>
              <a:rPr lang="vi-VN" sz="4400" b="0" i="0" u="none" strike="noStrike" cap="none">
                <a:solidFill>
                  <a:srgbClr val="FFFFFF"/>
                </a:solidFill>
                <a:latin typeface="Fira Sans Extra Condensed"/>
                <a:ea typeface="Fira Sans Extra Condensed"/>
                <a:cs typeface="Fira Sans Extra Condensed"/>
                <a:sym typeface="Fira Sans Extra Condensed"/>
              </a:rPr>
              <a:t> chọn một phương án trả lời đúng nhất</a:t>
            </a:r>
            <a:endParaRPr sz="4400" b="0" i="0" u="none" strike="noStrike" cap="none">
              <a:solidFill>
                <a:srgbClr val="FFFFFF"/>
              </a:solidFill>
              <a:latin typeface="Fira Sans Extra Condensed"/>
              <a:ea typeface="Fira Sans Extra Condensed"/>
              <a:cs typeface="Fira Sans Extra Condensed"/>
              <a:sym typeface="Fira Sans Extra Condensed"/>
            </a:endParaRPr>
          </a:p>
        </p:txBody>
      </p:sp>
      <p:pic>
        <p:nvPicPr>
          <p:cNvPr id="588" name="Google Shape;588;p38"/>
          <p:cNvPicPr preferRelativeResize="0"/>
          <p:nvPr/>
        </p:nvPicPr>
        <p:blipFill rotWithShape="1">
          <a:blip r:embed="rId1"/>
          <a:srcRect/>
          <a:stretch>
            <a:fillRect/>
          </a:stretch>
        </p:blipFill>
        <p:spPr>
          <a:xfrm>
            <a:off x="10494163" y="3769131"/>
            <a:ext cx="1086500" cy="1182926"/>
          </a:xfrm>
          <a:prstGeom prst="rect">
            <a:avLst/>
          </a:prstGeom>
          <a:noFill/>
          <a:ln>
            <a:noFill/>
          </a:ln>
        </p:spPr>
      </p:pic>
      <p:pic>
        <p:nvPicPr>
          <p:cNvPr id="589" name="Google Shape;589;p38"/>
          <p:cNvPicPr preferRelativeResize="0"/>
          <p:nvPr/>
        </p:nvPicPr>
        <p:blipFill rotWithShape="1">
          <a:blip r:embed="rId2"/>
          <a:srcRect/>
          <a:stretch>
            <a:fillRect/>
          </a:stretch>
        </p:blipFill>
        <p:spPr>
          <a:xfrm>
            <a:off x="9776937" y="4515854"/>
            <a:ext cx="812889" cy="885032"/>
          </a:xfrm>
          <a:prstGeom prst="rect">
            <a:avLst/>
          </a:prstGeom>
          <a:noFill/>
          <a:ln>
            <a:noFill/>
          </a:ln>
        </p:spPr>
      </p:pic>
      <p:pic>
        <p:nvPicPr>
          <p:cNvPr id="590" name="Google Shape;590;p38"/>
          <p:cNvPicPr preferRelativeResize="0"/>
          <p:nvPr/>
        </p:nvPicPr>
        <p:blipFill rotWithShape="1">
          <a:blip r:embed="rId3"/>
          <a:srcRect/>
          <a:stretch>
            <a:fillRect/>
          </a:stretch>
        </p:blipFill>
        <p:spPr>
          <a:xfrm>
            <a:off x="10361978" y="5130389"/>
            <a:ext cx="520391" cy="566575"/>
          </a:xfrm>
          <a:prstGeom prst="rect">
            <a:avLst/>
          </a:prstGeom>
          <a:noFill/>
          <a:ln>
            <a:noFill/>
          </a:ln>
        </p:spPr>
      </p:pic>
      <p:sp>
        <p:nvSpPr>
          <p:cNvPr id="591" name="Google Shape;591;p38"/>
          <p:cNvSpPr/>
          <p:nvPr/>
        </p:nvSpPr>
        <p:spPr>
          <a:xfrm>
            <a:off x="-683345" y="4902196"/>
            <a:ext cx="567114" cy="349210"/>
          </a:xfrm>
          <a:prstGeom prst="cloud">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Arial" panose="020B0704020202020204"/>
              <a:ea typeface="Arial" panose="020B0704020202020204"/>
              <a:cs typeface="Arial" panose="020B0704020202020204"/>
              <a:sym typeface="Arial" panose="020B0704020202020204"/>
            </a:endParaRPr>
          </a:p>
        </p:txBody>
      </p:sp>
      <p:sp>
        <p:nvSpPr>
          <p:cNvPr id="592" name="Google Shape;592;p38"/>
          <p:cNvSpPr/>
          <p:nvPr/>
        </p:nvSpPr>
        <p:spPr>
          <a:xfrm>
            <a:off x="13632601" y="4702499"/>
            <a:ext cx="891420" cy="548907"/>
          </a:xfrm>
          <a:prstGeom prst="cloud">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Arial" panose="020B0704020202020204"/>
              <a:ea typeface="Arial" panose="020B0704020202020204"/>
              <a:cs typeface="Arial" panose="020B0704020202020204"/>
              <a:sym typeface="Arial" panose="020B0704020202020204"/>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fill="hold" nodeType="withEffect">
                                  <p:stCondLst>
                                    <p:cond delay="0"/>
                                  </p:stCondLst>
                                  <p:childTnLst>
                                    <p:animRot by="-21600000">
                                      <p:cBhvr>
                                        <p:cTn id="6" dur="2250" fill="hold"/>
                                        <p:tgtEl>
                                          <p:spTgt spid="588"/>
                                        </p:tgtEl>
                                        <p:attrNameLst>
                                          <p:attrName>r</p:attrName>
                                        </p:attrNameLst>
                                      </p:cBhvr>
                                    </p:animRot>
                                  </p:childTnLst>
                                </p:cTn>
                              </p:par>
                              <p:par>
                                <p:cTn id="7" presetID="8" presetClass="emph" presetSubtype="0" fill="hold" nodeType="withEffect">
                                  <p:stCondLst>
                                    <p:cond delay="0"/>
                                  </p:stCondLst>
                                  <p:childTnLst>
                                    <p:animRot by="-21600000">
                                      <p:cBhvr>
                                        <p:cTn id="8" dur="2500" fill="hold"/>
                                        <p:tgtEl>
                                          <p:spTgt spid="589"/>
                                        </p:tgtEl>
                                        <p:attrNameLst>
                                          <p:attrName>r</p:attrName>
                                        </p:attrNameLst>
                                      </p:cBhvr>
                                    </p:animRot>
                                  </p:childTnLst>
                                </p:cTn>
                              </p:par>
                              <p:par>
                                <p:cTn id="9" presetID="8" presetClass="emph" presetSubtype="0" fill="hold" nodeType="withEffect">
                                  <p:stCondLst>
                                    <p:cond delay="0"/>
                                  </p:stCondLst>
                                  <p:childTnLst>
                                    <p:animRot by="-21600000">
                                      <p:cBhvr>
                                        <p:cTn id="10" dur="2000" fill="hold"/>
                                        <p:tgtEl>
                                          <p:spTgt spid="590"/>
                                        </p:tgtEl>
                                        <p:attrNameLst>
                                          <p:attrName>r</p:attrName>
                                        </p:attrNameLst>
                                      </p:cBhvr>
                                    </p:animRot>
                                  </p:childTnLst>
                                </p:cTn>
                              </p:par>
                              <p:par>
                                <p:cTn id="11" presetID="2" presetClass="entr" presetSubtype="2" fill="hold" nodeType="withEffect">
                                  <p:stCondLst>
                                    <p:cond delay="500"/>
                                  </p:stCondLst>
                                  <p:childTnLst>
                                    <p:set>
                                      <p:cBhvr>
                                        <p:cTn id="12" dur="1" fill="hold">
                                          <p:stCondLst>
                                            <p:cond delay="0"/>
                                          </p:stCondLst>
                                        </p:cTn>
                                        <p:tgtEl>
                                          <p:spTgt spid="591"/>
                                        </p:tgtEl>
                                        <p:attrNameLst>
                                          <p:attrName>style.visibility</p:attrName>
                                        </p:attrNameLst>
                                      </p:cBhvr>
                                      <p:to>
                                        <p:strVal val="visible"/>
                                      </p:to>
                                    </p:set>
                                    <p:anim calcmode="lin" valueType="num">
                                      <p:cBhvr additive="base">
                                        <p:cTn id="13" dur="5000"/>
                                        <p:tgtEl>
                                          <p:spTgt spid="591"/>
                                        </p:tgtEl>
                                        <p:attrNameLst>
                                          <p:attrName>ppt_x</p:attrName>
                                        </p:attrNameLst>
                                      </p:cBhvr>
                                      <p:tavLst>
                                        <p:tav tm="0" fmla="">
                                          <p:val>
                                            <p:strVal val="#ppt_x+1"/>
                                          </p:val>
                                        </p:tav>
                                        <p:tav tm="100000" fmla="">
                                          <p:val>
                                            <p:strVal val="#ppt_x"/>
                                          </p:val>
                                        </p:tav>
                                      </p:tavLst>
                                    </p:anim>
                                  </p:childTnLst>
                                </p:cTn>
                              </p:par>
                              <p:par>
                                <p:cTn id="14" presetID="2" presetClass="entr" presetSubtype="8" fill="hold" nodeType="withEffect">
                                  <p:stCondLst>
                                    <p:cond delay="500"/>
                                  </p:stCondLst>
                                  <p:childTnLst>
                                    <p:set>
                                      <p:cBhvr>
                                        <p:cTn id="15" dur="1" fill="hold">
                                          <p:stCondLst>
                                            <p:cond delay="0"/>
                                          </p:stCondLst>
                                        </p:cTn>
                                        <p:tgtEl>
                                          <p:spTgt spid="592"/>
                                        </p:tgtEl>
                                        <p:attrNameLst>
                                          <p:attrName>style.visibility</p:attrName>
                                        </p:attrNameLst>
                                      </p:cBhvr>
                                      <p:to>
                                        <p:strVal val="visible"/>
                                      </p:to>
                                    </p:set>
                                    <p:anim calcmode="lin" valueType="num">
                                      <p:cBhvr additive="base">
                                        <p:cTn id="16" dur="5000"/>
                                        <p:tgtEl>
                                          <p:spTgt spid="592"/>
                                        </p:tgtEl>
                                        <p:attrNameLst>
                                          <p:attrName>ppt_x</p:attrName>
                                        </p:attrNameLst>
                                      </p:cBhvr>
                                      <p:tavLst>
                                        <p:tav tm="0" fmla="">
                                          <p:val>
                                            <p:strVal val="#ppt_x-1"/>
                                          </p:val>
                                        </p:tav>
                                        <p:tav tm="100000" fmla="">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596" name="Shape 596"/>
        <p:cNvGrpSpPr/>
        <p:nvPr/>
      </p:nvGrpSpPr>
      <p:grpSpPr>
        <a:xfrm>
          <a:off x="0" y="0"/>
          <a:ext cx="0" cy="0"/>
          <a:chOff x="0" y="0"/>
          <a:chExt cx="0" cy="0"/>
        </a:xfrm>
      </p:grpSpPr>
      <p:pic>
        <p:nvPicPr>
          <p:cNvPr id="597" name="Google Shape;597;p39"/>
          <p:cNvPicPr preferRelativeResize="0"/>
          <p:nvPr/>
        </p:nvPicPr>
        <p:blipFill rotWithShape="1">
          <a:blip r:embed="rId1"/>
          <a:srcRect/>
          <a:stretch>
            <a:fillRect/>
          </a:stretch>
        </p:blipFill>
        <p:spPr>
          <a:xfrm>
            <a:off x="10494163" y="3769131"/>
            <a:ext cx="1086500" cy="1182926"/>
          </a:xfrm>
          <a:prstGeom prst="rect">
            <a:avLst/>
          </a:prstGeom>
          <a:noFill/>
          <a:ln>
            <a:noFill/>
          </a:ln>
        </p:spPr>
      </p:pic>
      <p:pic>
        <p:nvPicPr>
          <p:cNvPr id="598" name="Google Shape;598;p39"/>
          <p:cNvPicPr preferRelativeResize="0"/>
          <p:nvPr/>
        </p:nvPicPr>
        <p:blipFill rotWithShape="1">
          <a:blip r:embed="rId2"/>
          <a:srcRect/>
          <a:stretch>
            <a:fillRect/>
          </a:stretch>
        </p:blipFill>
        <p:spPr>
          <a:xfrm>
            <a:off x="9776937" y="4515854"/>
            <a:ext cx="812889" cy="885032"/>
          </a:xfrm>
          <a:prstGeom prst="rect">
            <a:avLst/>
          </a:prstGeom>
          <a:noFill/>
          <a:ln>
            <a:noFill/>
          </a:ln>
        </p:spPr>
      </p:pic>
      <p:pic>
        <p:nvPicPr>
          <p:cNvPr id="599" name="Google Shape;599;p39"/>
          <p:cNvPicPr preferRelativeResize="0"/>
          <p:nvPr/>
        </p:nvPicPr>
        <p:blipFill rotWithShape="1">
          <a:blip r:embed="rId3"/>
          <a:srcRect/>
          <a:stretch>
            <a:fillRect/>
          </a:stretch>
        </p:blipFill>
        <p:spPr>
          <a:xfrm>
            <a:off x="10361978" y="5130389"/>
            <a:ext cx="520391" cy="566575"/>
          </a:xfrm>
          <a:prstGeom prst="rect">
            <a:avLst/>
          </a:prstGeom>
          <a:noFill/>
          <a:ln>
            <a:noFill/>
          </a:ln>
        </p:spPr>
      </p:pic>
      <p:sp>
        <p:nvSpPr>
          <p:cNvPr id="600" name="Google Shape;600;p39"/>
          <p:cNvSpPr/>
          <p:nvPr/>
        </p:nvSpPr>
        <p:spPr>
          <a:xfrm>
            <a:off x="832636" y="199869"/>
            <a:ext cx="10526728" cy="1604597"/>
          </a:xfrm>
          <a:prstGeom prst="snip2DiagRect">
            <a:avLst>
              <a:gd name="adj1" fmla="val 0"/>
              <a:gd name="adj2" fmla="val 16667"/>
            </a:avLst>
          </a:prstGeom>
          <a:blipFill rotWithShape="1">
            <a:blip r:embed="rId4"/>
            <a:stretch>
              <a:fillRect b="-3421"/>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601" name="Google Shape;601;p39"/>
          <p:cNvSpPr/>
          <p:nvPr/>
        </p:nvSpPr>
        <p:spPr>
          <a:xfrm>
            <a:off x="1110220" y="1949346"/>
            <a:ext cx="4906798" cy="770816"/>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800"/>
              <a:buFont typeface="Fira Sans Extra Condensed"/>
              <a:buNone/>
            </a:pPr>
            <a:r>
              <a:rPr lang="vi-VN" sz="2800">
                <a:solidFill>
                  <a:srgbClr val="000000"/>
                </a:solidFill>
                <a:latin typeface="Fira Sans Extra Condensed"/>
                <a:ea typeface="Fira Sans Extra Condensed"/>
                <a:cs typeface="Fira Sans Extra Condensed"/>
                <a:sym typeface="Fira Sans Extra Condensed"/>
              </a:rPr>
              <a:t>A. 0,32mJ</a:t>
            </a:r>
            <a:endParaRPr sz="2800" b="0" i="0" u="none" strike="noStrike" cap="none">
              <a:solidFill>
                <a:srgbClr val="000000"/>
              </a:solidFill>
              <a:latin typeface="Fira Sans Extra Condensed"/>
              <a:ea typeface="Fira Sans Extra Condensed"/>
              <a:cs typeface="Fira Sans Extra Condensed"/>
              <a:sym typeface="Fira Sans Extra Condensed"/>
            </a:endParaRPr>
          </a:p>
        </p:txBody>
      </p:sp>
      <p:sp>
        <p:nvSpPr>
          <p:cNvPr id="602" name="Google Shape;602;p39"/>
          <p:cNvSpPr/>
          <p:nvPr/>
        </p:nvSpPr>
        <p:spPr>
          <a:xfrm>
            <a:off x="-683345" y="4902196"/>
            <a:ext cx="567114" cy="349210"/>
          </a:xfrm>
          <a:prstGeom prst="cloud">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Arial" panose="020B0704020202020204"/>
              <a:ea typeface="Arial" panose="020B0704020202020204"/>
              <a:cs typeface="Arial" panose="020B0704020202020204"/>
              <a:sym typeface="Arial" panose="020B0704020202020204"/>
            </a:endParaRPr>
          </a:p>
        </p:txBody>
      </p:sp>
      <p:sp>
        <p:nvSpPr>
          <p:cNvPr id="603" name="Google Shape;603;p39"/>
          <p:cNvSpPr/>
          <p:nvPr/>
        </p:nvSpPr>
        <p:spPr>
          <a:xfrm>
            <a:off x="13632601" y="4702499"/>
            <a:ext cx="891420" cy="548907"/>
          </a:xfrm>
          <a:prstGeom prst="cloud">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Arial" panose="020B0704020202020204"/>
              <a:ea typeface="Arial" panose="020B0704020202020204"/>
              <a:cs typeface="Arial" panose="020B0704020202020204"/>
              <a:sym typeface="Arial" panose="020B0704020202020204"/>
            </a:endParaRPr>
          </a:p>
        </p:txBody>
      </p:sp>
      <p:sp>
        <p:nvSpPr>
          <p:cNvPr id="604" name="Google Shape;604;p39"/>
          <p:cNvSpPr/>
          <p:nvPr/>
        </p:nvSpPr>
        <p:spPr>
          <a:xfrm>
            <a:off x="6130615" y="1953535"/>
            <a:ext cx="4906798" cy="770816"/>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800"/>
              <a:buFont typeface="Fira Sans Extra Condensed"/>
              <a:buNone/>
            </a:pPr>
            <a:r>
              <a:rPr lang="vi-VN" sz="2800" b="0" i="0" u="none" strike="noStrike" cap="none">
                <a:solidFill>
                  <a:srgbClr val="000000"/>
                </a:solidFill>
                <a:latin typeface="Fira Sans Extra Condensed"/>
                <a:ea typeface="Fira Sans Extra Condensed"/>
                <a:cs typeface="Fira Sans Extra Condensed"/>
                <a:sym typeface="Fira Sans Extra Condensed"/>
              </a:rPr>
              <a:t>B. 3200J</a:t>
            </a:r>
            <a:endParaRPr sz="2800" b="0" i="0" u="none" strike="noStrike" cap="none">
              <a:solidFill>
                <a:srgbClr val="000000"/>
              </a:solidFill>
              <a:latin typeface="Fira Sans Extra Condensed"/>
              <a:ea typeface="Fira Sans Extra Condensed"/>
              <a:cs typeface="Fira Sans Extra Condensed"/>
              <a:sym typeface="Fira Sans Extra Condensed"/>
            </a:endParaRPr>
          </a:p>
        </p:txBody>
      </p:sp>
      <p:sp>
        <p:nvSpPr>
          <p:cNvPr id="605" name="Google Shape;605;p39"/>
          <p:cNvSpPr/>
          <p:nvPr/>
        </p:nvSpPr>
        <p:spPr>
          <a:xfrm>
            <a:off x="1110220" y="2838518"/>
            <a:ext cx="4906798" cy="770816"/>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800"/>
              <a:buFont typeface="Fira Sans Extra Condensed"/>
              <a:buNone/>
            </a:pPr>
            <a:r>
              <a:rPr lang="vi-VN" sz="2800" b="0" i="0" u="none" strike="noStrike" cap="none">
                <a:solidFill>
                  <a:srgbClr val="000000"/>
                </a:solidFill>
                <a:latin typeface="Fira Sans Extra Condensed"/>
                <a:ea typeface="Fira Sans Extra Condensed"/>
                <a:cs typeface="Fira Sans Extra Condensed"/>
                <a:sym typeface="Fira Sans Extra Condensed"/>
              </a:rPr>
              <a:t>C. 3,2J</a:t>
            </a:r>
            <a:endParaRPr sz="2800" b="0" i="0" u="none" strike="noStrike" cap="none">
              <a:solidFill>
                <a:srgbClr val="000000"/>
              </a:solidFill>
              <a:latin typeface="Fira Sans Extra Condensed"/>
              <a:ea typeface="Fira Sans Extra Condensed"/>
              <a:cs typeface="Fira Sans Extra Condensed"/>
              <a:sym typeface="Fira Sans Extra Condensed"/>
            </a:endParaRPr>
          </a:p>
        </p:txBody>
      </p:sp>
      <p:sp>
        <p:nvSpPr>
          <p:cNvPr id="606" name="Google Shape;606;p39"/>
          <p:cNvSpPr/>
          <p:nvPr/>
        </p:nvSpPr>
        <p:spPr>
          <a:xfrm>
            <a:off x="6130615" y="2842707"/>
            <a:ext cx="4906798" cy="770816"/>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800"/>
              <a:buFont typeface="Fira Sans Extra Condensed"/>
              <a:buNone/>
            </a:pPr>
            <a:r>
              <a:rPr lang="vi-VN" sz="2800" b="0" i="0" u="none" strike="noStrike" cap="none">
                <a:solidFill>
                  <a:srgbClr val="000000"/>
                </a:solidFill>
                <a:latin typeface="Fira Sans Extra Condensed"/>
                <a:ea typeface="Fira Sans Extra Condensed"/>
                <a:cs typeface="Fira Sans Extra Condensed"/>
                <a:sym typeface="Fira Sans Extra Condensed"/>
              </a:rPr>
              <a:t>D. 0,32J</a:t>
            </a:r>
            <a:endParaRPr sz="2800" b="0" i="0" u="none" strike="noStrike" cap="none">
              <a:solidFill>
                <a:srgbClr val="000000"/>
              </a:solidFill>
              <a:latin typeface="Fira Sans Extra Condensed"/>
              <a:ea typeface="Fira Sans Extra Condensed"/>
              <a:cs typeface="Fira Sans Extra Condensed"/>
              <a:sym typeface="Fira Sans Extra Condensed"/>
            </a:endParaRPr>
          </a:p>
        </p:txBody>
      </p:sp>
      <p:pic>
        <p:nvPicPr>
          <p:cNvPr id="607" name="Google Shape;607;p39"/>
          <p:cNvPicPr preferRelativeResize="0"/>
          <p:nvPr/>
        </p:nvPicPr>
        <p:blipFill rotWithShape="1">
          <a:blip r:embed="rId5"/>
          <a:srcRect r="-5484"/>
          <a:stretch>
            <a:fillRect/>
          </a:stretch>
        </p:blipFill>
        <p:spPr>
          <a:xfrm>
            <a:off x="5131881" y="1974821"/>
            <a:ext cx="885137" cy="708059"/>
          </a:xfrm>
          <a:prstGeom prst="rect">
            <a:avLst/>
          </a:prstGeom>
          <a:noFill/>
          <a:ln>
            <a:noFill/>
          </a:ln>
        </p:spPr>
      </p:pic>
      <p:pic>
        <p:nvPicPr>
          <p:cNvPr id="608" name="Google Shape;608;p39"/>
          <p:cNvPicPr preferRelativeResize="0"/>
          <p:nvPr/>
        </p:nvPicPr>
        <p:blipFill rotWithShape="1">
          <a:blip r:embed="rId6"/>
          <a:srcRect r="3472"/>
          <a:stretch>
            <a:fillRect/>
          </a:stretch>
        </p:blipFill>
        <p:spPr>
          <a:xfrm>
            <a:off x="5212482" y="2871882"/>
            <a:ext cx="804536" cy="704088"/>
          </a:xfrm>
          <a:prstGeom prst="rect">
            <a:avLst/>
          </a:prstGeom>
          <a:noFill/>
          <a:ln>
            <a:noFill/>
          </a:ln>
        </p:spPr>
      </p:pic>
      <p:pic>
        <p:nvPicPr>
          <p:cNvPr id="609" name="Google Shape;609;p39"/>
          <p:cNvPicPr preferRelativeResize="0"/>
          <p:nvPr/>
        </p:nvPicPr>
        <p:blipFill rotWithShape="1">
          <a:blip r:embed="rId7"/>
          <a:srcRect/>
          <a:stretch>
            <a:fillRect/>
          </a:stretch>
        </p:blipFill>
        <p:spPr>
          <a:xfrm>
            <a:off x="10232671" y="2883479"/>
            <a:ext cx="804742" cy="707197"/>
          </a:xfrm>
          <a:prstGeom prst="rect">
            <a:avLst/>
          </a:prstGeom>
          <a:noFill/>
          <a:ln>
            <a:noFill/>
          </a:ln>
        </p:spPr>
      </p:pic>
      <p:pic>
        <p:nvPicPr>
          <p:cNvPr id="610" name="Google Shape;610;p39"/>
          <p:cNvPicPr preferRelativeResize="0"/>
          <p:nvPr/>
        </p:nvPicPr>
        <p:blipFill rotWithShape="1">
          <a:blip r:embed="rId7"/>
          <a:srcRect/>
          <a:stretch>
            <a:fillRect/>
          </a:stretch>
        </p:blipFill>
        <p:spPr>
          <a:xfrm>
            <a:off x="10232671" y="1994791"/>
            <a:ext cx="804742" cy="707197"/>
          </a:xfrm>
          <a:prstGeom prst="rect">
            <a:avLst/>
          </a:prstGeom>
          <a:noFill/>
          <a:ln>
            <a:noFill/>
          </a:ln>
        </p:spPr>
      </p:pic>
      <p:sp>
        <p:nvSpPr>
          <p:cNvPr id="611" name="Google Shape;611;p39">
            <a:hlinkClick r:id="" action="ppaction://hlinkshowjump?jump=nextslide"/>
          </p:cNvPr>
          <p:cNvSpPr/>
          <p:nvPr/>
        </p:nvSpPr>
        <p:spPr>
          <a:xfrm>
            <a:off x="5345264" y="5130389"/>
            <a:ext cx="1388898" cy="650469"/>
          </a:xfrm>
          <a:prstGeom prst="cloud">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D8D8D8"/>
              </a:buClr>
              <a:buSzPts val="2000"/>
              <a:buFont typeface="Arial" panose="020B0704020202020204"/>
              <a:buNone/>
            </a:pPr>
            <a:r>
              <a:rPr lang="vi-VN" sz="2000" b="0" i="0" u="none" strike="noStrike" cap="none">
                <a:solidFill>
                  <a:srgbClr val="D8D8D8"/>
                </a:solidFill>
                <a:latin typeface="Arial" panose="020B0704020202020204"/>
                <a:ea typeface="Arial" panose="020B0704020202020204"/>
                <a:cs typeface="Arial" panose="020B0704020202020204"/>
                <a:sym typeface="Arial" panose="020B0704020202020204"/>
              </a:rPr>
              <a:t>NEXT</a:t>
            </a:r>
            <a:endParaRPr lang="vi-VN" sz="2000" b="0" i="0" u="none" strike="noStrike" cap="none">
              <a:solidFill>
                <a:srgbClr val="D8D8D8"/>
              </a:solidFill>
              <a:latin typeface="Arial" panose="020B0704020202020204"/>
              <a:ea typeface="Arial" panose="020B0704020202020204"/>
              <a:cs typeface="Arial" panose="020B0704020202020204"/>
              <a:sym typeface="Arial" panose="020B0704020202020204"/>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00"/>
                                        </p:tgtEl>
                                        <p:attrNameLst>
                                          <p:attrName>style.visibility</p:attrName>
                                        </p:attrNameLst>
                                      </p:cBhvr>
                                      <p:to>
                                        <p:strVal val="visible"/>
                                      </p:to>
                                    </p:set>
                                    <p:animEffect transition="in" filter="fade">
                                      <p:cBhvr>
                                        <p:cTn id="7" dur="500"/>
                                        <p:tgtEl>
                                          <p:spTgt spid="600"/>
                                        </p:tgtEl>
                                      </p:cBhvr>
                                    </p:animEffect>
                                  </p:childTnLst>
                                </p:cTn>
                              </p:par>
                              <p:par>
                                <p:cTn id="8" presetID="10" presetClass="entr" presetSubtype="0" fill="hold" nodeType="withEffect">
                                  <p:stCondLst>
                                    <p:cond delay="500"/>
                                  </p:stCondLst>
                                  <p:childTnLst>
                                    <p:set>
                                      <p:cBhvr>
                                        <p:cTn id="9" dur="1" fill="hold">
                                          <p:stCondLst>
                                            <p:cond delay="0"/>
                                          </p:stCondLst>
                                        </p:cTn>
                                        <p:tgtEl>
                                          <p:spTgt spid="601"/>
                                        </p:tgtEl>
                                        <p:attrNameLst>
                                          <p:attrName>style.visibility</p:attrName>
                                        </p:attrNameLst>
                                      </p:cBhvr>
                                      <p:to>
                                        <p:strVal val="visible"/>
                                      </p:to>
                                    </p:set>
                                    <p:animEffect transition="in" filter="fade">
                                      <p:cBhvr>
                                        <p:cTn id="10" dur="500"/>
                                        <p:tgtEl>
                                          <p:spTgt spid="601"/>
                                        </p:tgtEl>
                                      </p:cBhvr>
                                    </p:animEffect>
                                  </p:childTnLst>
                                </p:cTn>
                              </p:par>
                              <p:par>
                                <p:cTn id="11" presetID="10" presetClass="entr" presetSubtype="0" fill="hold" nodeType="withEffect">
                                  <p:stCondLst>
                                    <p:cond delay="1000"/>
                                  </p:stCondLst>
                                  <p:childTnLst>
                                    <p:set>
                                      <p:cBhvr>
                                        <p:cTn id="12" dur="1" fill="hold">
                                          <p:stCondLst>
                                            <p:cond delay="0"/>
                                          </p:stCondLst>
                                        </p:cTn>
                                        <p:tgtEl>
                                          <p:spTgt spid="604"/>
                                        </p:tgtEl>
                                        <p:attrNameLst>
                                          <p:attrName>style.visibility</p:attrName>
                                        </p:attrNameLst>
                                      </p:cBhvr>
                                      <p:to>
                                        <p:strVal val="visible"/>
                                      </p:to>
                                    </p:set>
                                    <p:animEffect transition="in" filter="fade">
                                      <p:cBhvr>
                                        <p:cTn id="13" dur="500"/>
                                        <p:tgtEl>
                                          <p:spTgt spid="604"/>
                                        </p:tgtEl>
                                      </p:cBhvr>
                                    </p:animEffect>
                                  </p:childTnLst>
                                </p:cTn>
                              </p:par>
                              <p:par>
                                <p:cTn id="14" presetID="10" presetClass="entr" presetSubtype="0" fill="hold" nodeType="withEffect">
                                  <p:stCondLst>
                                    <p:cond delay="1500"/>
                                  </p:stCondLst>
                                  <p:childTnLst>
                                    <p:set>
                                      <p:cBhvr>
                                        <p:cTn id="15" dur="1" fill="hold">
                                          <p:stCondLst>
                                            <p:cond delay="0"/>
                                          </p:stCondLst>
                                        </p:cTn>
                                        <p:tgtEl>
                                          <p:spTgt spid="605"/>
                                        </p:tgtEl>
                                        <p:attrNameLst>
                                          <p:attrName>style.visibility</p:attrName>
                                        </p:attrNameLst>
                                      </p:cBhvr>
                                      <p:to>
                                        <p:strVal val="visible"/>
                                      </p:to>
                                    </p:set>
                                    <p:animEffect transition="in" filter="fade">
                                      <p:cBhvr>
                                        <p:cTn id="16" dur="500"/>
                                        <p:tgtEl>
                                          <p:spTgt spid="605"/>
                                        </p:tgtEl>
                                      </p:cBhvr>
                                    </p:animEffect>
                                  </p:childTnLst>
                                </p:cTn>
                              </p:par>
                              <p:par>
                                <p:cTn id="17" presetID="10" presetClass="entr" presetSubtype="0" fill="hold" nodeType="withEffect">
                                  <p:stCondLst>
                                    <p:cond delay="2000"/>
                                  </p:stCondLst>
                                  <p:childTnLst>
                                    <p:set>
                                      <p:cBhvr>
                                        <p:cTn id="18" dur="1" fill="hold">
                                          <p:stCondLst>
                                            <p:cond delay="0"/>
                                          </p:stCondLst>
                                        </p:cTn>
                                        <p:tgtEl>
                                          <p:spTgt spid="606"/>
                                        </p:tgtEl>
                                        <p:attrNameLst>
                                          <p:attrName>style.visibility</p:attrName>
                                        </p:attrNameLst>
                                      </p:cBhvr>
                                      <p:to>
                                        <p:strVal val="visible"/>
                                      </p:to>
                                    </p:set>
                                    <p:animEffect transition="in" filter="fade">
                                      <p:cBhvr>
                                        <p:cTn id="19" dur="500"/>
                                        <p:tgtEl>
                                          <p:spTgt spid="606"/>
                                        </p:tgtEl>
                                      </p:cBhvr>
                                    </p:animEffect>
                                  </p:childTnLst>
                                </p:cTn>
                              </p:par>
                              <p:par>
                                <p:cTn id="20" presetID="8" presetClass="emph" presetSubtype="0" fill="hold" nodeType="withEffect">
                                  <p:stCondLst>
                                    <p:cond delay="0"/>
                                  </p:stCondLst>
                                  <p:childTnLst>
                                    <p:animRot by="-21600000">
                                      <p:cBhvr>
                                        <p:cTn id="21" dur="2250" fill="hold"/>
                                        <p:tgtEl>
                                          <p:spTgt spid="597"/>
                                        </p:tgtEl>
                                        <p:attrNameLst>
                                          <p:attrName>r</p:attrName>
                                        </p:attrNameLst>
                                      </p:cBhvr>
                                    </p:animRot>
                                  </p:childTnLst>
                                </p:cTn>
                              </p:par>
                              <p:par>
                                <p:cTn id="22" presetID="8" presetClass="emph" presetSubtype="0" fill="hold" nodeType="withEffect">
                                  <p:stCondLst>
                                    <p:cond delay="0"/>
                                  </p:stCondLst>
                                  <p:childTnLst>
                                    <p:animRot by="-21600000">
                                      <p:cBhvr>
                                        <p:cTn id="23" dur="2500" fill="hold"/>
                                        <p:tgtEl>
                                          <p:spTgt spid="598"/>
                                        </p:tgtEl>
                                        <p:attrNameLst>
                                          <p:attrName>r</p:attrName>
                                        </p:attrNameLst>
                                      </p:cBhvr>
                                    </p:animRot>
                                  </p:childTnLst>
                                </p:cTn>
                              </p:par>
                              <p:par>
                                <p:cTn id="24" presetID="8" presetClass="emph" presetSubtype="0" fill="hold" nodeType="withEffect">
                                  <p:stCondLst>
                                    <p:cond delay="0"/>
                                  </p:stCondLst>
                                  <p:childTnLst>
                                    <p:animRot by="-21600000">
                                      <p:cBhvr>
                                        <p:cTn id="25" dur="2000" fill="hold"/>
                                        <p:tgtEl>
                                          <p:spTgt spid="599"/>
                                        </p:tgtEl>
                                        <p:attrNameLst>
                                          <p:attrName>r</p:attrName>
                                        </p:attrNameLst>
                                      </p:cBhvr>
                                    </p:animRot>
                                  </p:childTnLst>
                                </p:cTn>
                              </p:par>
                              <p:par>
                                <p:cTn id="26" presetID="2" presetClass="entr" presetSubtype="2" fill="hold" nodeType="withEffect">
                                  <p:stCondLst>
                                    <p:cond delay="500"/>
                                  </p:stCondLst>
                                  <p:childTnLst>
                                    <p:set>
                                      <p:cBhvr>
                                        <p:cTn id="27" dur="1" fill="hold">
                                          <p:stCondLst>
                                            <p:cond delay="0"/>
                                          </p:stCondLst>
                                        </p:cTn>
                                        <p:tgtEl>
                                          <p:spTgt spid="602"/>
                                        </p:tgtEl>
                                        <p:attrNameLst>
                                          <p:attrName>style.visibility</p:attrName>
                                        </p:attrNameLst>
                                      </p:cBhvr>
                                      <p:to>
                                        <p:strVal val="visible"/>
                                      </p:to>
                                    </p:set>
                                    <p:anim calcmode="lin" valueType="num">
                                      <p:cBhvr additive="base">
                                        <p:cTn id="28" dur="5000"/>
                                        <p:tgtEl>
                                          <p:spTgt spid="602"/>
                                        </p:tgtEl>
                                        <p:attrNameLst>
                                          <p:attrName>ppt_x</p:attrName>
                                        </p:attrNameLst>
                                      </p:cBhvr>
                                      <p:tavLst>
                                        <p:tav tm="0" fmla="">
                                          <p:val>
                                            <p:strVal val="#ppt_x+1"/>
                                          </p:val>
                                        </p:tav>
                                        <p:tav tm="100000" fmla="">
                                          <p:val>
                                            <p:strVal val="#ppt_x"/>
                                          </p:val>
                                        </p:tav>
                                      </p:tavLst>
                                    </p:anim>
                                  </p:childTnLst>
                                </p:cTn>
                              </p:par>
                              <p:par>
                                <p:cTn id="29" presetID="2" presetClass="entr" presetSubtype="8" fill="hold" nodeType="withEffect">
                                  <p:stCondLst>
                                    <p:cond delay="500"/>
                                  </p:stCondLst>
                                  <p:childTnLst>
                                    <p:set>
                                      <p:cBhvr>
                                        <p:cTn id="30" dur="1" fill="hold">
                                          <p:stCondLst>
                                            <p:cond delay="0"/>
                                          </p:stCondLst>
                                        </p:cTn>
                                        <p:tgtEl>
                                          <p:spTgt spid="603"/>
                                        </p:tgtEl>
                                        <p:attrNameLst>
                                          <p:attrName>style.visibility</p:attrName>
                                        </p:attrNameLst>
                                      </p:cBhvr>
                                      <p:to>
                                        <p:strVal val="visible"/>
                                      </p:to>
                                    </p:set>
                                    <p:anim calcmode="lin" valueType="num">
                                      <p:cBhvr additive="base">
                                        <p:cTn id="31" dur="5000"/>
                                        <p:tgtEl>
                                          <p:spTgt spid="603"/>
                                        </p:tgtEl>
                                        <p:attrNameLst>
                                          <p:attrName>ppt_x</p:attrName>
                                        </p:attrNameLst>
                                      </p:cBhvr>
                                      <p:tavLst>
                                        <p:tav tm="0" fmla="">
                                          <p:val>
                                            <p:strVal val="#ppt_x-1"/>
                                          </p:val>
                                        </p:tav>
                                        <p:tav tm="100000" fmla="">
                                          <p:val>
                                            <p:strVal val="#ppt_x"/>
                                          </p:val>
                                        </p:tav>
                                      </p:tavLst>
                                    </p:anim>
                                  </p:childTnLst>
                                </p:cTn>
                              </p:par>
                            </p:childTnLst>
                          </p:cTn>
                        </p:par>
                      </p:childTnLst>
                    </p:cTn>
                  </p:par>
                  <p:par>
                    <p:cTn id="32" fill="hold">
                      <p:stCondLst>
                        <p:cond delay="indefinite"/>
                      </p:stCondLst>
                      <p:childTnLst>
                        <p:par>
                          <p:cTn id="33" fill="hold">
                            <p:stCondLst>
                              <p:cond delay="0"/>
                            </p:stCondLst>
                            <p:childTnLst>
                              <p:par>
                                <p:cTn id="34" presetID="23" presetClass="entr" presetSubtype="16" fill="hold" nodeType="clickEffect">
                                  <p:stCondLst>
                                    <p:cond delay="1000"/>
                                  </p:stCondLst>
                                  <p:childTnLst>
                                    <p:set>
                                      <p:cBhvr>
                                        <p:cTn id="35" dur="1" fill="hold">
                                          <p:stCondLst>
                                            <p:cond delay="0"/>
                                          </p:stCondLst>
                                        </p:cTn>
                                        <p:tgtEl>
                                          <p:spTgt spid="607"/>
                                        </p:tgtEl>
                                        <p:attrNameLst>
                                          <p:attrName>style.visibility</p:attrName>
                                        </p:attrNameLst>
                                      </p:cBhvr>
                                      <p:to>
                                        <p:strVal val="visible"/>
                                      </p:to>
                                    </p:set>
                                    <p:anim calcmode="lin" valueType="num">
                                      <p:cBhvr additive="base">
                                        <p:cTn id="36" dur="250"/>
                                        <p:tgtEl>
                                          <p:spTgt spid="607"/>
                                        </p:tgtEl>
                                        <p:attrNameLst>
                                          <p:attrName>ppt_w</p:attrName>
                                        </p:attrNameLst>
                                      </p:cBhvr>
                                      <p:tavLst>
                                        <p:tav tm="0" fmla="">
                                          <p:val>
                                            <p:fltVal val="0"/>
                                          </p:val>
                                        </p:tav>
                                        <p:tav tm="100000" fmla="">
                                          <p:val>
                                            <p:strVal val="#ppt_w"/>
                                          </p:val>
                                        </p:tav>
                                      </p:tavLst>
                                    </p:anim>
                                    <p:anim calcmode="lin" valueType="num">
                                      <p:cBhvr additive="base">
                                        <p:cTn id="37" dur="250"/>
                                        <p:tgtEl>
                                          <p:spTgt spid="607"/>
                                        </p:tgtEl>
                                        <p:attrNameLst>
                                          <p:attrName>ppt_h</p:attrName>
                                        </p:attrNameLst>
                                      </p:cBhvr>
                                      <p:tavLst>
                                        <p:tav tm="0" fmla="">
                                          <p:val>
                                            <p:fltVal val="0"/>
                                          </p:val>
                                        </p:tav>
                                        <p:tav tm="100000" fmla="">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23" presetClass="entr" presetSubtype="16" fill="hold" nodeType="clickEffect">
                                  <p:stCondLst>
                                    <p:cond delay="1000"/>
                                  </p:stCondLst>
                                  <p:childTnLst>
                                    <p:set>
                                      <p:cBhvr>
                                        <p:cTn id="41" dur="1" fill="hold">
                                          <p:stCondLst>
                                            <p:cond delay="0"/>
                                          </p:stCondLst>
                                        </p:cTn>
                                        <p:tgtEl>
                                          <p:spTgt spid="610"/>
                                        </p:tgtEl>
                                        <p:attrNameLst>
                                          <p:attrName>style.visibility</p:attrName>
                                        </p:attrNameLst>
                                      </p:cBhvr>
                                      <p:to>
                                        <p:strVal val="visible"/>
                                      </p:to>
                                    </p:set>
                                    <p:anim calcmode="lin" valueType="num">
                                      <p:cBhvr additive="base">
                                        <p:cTn id="42" dur="250"/>
                                        <p:tgtEl>
                                          <p:spTgt spid="610"/>
                                        </p:tgtEl>
                                        <p:attrNameLst>
                                          <p:attrName>ppt_w</p:attrName>
                                        </p:attrNameLst>
                                      </p:cBhvr>
                                      <p:tavLst>
                                        <p:tav tm="0" fmla="">
                                          <p:val>
                                            <p:fltVal val="0"/>
                                          </p:val>
                                        </p:tav>
                                        <p:tav tm="100000" fmla="">
                                          <p:val>
                                            <p:strVal val="#ppt_w"/>
                                          </p:val>
                                        </p:tav>
                                      </p:tavLst>
                                    </p:anim>
                                    <p:anim calcmode="lin" valueType="num">
                                      <p:cBhvr additive="base">
                                        <p:cTn id="43" dur="250"/>
                                        <p:tgtEl>
                                          <p:spTgt spid="610"/>
                                        </p:tgtEl>
                                        <p:attrNameLst>
                                          <p:attrName>ppt_h</p:attrName>
                                        </p:attrNameLst>
                                      </p:cBhvr>
                                      <p:tavLst>
                                        <p:tav tm="0" fmla="">
                                          <p:val>
                                            <p:fltVal val="0"/>
                                          </p:val>
                                        </p:tav>
                                        <p:tav tm="100000" fmla="">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23" presetClass="entr" presetSubtype="16" fill="hold" nodeType="clickEffect">
                                  <p:stCondLst>
                                    <p:cond delay="1000"/>
                                  </p:stCondLst>
                                  <p:childTnLst>
                                    <p:set>
                                      <p:cBhvr>
                                        <p:cTn id="47" dur="1" fill="hold">
                                          <p:stCondLst>
                                            <p:cond delay="0"/>
                                          </p:stCondLst>
                                        </p:cTn>
                                        <p:tgtEl>
                                          <p:spTgt spid="608"/>
                                        </p:tgtEl>
                                        <p:attrNameLst>
                                          <p:attrName>style.visibility</p:attrName>
                                        </p:attrNameLst>
                                      </p:cBhvr>
                                      <p:to>
                                        <p:strVal val="visible"/>
                                      </p:to>
                                    </p:set>
                                    <p:anim calcmode="lin" valueType="num">
                                      <p:cBhvr additive="base">
                                        <p:cTn id="48" dur="250"/>
                                        <p:tgtEl>
                                          <p:spTgt spid="608"/>
                                        </p:tgtEl>
                                        <p:attrNameLst>
                                          <p:attrName>ppt_w</p:attrName>
                                        </p:attrNameLst>
                                      </p:cBhvr>
                                      <p:tavLst>
                                        <p:tav tm="0" fmla="">
                                          <p:val>
                                            <p:fltVal val="0"/>
                                          </p:val>
                                        </p:tav>
                                        <p:tav tm="100000" fmla="">
                                          <p:val>
                                            <p:strVal val="#ppt_w"/>
                                          </p:val>
                                        </p:tav>
                                      </p:tavLst>
                                    </p:anim>
                                    <p:anim calcmode="lin" valueType="num">
                                      <p:cBhvr additive="base">
                                        <p:cTn id="49" dur="250"/>
                                        <p:tgtEl>
                                          <p:spTgt spid="608"/>
                                        </p:tgtEl>
                                        <p:attrNameLst>
                                          <p:attrName>ppt_h</p:attrName>
                                        </p:attrNameLst>
                                      </p:cBhvr>
                                      <p:tavLst>
                                        <p:tav tm="0" fmla="">
                                          <p:val>
                                            <p:fltVal val="0"/>
                                          </p:val>
                                        </p:tav>
                                        <p:tav tm="100000" fmla="">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23" presetClass="entr" presetSubtype="16" fill="hold" nodeType="clickEffect">
                                  <p:stCondLst>
                                    <p:cond delay="1000"/>
                                  </p:stCondLst>
                                  <p:childTnLst>
                                    <p:set>
                                      <p:cBhvr>
                                        <p:cTn id="53" dur="1" fill="hold">
                                          <p:stCondLst>
                                            <p:cond delay="0"/>
                                          </p:stCondLst>
                                        </p:cTn>
                                        <p:tgtEl>
                                          <p:spTgt spid="609"/>
                                        </p:tgtEl>
                                        <p:attrNameLst>
                                          <p:attrName>style.visibility</p:attrName>
                                        </p:attrNameLst>
                                      </p:cBhvr>
                                      <p:to>
                                        <p:strVal val="visible"/>
                                      </p:to>
                                    </p:set>
                                    <p:anim calcmode="lin" valueType="num">
                                      <p:cBhvr additive="base">
                                        <p:cTn id="54" dur="250"/>
                                        <p:tgtEl>
                                          <p:spTgt spid="609"/>
                                        </p:tgtEl>
                                        <p:attrNameLst>
                                          <p:attrName>ppt_w</p:attrName>
                                        </p:attrNameLst>
                                      </p:cBhvr>
                                      <p:tavLst>
                                        <p:tav tm="0" fmla="">
                                          <p:val>
                                            <p:fltVal val="0"/>
                                          </p:val>
                                        </p:tav>
                                        <p:tav tm="100000" fmla="">
                                          <p:val>
                                            <p:strVal val="#ppt_w"/>
                                          </p:val>
                                        </p:tav>
                                      </p:tavLst>
                                    </p:anim>
                                    <p:anim calcmode="lin" valueType="num">
                                      <p:cBhvr additive="base">
                                        <p:cTn id="55" dur="250"/>
                                        <p:tgtEl>
                                          <p:spTgt spid="609"/>
                                        </p:tgtEl>
                                        <p:attrNameLst>
                                          <p:attrName>ppt_h</p:attrName>
                                        </p:attrNameLst>
                                      </p:cBhvr>
                                      <p:tavLst>
                                        <p:tav tm="0" fmla="">
                                          <p:val>
                                            <p:fltVal val="0"/>
                                          </p:val>
                                        </p:tav>
                                        <p:tav tm="100000" fmla="">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615" name="Shape 615"/>
        <p:cNvGrpSpPr/>
        <p:nvPr/>
      </p:nvGrpSpPr>
      <p:grpSpPr>
        <a:xfrm>
          <a:off x="0" y="0"/>
          <a:ext cx="0" cy="0"/>
          <a:chOff x="0" y="0"/>
          <a:chExt cx="0" cy="0"/>
        </a:xfrm>
      </p:grpSpPr>
      <p:pic>
        <p:nvPicPr>
          <p:cNvPr id="616" name="Google Shape;616;p40"/>
          <p:cNvPicPr preferRelativeResize="0"/>
          <p:nvPr/>
        </p:nvPicPr>
        <p:blipFill rotWithShape="1">
          <a:blip r:embed="rId1"/>
          <a:srcRect/>
          <a:stretch>
            <a:fillRect/>
          </a:stretch>
        </p:blipFill>
        <p:spPr>
          <a:xfrm>
            <a:off x="10494163" y="3769131"/>
            <a:ext cx="1086500" cy="1182926"/>
          </a:xfrm>
          <a:prstGeom prst="rect">
            <a:avLst/>
          </a:prstGeom>
          <a:noFill/>
          <a:ln>
            <a:noFill/>
          </a:ln>
        </p:spPr>
      </p:pic>
      <p:pic>
        <p:nvPicPr>
          <p:cNvPr id="617" name="Google Shape;617;p40"/>
          <p:cNvPicPr preferRelativeResize="0"/>
          <p:nvPr/>
        </p:nvPicPr>
        <p:blipFill rotWithShape="1">
          <a:blip r:embed="rId2"/>
          <a:srcRect/>
          <a:stretch>
            <a:fillRect/>
          </a:stretch>
        </p:blipFill>
        <p:spPr>
          <a:xfrm>
            <a:off x="9776937" y="4515854"/>
            <a:ext cx="812889" cy="885032"/>
          </a:xfrm>
          <a:prstGeom prst="rect">
            <a:avLst/>
          </a:prstGeom>
          <a:noFill/>
          <a:ln>
            <a:noFill/>
          </a:ln>
        </p:spPr>
      </p:pic>
      <p:pic>
        <p:nvPicPr>
          <p:cNvPr id="618" name="Google Shape;618;p40"/>
          <p:cNvPicPr preferRelativeResize="0"/>
          <p:nvPr/>
        </p:nvPicPr>
        <p:blipFill rotWithShape="1">
          <a:blip r:embed="rId3"/>
          <a:srcRect/>
          <a:stretch>
            <a:fillRect/>
          </a:stretch>
        </p:blipFill>
        <p:spPr>
          <a:xfrm>
            <a:off x="10361978" y="5130389"/>
            <a:ext cx="520391" cy="566575"/>
          </a:xfrm>
          <a:prstGeom prst="rect">
            <a:avLst/>
          </a:prstGeom>
          <a:noFill/>
          <a:ln>
            <a:noFill/>
          </a:ln>
        </p:spPr>
      </p:pic>
      <p:sp>
        <p:nvSpPr>
          <p:cNvPr id="619" name="Google Shape;619;p40"/>
          <p:cNvSpPr/>
          <p:nvPr/>
        </p:nvSpPr>
        <p:spPr>
          <a:xfrm>
            <a:off x="832636" y="199869"/>
            <a:ext cx="10526728" cy="1604597"/>
          </a:xfrm>
          <a:prstGeom prst="snip2DiagRect">
            <a:avLst>
              <a:gd name="adj1" fmla="val 0"/>
              <a:gd name="adj2" fmla="val 16667"/>
            </a:avLst>
          </a:prstGeom>
          <a:blipFill rotWithShape="1">
            <a:blip r:embed="rId4"/>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620" name="Google Shape;620;p40"/>
          <p:cNvSpPr/>
          <p:nvPr/>
        </p:nvSpPr>
        <p:spPr>
          <a:xfrm>
            <a:off x="1110220" y="1949346"/>
            <a:ext cx="4906798" cy="770816"/>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3200"/>
              <a:buFont typeface="Fira Sans Extra Condensed"/>
              <a:buNone/>
            </a:pPr>
            <a:r>
              <a:rPr lang="vi-VN" sz="3200" b="0" i="0" u="none" strike="noStrike" cap="none">
                <a:solidFill>
                  <a:srgbClr val="000000"/>
                </a:solidFill>
                <a:latin typeface="Fira Sans Extra Condensed"/>
                <a:ea typeface="Fira Sans Extra Condensed"/>
                <a:cs typeface="Fira Sans Extra Condensed"/>
                <a:sym typeface="Fira Sans Extra Condensed"/>
              </a:rPr>
              <a:t>A. 0,4 m</a:t>
            </a:r>
            <a:endParaRPr sz="3200" b="0" i="0" u="none" strike="noStrike" cap="none">
              <a:solidFill>
                <a:srgbClr val="000000"/>
              </a:solidFill>
              <a:latin typeface="Fira Sans Extra Condensed"/>
              <a:ea typeface="Fira Sans Extra Condensed"/>
              <a:cs typeface="Fira Sans Extra Condensed"/>
              <a:sym typeface="Fira Sans Extra Condensed"/>
            </a:endParaRPr>
          </a:p>
        </p:txBody>
      </p:sp>
      <p:sp>
        <p:nvSpPr>
          <p:cNvPr id="621" name="Google Shape;621;p40"/>
          <p:cNvSpPr/>
          <p:nvPr/>
        </p:nvSpPr>
        <p:spPr>
          <a:xfrm>
            <a:off x="-683345" y="4902196"/>
            <a:ext cx="567114" cy="349210"/>
          </a:xfrm>
          <a:prstGeom prst="cloud">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Arial" panose="020B0704020202020204"/>
              <a:ea typeface="Arial" panose="020B0704020202020204"/>
              <a:cs typeface="Arial" panose="020B0704020202020204"/>
              <a:sym typeface="Arial" panose="020B0704020202020204"/>
            </a:endParaRPr>
          </a:p>
        </p:txBody>
      </p:sp>
      <p:sp>
        <p:nvSpPr>
          <p:cNvPr id="622" name="Google Shape;622;p40"/>
          <p:cNvSpPr/>
          <p:nvPr/>
        </p:nvSpPr>
        <p:spPr>
          <a:xfrm>
            <a:off x="13632601" y="4702499"/>
            <a:ext cx="891420" cy="548907"/>
          </a:xfrm>
          <a:prstGeom prst="cloud">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Arial" panose="020B0704020202020204"/>
              <a:ea typeface="Arial" panose="020B0704020202020204"/>
              <a:cs typeface="Arial" panose="020B0704020202020204"/>
              <a:sym typeface="Arial" panose="020B0704020202020204"/>
            </a:endParaRPr>
          </a:p>
        </p:txBody>
      </p:sp>
      <p:sp>
        <p:nvSpPr>
          <p:cNvPr id="623" name="Google Shape;623;p40"/>
          <p:cNvSpPr/>
          <p:nvPr/>
        </p:nvSpPr>
        <p:spPr>
          <a:xfrm>
            <a:off x="6130615" y="1953535"/>
            <a:ext cx="4906798" cy="770816"/>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3200"/>
              <a:buFont typeface="Fira Sans Extra Condensed"/>
              <a:buNone/>
            </a:pPr>
            <a:r>
              <a:rPr lang="vi-VN" sz="3200" b="0" i="0" u="none" strike="noStrike" cap="none">
                <a:solidFill>
                  <a:srgbClr val="000000"/>
                </a:solidFill>
                <a:latin typeface="Fira Sans Extra Condensed"/>
                <a:ea typeface="Fira Sans Extra Condensed"/>
                <a:cs typeface="Fira Sans Extra Condensed"/>
                <a:sym typeface="Fira Sans Extra Condensed"/>
              </a:rPr>
              <a:t>B. 0,04 m</a:t>
            </a:r>
            <a:endParaRPr sz="3200" b="0" i="0" u="none" strike="noStrike" cap="none">
              <a:solidFill>
                <a:srgbClr val="000000"/>
              </a:solidFill>
              <a:latin typeface="Fira Sans Extra Condensed"/>
              <a:ea typeface="Fira Sans Extra Condensed"/>
              <a:cs typeface="Fira Sans Extra Condensed"/>
              <a:sym typeface="Fira Sans Extra Condensed"/>
            </a:endParaRPr>
          </a:p>
        </p:txBody>
      </p:sp>
      <p:sp>
        <p:nvSpPr>
          <p:cNvPr id="624" name="Google Shape;624;p40"/>
          <p:cNvSpPr/>
          <p:nvPr/>
        </p:nvSpPr>
        <p:spPr>
          <a:xfrm>
            <a:off x="1110220" y="2838518"/>
            <a:ext cx="4906798" cy="770816"/>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3200"/>
              <a:buFont typeface="Fira Sans Extra Condensed"/>
              <a:buNone/>
            </a:pPr>
            <a:r>
              <a:rPr lang="vi-VN" sz="3200" b="0" i="0" u="none" strike="noStrike" cap="none">
                <a:solidFill>
                  <a:srgbClr val="000000"/>
                </a:solidFill>
                <a:latin typeface="Fira Sans Extra Condensed"/>
                <a:ea typeface="Fira Sans Extra Condensed"/>
                <a:cs typeface="Fira Sans Extra Condensed"/>
                <a:sym typeface="Fira Sans Extra Condensed"/>
              </a:rPr>
              <a:t>C. 4mm</a:t>
            </a:r>
            <a:endParaRPr sz="3200" b="0" i="0" u="none" strike="noStrike" cap="none">
              <a:solidFill>
                <a:srgbClr val="000000"/>
              </a:solidFill>
              <a:latin typeface="Fira Sans Extra Condensed"/>
              <a:ea typeface="Fira Sans Extra Condensed"/>
              <a:cs typeface="Fira Sans Extra Condensed"/>
              <a:sym typeface="Fira Sans Extra Condensed"/>
            </a:endParaRPr>
          </a:p>
        </p:txBody>
      </p:sp>
      <p:sp>
        <p:nvSpPr>
          <p:cNvPr id="625" name="Google Shape;625;p40"/>
          <p:cNvSpPr/>
          <p:nvPr/>
        </p:nvSpPr>
        <p:spPr>
          <a:xfrm>
            <a:off x="6130615" y="2842707"/>
            <a:ext cx="4906798" cy="770816"/>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3200"/>
              <a:buFont typeface="Fira Sans Extra Condensed"/>
              <a:buNone/>
            </a:pPr>
            <a:r>
              <a:rPr lang="vi-VN" sz="3200" b="0" i="0" u="none" strike="noStrike" cap="none">
                <a:solidFill>
                  <a:srgbClr val="000000"/>
                </a:solidFill>
                <a:latin typeface="Fira Sans Extra Condensed"/>
                <a:ea typeface="Fira Sans Extra Condensed"/>
                <a:cs typeface="Fira Sans Extra Condensed"/>
                <a:sym typeface="Fira Sans Extra Condensed"/>
              </a:rPr>
              <a:t>D. 2 cm</a:t>
            </a:r>
            <a:endParaRPr sz="3200" b="0" i="0" u="none" strike="noStrike" cap="none">
              <a:solidFill>
                <a:srgbClr val="000000"/>
              </a:solidFill>
              <a:latin typeface="Fira Sans Extra Condensed"/>
              <a:ea typeface="Fira Sans Extra Condensed"/>
              <a:cs typeface="Fira Sans Extra Condensed"/>
              <a:sym typeface="Fira Sans Extra Condensed"/>
            </a:endParaRPr>
          </a:p>
        </p:txBody>
      </p:sp>
      <p:pic>
        <p:nvPicPr>
          <p:cNvPr id="626" name="Google Shape;626;p40"/>
          <p:cNvPicPr preferRelativeResize="0"/>
          <p:nvPr/>
        </p:nvPicPr>
        <p:blipFill rotWithShape="1">
          <a:blip r:embed="rId5"/>
          <a:srcRect/>
          <a:stretch>
            <a:fillRect/>
          </a:stretch>
        </p:blipFill>
        <p:spPr>
          <a:xfrm>
            <a:off x="5211296" y="1974821"/>
            <a:ext cx="805722" cy="708059"/>
          </a:xfrm>
          <a:prstGeom prst="rect">
            <a:avLst/>
          </a:prstGeom>
          <a:noFill/>
          <a:ln>
            <a:noFill/>
          </a:ln>
        </p:spPr>
      </p:pic>
      <p:pic>
        <p:nvPicPr>
          <p:cNvPr id="627" name="Google Shape;627;p40"/>
          <p:cNvPicPr preferRelativeResize="0"/>
          <p:nvPr/>
        </p:nvPicPr>
        <p:blipFill rotWithShape="1">
          <a:blip r:embed="rId6"/>
          <a:srcRect r="3472"/>
          <a:stretch>
            <a:fillRect/>
          </a:stretch>
        </p:blipFill>
        <p:spPr>
          <a:xfrm>
            <a:off x="5212482" y="2871882"/>
            <a:ext cx="804536" cy="704088"/>
          </a:xfrm>
          <a:prstGeom prst="rect">
            <a:avLst/>
          </a:prstGeom>
          <a:noFill/>
          <a:ln>
            <a:noFill/>
          </a:ln>
        </p:spPr>
      </p:pic>
      <p:pic>
        <p:nvPicPr>
          <p:cNvPr id="628" name="Google Shape;628;p40"/>
          <p:cNvPicPr preferRelativeResize="0"/>
          <p:nvPr/>
        </p:nvPicPr>
        <p:blipFill rotWithShape="1">
          <a:blip r:embed="rId5"/>
          <a:srcRect/>
          <a:stretch>
            <a:fillRect/>
          </a:stretch>
        </p:blipFill>
        <p:spPr>
          <a:xfrm>
            <a:off x="10232671" y="2883479"/>
            <a:ext cx="804742" cy="707197"/>
          </a:xfrm>
          <a:prstGeom prst="rect">
            <a:avLst/>
          </a:prstGeom>
          <a:noFill/>
          <a:ln>
            <a:noFill/>
          </a:ln>
        </p:spPr>
      </p:pic>
      <p:pic>
        <p:nvPicPr>
          <p:cNvPr id="629" name="Google Shape;629;p40"/>
          <p:cNvPicPr preferRelativeResize="0"/>
          <p:nvPr/>
        </p:nvPicPr>
        <p:blipFill rotWithShape="1">
          <a:blip r:embed="rId7"/>
          <a:srcRect/>
          <a:stretch>
            <a:fillRect/>
          </a:stretch>
        </p:blipFill>
        <p:spPr>
          <a:xfrm>
            <a:off x="10232671" y="2026493"/>
            <a:ext cx="804742" cy="643793"/>
          </a:xfrm>
          <a:prstGeom prst="rect">
            <a:avLst/>
          </a:prstGeom>
          <a:noFill/>
          <a:ln>
            <a:noFill/>
          </a:ln>
        </p:spPr>
      </p:pic>
      <p:sp>
        <p:nvSpPr>
          <p:cNvPr id="630" name="Google Shape;630;p40">
            <a:hlinkClick r:id="" action="ppaction://hlinkshowjump?jump=nextslide"/>
          </p:cNvPr>
          <p:cNvSpPr/>
          <p:nvPr/>
        </p:nvSpPr>
        <p:spPr>
          <a:xfrm>
            <a:off x="5345264" y="5130389"/>
            <a:ext cx="1388898" cy="650469"/>
          </a:xfrm>
          <a:prstGeom prst="cloud">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D8D8D8"/>
              </a:buClr>
              <a:buSzPts val="2000"/>
              <a:buFont typeface="Arial" panose="020B0704020202020204"/>
              <a:buNone/>
            </a:pPr>
            <a:r>
              <a:rPr lang="vi-VN" sz="2000" b="0" i="0" u="none" strike="noStrike" cap="none">
                <a:solidFill>
                  <a:srgbClr val="D8D8D8"/>
                </a:solidFill>
                <a:latin typeface="Arial" panose="020B0704020202020204"/>
                <a:ea typeface="Arial" panose="020B0704020202020204"/>
                <a:cs typeface="Arial" panose="020B0704020202020204"/>
                <a:sym typeface="Arial" panose="020B0704020202020204"/>
              </a:rPr>
              <a:t>NEXT</a:t>
            </a:r>
            <a:endParaRPr lang="vi-VN" sz="2000" b="0" i="0" u="none" strike="noStrike" cap="none">
              <a:solidFill>
                <a:srgbClr val="D8D8D8"/>
              </a:solidFill>
              <a:latin typeface="Arial" panose="020B0704020202020204"/>
              <a:ea typeface="Arial" panose="020B0704020202020204"/>
              <a:cs typeface="Arial" panose="020B0704020202020204"/>
              <a:sym typeface="Arial" panose="020B0704020202020204"/>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19"/>
                                        </p:tgtEl>
                                        <p:attrNameLst>
                                          <p:attrName>style.visibility</p:attrName>
                                        </p:attrNameLst>
                                      </p:cBhvr>
                                      <p:to>
                                        <p:strVal val="visible"/>
                                      </p:to>
                                    </p:set>
                                    <p:animEffect transition="in" filter="fade">
                                      <p:cBhvr>
                                        <p:cTn id="7" dur="500"/>
                                        <p:tgtEl>
                                          <p:spTgt spid="619"/>
                                        </p:tgtEl>
                                      </p:cBhvr>
                                    </p:animEffect>
                                  </p:childTnLst>
                                </p:cTn>
                              </p:par>
                              <p:par>
                                <p:cTn id="8" presetID="10" presetClass="entr" presetSubtype="0" fill="hold" nodeType="withEffect">
                                  <p:stCondLst>
                                    <p:cond delay="500"/>
                                  </p:stCondLst>
                                  <p:childTnLst>
                                    <p:set>
                                      <p:cBhvr>
                                        <p:cTn id="9" dur="1" fill="hold">
                                          <p:stCondLst>
                                            <p:cond delay="0"/>
                                          </p:stCondLst>
                                        </p:cTn>
                                        <p:tgtEl>
                                          <p:spTgt spid="620"/>
                                        </p:tgtEl>
                                        <p:attrNameLst>
                                          <p:attrName>style.visibility</p:attrName>
                                        </p:attrNameLst>
                                      </p:cBhvr>
                                      <p:to>
                                        <p:strVal val="visible"/>
                                      </p:to>
                                    </p:set>
                                    <p:animEffect transition="in" filter="fade">
                                      <p:cBhvr>
                                        <p:cTn id="10" dur="500"/>
                                        <p:tgtEl>
                                          <p:spTgt spid="620"/>
                                        </p:tgtEl>
                                      </p:cBhvr>
                                    </p:animEffect>
                                  </p:childTnLst>
                                </p:cTn>
                              </p:par>
                              <p:par>
                                <p:cTn id="11" presetID="10" presetClass="entr" presetSubtype="0" fill="hold" nodeType="withEffect">
                                  <p:stCondLst>
                                    <p:cond delay="1000"/>
                                  </p:stCondLst>
                                  <p:childTnLst>
                                    <p:set>
                                      <p:cBhvr>
                                        <p:cTn id="12" dur="1" fill="hold">
                                          <p:stCondLst>
                                            <p:cond delay="0"/>
                                          </p:stCondLst>
                                        </p:cTn>
                                        <p:tgtEl>
                                          <p:spTgt spid="623"/>
                                        </p:tgtEl>
                                        <p:attrNameLst>
                                          <p:attrName>style.visibility</p:attrName>
                                        </p:attrNameLst>
                                      </p:cBhvr>
                                      <p:to>
                                        <p:strVal val="visible"/>
                                      </p:to>
                                    </p:set>
                                    <p:animEffect transition="in" filter="fade">
                                      <p:cBhvr>
                                        <p:cTn id="13" dur="500"/>
                                        <p:tgtEl>
                                          <p:spTgt spid="623"/>
                                        </p:tgtEl>
                                      </p:cBhvr>
                                    </p:animEffect>
                                  </p:childTnLst>
                                </p:cTn>
                              </p:par>
                              <p:par>
                                <p:cTn id="14" presetID="10" presetClass="entr" presetSubtype="0" fill="hold" nodeType="withEffect">
                                  <p:stCondLst>
                                    <p:cond delay="1500"/>
                                  </p:stCondLst>
                                  <p:childTnLst>
                                    <p:set>
                                      <p:cBhvr>
                                        <p:cTn id="15" dur="1" fill="hold">
                                          <p:stCondLst>
                                            <p:cond delay="0"/>
                                          </p:stCondLst>
                                        </p:cTn>
                                        <p:tgtEl>
                                          <p:spTgt spid="624"/>
                                        </p:tgtEl>
                                        <p:attrNameLst>
                                          <p:attrName>style.visibility</p:attrName>
                                        </p:attrNameLst>
                                      </p:cBhvr>
                                      <p:to>
                                        <p:strVal val="visible"/>
                                      </p:to>
                                    </p:set>
                                    <p:animEffect transition="in" filter="fade">
                                      <p:cBhvr>
                                        <p:cTn id="16" dur="500"/>
                                        <p:tgtEl>
                                          <p:spTgt spid="624"/>
                                        </p:tgtEl>
                                      </p:cBhvr>
                                    </p:animEffect>
                                  </p:childTnLst>
                                </p:cTn>
                              </p:par>
                              <p:par>
                                <p:cTn id="17" presetID="10" presetClass="entr" presetSubtype="0" fill="hold" nodeType="withEffect">
                                  <p:stCondLst>
                                    <p:cond delay="2000"/>
                                  </p:stCondLst>
                                  <p:childTnLst>
                                    <p:set>
                                      <p:cBhvr>
                                        <p:cTn id="18" dur="1" fill="hold">
                                          <p:stCondLst>
                                            <p:cond delay="0"/>
                                          </p:stCondLst>
                                        </p:cTn>
                                        <p:tgtEl>
                                          <p:spTgt spid="625"/>
                                        </p:tgtEl>
                                        <p:attrNameLst>
                                          <p:attrName>style.visibility</p:attrName>
                                        </p:attrNameLst>
                                      </p:cBhvr>
                                      <p:to>
                                        <p:strVal val="visible"/>
                                      </p:to>
                                    </p:set>
                                    <p:animEffect transition="in" filter="fade">
                                      <p:cBhvr>
                                        <p:cTn id="19" dur="500"/>
                                        <p:tgtEl>
                                          <p:spTgt spid="625"/>
                                        </p:tgtEl>
                                      </p:cBhvr>
                                    </p:animEffect>
                                  </p:childTnLst>
                                </p:cTn>
                              </p:par>
                              <p:par>
                                <p:cTn id="20" presetID="8" presetClass="emph" presetSubtype="0" fill="hold" nodeType="withEffect">
                                  <p:stCondLst>
                                    <p:cond delay="0"/>
                                  </p:stCondLst>
                                  <p:childTnLst>
                                    <p:animRot by="-21600000">
                                      <p:cBhvr>
                                        <p:cTn id="21" dur="2250" fill="hold"/>
                                        <p:tgtEl>
                                          <p:spTgt spid="616"/>
                                        </p:tgtEl>
                                        <p:attrNameLst>
                                          <p:attrName>r</p:attrName>
                                        </p:attrNameLst>
                                      </p:cBhvr>
                                    </p:animRot>
                                  </p:childTnLst>
                                </p:cTn>
                              </p:par>
                              <p:par>
                                <p:cTn id="22" presetID="8" presetClass="emph" presetSubtype="0" fill="hold" nodeType="withEffect">
                                  <p:stCondLst>
                                    <p:cond delay="0"/>
                                  </p:stCondLst>
                                  <p:childTnLst>
                                    <p:animRot by="-21600000">
                                      <p:cBhvr>
                                        <p:cTn id="23" dur="2500" fill="hold"/>
                                        <p:tgtEl>
                                          <p:spTgt spid="617"/>
                                        </p:tgtEl>
                                        <p:attrNameLst>
                                          <p:attrName>r</p:attrName>
                                        </p:attrNameLst>
                                      </p:cBhvr>
                                    </p:animRot>
                                  </p:childTnLst>
                                </p:cTn>
                              </p:par>
                              <p:par>
                                <p:cTn id="24" presetID="8" presetClass="emph" presetSubtype="0" fill="hold" nodeType="withEffect">
                                  <p:stCondLst>
                                    <p:cond delay="0"/>
                                  </p:stCondLst>
                                  <p:childTnLst>
                                    <p:animRot by="-21600000">
                                      <p:cBhvr>
                                        <p:cTn id="25" dur="2000" fill="hold"/>
                                        <p:tgtEl>
                                          <p:spTgt spid="618"/>
                                        </p:tgtEl>
                                        <p:attrNameLst>
                                          <p:attrName>r</p:attrName>
                                        </p:attrNameLst>
                                      </p:cBhvr>
                                    </p:animRot>
                                  </p:childTnLst>
                                </p:cTn>
                              </p:par>
                              <p:par>
                                <p:cTn id="26" presetID="2" presetClass="entr" presetSubtype="2" fill="hold" nodeType="withEffect">
                                  <p:stCondLst>
                                    <p:cond delay="500"/>
                                  </p:stCondLst>
                                  <p:childTnLst>
                                    <p:set>
                                      <p:cBhvr>
                                        <p:cTn id="27" dur="1" fill="hold">
                                          <p:stCondLst>
                                            <p:cond delay="0"/>
                                          </p:stCondLst>
                                        </p:cTn>
                                        <p:tgtEl>
                                          <p:spTgt spid="621"/>
                                        </p:tgtEl>
                                        <p:attrNameLst>
                                          <p:attrName>style.visibility</p:attrName>
                                        </p:attrNameLst>
                                      </p:cBhvr>
                                      <p:to>
                                        <p:strVal val="visible"/>
                                      </p:to>
                                    </p:set>
                                    <p:anim calcmode="lin" valueType="num">
                                      <p:cBhvr additive="base">
                                        <p:cTn id="28" dur="5000"/>
                                        <p:tgtEl>
                                          <p:spTgt spid="621"/>
                                        </p:tgtEl>
                                        <p:attrNameLst>
                                          <p:attrName>ppt_x</p:attrName>
                                        </p:attrNameLst>
                                      </p:cBhvr>
                                      <p:tavLst>
                                        <p:tav tm="0" fmla="">
                                          <p:val>
                                            <p:strVal val="#ppt_x+1"/>
                                          </p:val>
                                        </p:tav>
                                        <p:tav tm="100000" fmla="">
                                          <p:val>
                                            <p:strVal val="#ppt_x"/>
                                          </p:val>
                                        </p:tav>
                                      </p:tavLst>
                                    </p:anim>
                                  </p:childTnLst>
                                </p:cTn>
                              </p:par>
                              <p:par>
                                <p:cTn id="29" presetID="2" presetClass="entr" presetSubtype="8" fill="hold" nodeType="withEffect">
                                  <p:stCondLst>
                                    <p:cond delay="500"/>
                                  </p:stCondLst>
                                  <p:childTnLst>
                                    <p:set>
                                      <p:cBhvr>
                                        <p:cTn id="30" dur="1" fill="hold">
                                          <p:stCondLst>
                                            <p:cond delay="0"/>
                                          </p:stCondLst>
                                        </p:cTn>
                                        <p:tgtEl>
                                          <p:spTgt spid="622"/>
                                        </p:tgtEl>
                                        <p:attrNameLst>
                                          <p:attrName>style.visibility</p:attrName>
                                        </p:attrNameLst>
                                      </p:cBhvr>
                                      <p:to>
                                        <p:strVal val="visible"/>
                                      </p:to>
                                    </p:set>
                                    <p:anim calcmode="lin" valueType="num">
                                      <p:cBhvr additive="base">
                                        <p:cTn id="31" dur="5000"/>
                                        <p:tgtEl>
                                          <p:spTgt spid="622"/>
                                        </p:tgtEl>
                                        <p:attrNameLst>
                                          <p:attrName>ppt_x</p:attrName>
                                        </p:attrNameLst>
                                      </p:cBhvr>
                                      <p:tavLst>
                                        <p:tav tm="0" fmla="">
                                          <p:val>
                                            <p:strVal val="#ppt_x-1"/>
                                          </p:val>
                                        </p:tav>
                                        <p:tav tm="100000" fmla="">
                                          <p:val>
                                            <p:strVal val="#ppt_x"/>
                                          </p:val>
                                        </p:tav>
                                      </p:tavLst>
                                    </p:anim>
                                  </p:childTnLst>
                                </p:cTn>
                              </p:par>
                            </p:childTnLst>
                          </p:cTn>
                        </p:par>
                      </p:childTnLst>
                    </p:cTn>
                  </p:par>
                  <p:par>
                    <p:cTn id="32" fill="hold">
                      <p:stCondLst>
                        <p:cond delay="indefinite"/>
                      </p:stCondLst>
                      <p:childTnLst>
                        <p:par>
                          <p:cTn id="33" fill="hold">
                            <p:stCondLst>
                              <p:cond delay="0"/>
                            </p:stCondLst>
                            <p:childTnLst>
                              <p:par>
                                <p:cTn id="34" presetID="23" presetClass="entr" presetSubtype="16" fill="hold" nodeType="clickEffect">
                                  <p:stCondLst>
                                    <p:cond delay="1000"/>
                                  </p:stCondLst>
                                  <p:childTnLst>
                                    <p:set>
                                      <p:cBhvr>
                                        <p:cTn id="35" dur="1" fill="hold">
                                          <p:stCondLst>
                                            <p:cond delay="0"/>
                                          </p:stCondLst>
                                        </p:cTn>
                                        <p:tgtEl>
                                          <p:spTgt spid="626"/>
                                        </p:tgtEl>
                                        <p:attrNameLst>
                                          <p:attrName>style.visibility</p:attrName>
                                        </p:attrNameLst>
                                      </p:cBhvr>
                                      <p:to>
                                        <p:strVal val="visible"/>
                                      </p:to>
                                    </p:set>
                                    <p:anim calcmode="lin" valueType="num">
                                      <p:cBhvr additive="base">
                                        <p:cTn id="36" dur="250"/>
                                        <p:tgtEl>
                                          <p:spTgt spid="626"/>
                                        </p:tgtEl>
                                        <p:attrNameLst>
                                          <p:attrName>ppt_w</p:attrName>
                                        </p:attrNameLst>
                                      </p:cBhvr>
                                      <p:tavLst>
                                        <p:tav tm="0" fmla="">
                                          <p:val>
                                            <p:fltVal val="0"/>
                                          </p:val>
                                        </p:tav>
                                        <p:tav tm="100000" fmla="">
                                          <p:val>
                                            <p:strVal val="#ppt_w"/>
                                          </p:val>
                                        </p:tav>
                                      </p:tavLst>
                                    </p:anim>
                                    <p:anim calcmode="lin" valueType="num">
                                      <p:cBhvr additive="base">
                                        <p:cTn id="37" dur="250"/>
                                        <p:tgtEl>
                                          <p:spTgt spid="626"/>
                                        </p:tgtEl>
                                        <p:attrNameLst>
                                          <p:attrName>ppt_h</p:attrName>
                                        </p:attrNameLst>
                                      </p:cBhvr>
                                      <p:tavLst>
                                        <p:tav tm="0" fmla="">
                                          <p:val>
                                            <p:fltVal val="0"/>
                                          </p:val>
                                        </p:tav>
                                        <p:tav tm="100000" fmla="">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23" presetClass="entr" presetSubtype="16" fill="hold" nodeType="clickEffect">
                                  <p:stCondLst>
                                    <p:cond delay="1000"/>
                                  </p:stCondLst>
                                  <p:childTnLst>
                                    <p:set>
                                      <p:cBhvr>
                                        <p:cTn id="41" dur="1" fill="hold">
                                          <p:stCondLst>
                                            <p:cond delay="0"/>
                                          </p:stCondLst>
                                        </p:cTn>
                                        <p:tgtEl>
                                          <p:spTgt spid="629"/>
                                        </p:tgtEl>
                                        <p:attrNameLst>
                                          <p:attrName>style.visibility</p:attrName>
                                        </p:attrNameLst>
                                      </p:cBhvr>
                                      <p:to>
                                        <p:strVal val="visible"/>
                                      </p:to>
                                    </p:set>
                                    <p:anim calcmode="lin" valueType="num">
                                      <p:cBhvr additive="base">
                                        <p:cTn id="42" dur="250"/>
                                        <p:tgtEl>
                                          <p:spTgt spid="629"/>
                                        </p:tgtEl>
                                        <p:attrNameLst>
                                          <p:attrName>ppt_w</p:attrName>
                                        </p:attrNameLst>
                                      </p:cBhvr>
                                      <p:tavLst>
                                        <p:tav tm="0" fmla="">
                                          <p:val>
                                            <p:fltVal val="0"/>
                                          </p:val>
                                        </p:tav>
                                        <p:tav tm="100000" fmla="">
                                          <p:val>
                                            <p:strVal val="#ppt_w"/>
                                          </p:val>
                                        </p:tav>
                                      </p:tavLst>
                                    </p:anim>
                                    <p:anim calcmode="lin" valueType="num">
                                      <p:cBhvr additive="base">
                                        <p:cTn id="43" dur="250"/>
                                        <p:tgtEl>
                                          <p:spTgt spid="629"/>
                                        </p:tgtEl>
                                        <p:attrNameLst>
                                          <p:attrName>ppt_h</p:attrName>
                                        </p:attrNameLst>
                                      </p:cBhvr>
                                      <p:tavLst>
                                        <p:tav tm="0" fmla="">
                                          <p:val>
                                            <p:fltVal val="0"/>
                                          </p:val>
                                        </p:tav>
                                        <p:tav tm="100000" fmla="">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23" presetClass="entr" presetSubtype="16" fill="hold" nodeType="clickEffect">
                                  <p:stCondLst>
                                    <p:cond delay="1000"/>
                                  </p:stCondLst>
                                  <p:childTnLst>
                                    <p:set>
                                      <p:cBhvr>
                                        <p:cTn id="47" dur="1" fill="hold">
                                          <p:stCondLst>
                                            <p:cond delay="0"/>
                                          </p:stCondLst>
                                        </p:cTn>
                                        <p:tgtEl>
                                          <p:spTgt spid="627"/>
                                        </p:tgtEl>
                                        <p:attrNameLst>
                                          <p:attrName>style.visibility</p:attrName>
                                        </p:attrNameLst>
                                      </p:cBhvr>
                                      <p:to>
                                        <p:strVal val="visible"/>
                                      </p:to>
                                    </p:set>
                                    <p:anim calcmode="lin" valueType="num">
                                      <p:cBhvr additive="base">
                                        <p:cTn id="48" dur="250"/>
                                        <p:tgtEl>
                                          <p:spTgt spid="627"/>
                                        </p:tgtEl>
                                        <p:attrNameLst>
                                          <p:attrName>ppt_w</p:attrName>
                                        </p:attrNameLst>
                                      </p:cBhvr>
                                      <p:tavLst>
                                        <p:tav tm="0" fmla="">
                                          <p:val>
                                            <p:fltVal val="0"/>
                                          </p:val>
                                        </p:tav>
                                        <p:tav tm="100000" fmla="">
                                          <p:val>
                                            <p:strVal val="#ppt_w"/>
                                          </p:val>
                                        </p:tav>
                                      </p:tavLst>
                                    </p:anim>
                                    <p:anim calcmode="lin" valueType="num">
                                      <p:cBhvr additive="base">
                                        <p:cTn id="49" dur="250"/>
                                        <p:tgtEl>
                                          <p:spTgt spid="627"/>
                                        </p:tgtEl>
                                        <p:attrNameLst>
                                          <p:attrName>ppt_h</p:attrName>
                                        </p:attrNameLst>
                                      </p:cBhvr>
                                      <p:tavLst>
                                        <p:tav tm="0" fmla="">
                                          <p:val>
                                            <p:fltVal val="0"/>
                                          </p:val>
                                        </p:tav>
                                        <p:tav tm="100000" fmla="">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23" presetClass="entr" presetSubtype="16" fill="hold" nodeType="clickEffect">
                                  <p:stCondLst>
                                    <p:cond delay="1000"/>
                                  </p:stCondLst>
                                  <p:childTnLst>
                                    <p:set>
                                      <p:cBhvr>
                                        <p:cTn id="53" dur="1" fill="hold">
                                          <p:stCondLst>
                                            <p:cond delay="0"/>
                                          </p:stCondLst>
                                        </p:cTn>
                                        <p:tgtEl>
                                          <p:spTgt spid="628"/>
                                        </p:tgtEl>
                                        <p:attrNameLst>
                                          <p:attrName>style.visibility</p:attrName>
                                        </p:attrNameLst>
                                      </p:cBhvr>
                                      <p:to>
                                        <p:strVal val="visible"/>
                                      </p:to>
                                    </p:set>
                                    <p:anim calcmode="lin" valueType="num">
                                      <p:cBhvr additive="base">
                                        <p:cTn id="54" dur="250"/>
                                        <p:tgtEl>
                                          <p:spTgt spid="628"/>
                                        </p:tgtEl>
                                        <p:attrNameLst>
                                          <p:attrName>ppt_w</p:attrName>
                                        </p:attrNameLst>
                                      </p:cBhvr>
                                      <p:tavLst>
                                        <p:tav tm="0" fmla="">
                                          <p:val>
                                            <p:fltVal val="0"/>
                                          </p:val>
                                        </p:tav>
                                        <p:tav tm="100000" fmla="">
                                          <p:val>
                                            <p:strVal val="#ppt_w"/>
                                          </p:val>
                                        </p:tav>
                                      </p:tavLst>
                                    </p:anim>
                                    <p:anim calcmode="lin" valueType="num">
                                      <p:cBhvr additive="base">
                                        <p:cTn id="55" dur="250"/>
                                        <p:tgtEl>
                                          <p:spTgt spid="628"/>
                                        </p:tgtEl>
                                        <p:attrNameLst>
                                          <p:attrName>ppt_h</p:attrName>
                                        </p:attrNameLst>
                                      </p:cBhvr>
                                      <p:tavLst>
                                        <p:tav tm="0" fmla="">
                                          <p:val>
                                            <p:fltVal val="0"/>
                                          </p:val>
                                        </p:tav>
                                        <p:tav tm="100000" fmla="">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634" name="Shape 634"/>
        <p:cNvGrpSpPr/>
        <p:nvPr/>
      </p:nvGrpSpPr>
      <p:grpSpPr>
        <a:xfrm>
          <a:off x="0" y="0"/>
          <a:ext cx="0" cy="0"/>
          <a:chOff x="0" y="0"/>
          <a:chExt cx="0" cy="0"/>
        </a:xfrm>
      </p:grpSpPr>
      <p:pic>
        <p:nvPicPr>
          <p:cNvPr id="635" name="Google Shape;635;p41"/>
          <p:cNvPicPr preferRelativeResize="0"/>
          <p:nvPr/>
        </p:nvPicPr>
        <p:blipFill rotWithShape="1">
          <a:blip r:embed="rId1"/>
          <a:srcRect/>
          <a:stretch>
            <a:fillRect/>
          </a:stretch>
        </p:blipFill>
        <p:spPr>
          <a:xfrm>
            <a:off x="10494163" y="3769131"/>
            <a:ext cx="1086500" cy="1182926"/>
          </a:xfrm>
          <a:prstGeom prst="rect">
            <a:avLst/>
          </a:prstGeom>
          <a:noFill/>
          <a:ln>
            <a:noFill/>
          </a:ln>
        </p:spPr>
      </p:pic>
      <p:pic>
        <p:nvPicPr>
          <p:cNvPr id="636" name="Google Shape;636;p41"/>
          <p:cNvPicPr preferRelativeResize="0"/>
          <p:nvPr/>
        </p:nvPicPr>
        <p:blipFill rotWithShape="1">
          <a:blip r:embed="rId2"/>
          <a:srcRect/>
          <a:stretch>
            <a:fillRect/>
          </a:stretch>
        </p:blipFill>
        <p:spPr>
          <a:xfrm>
            <a:off x="9776937" y="4515854"/>
            <a:ext cx="812889" cy="885032"/>
          </a:xfrm>
          <a:prstGeom prst="rect">
            <a:avLst/>
          </a:prstGeom>
          <a:noFill/>
          <a:ln>
            <a:noFill/>
          </a:ln>
        </p:spPr>
      </p:pic>
      <p:pic>
        <p:nvPicPr>
          <p:cNvPr id="637" name="Google Shape;637;p41"/>
          <p:cNvPicPr preferRelativeResize="0"/>
          <p:nvPr/>
        </p:nvPicPr>
        <p:blipFill rotWithShape="1">
          <a:blip r:embed="rId3"/>
          <a:srcRect/>
          <a:stretch>
            <a:fillRect/>
          </a:stretch>
        </p:blipFill>
        <p:spPr>
          <a:xfrm>
            <a:off x="10361978" y="5130389"/>
            <a:ext cx="520391" cy="566575"/>
          </a:xfrm>
          <a:prstGeom prst="rect">
            <a:avLst/>
          </a:prstGeom>
          <a:noFill/>
          <a:ln>
            <a:noFill/>
          </a:ln>
        </p:spPr>
      </p:pic>
      <p:sp>
        <p:nvSpPr>
          <p:cNvPr id="638" name="Google Shape;638;p41"/>
          <p:cNvSpPr/>
          <p:nvPr/>
        </p:nvSpPr>
        <p:spPr>
          <a:xfrm>
            <a:off x="832636" y="199869"/>
            <a:ext cx="10526728" cy="1604597"/>
          </a:xfrm>
          <a:prstGeom prst="snip2DiagRect">
            <a:avLst>
              <a:gd name="adj1" fmla="val 0"/>
              <a:gd name="adj2" fmla="val 16667"/>
            </a:avLst>
          </a:prstGeom>
          <a:solidFill>
            <a:schemeClr val="lt1"/>
          </a:soli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vi-VN" sz="3200" b="1">
                <a:solidFill>
                  <a:srgbClr val="000000"/>
                </a:solidFill>
                <a:latin typeface="Fira Sans Extra Condensed"/>
                <a:ea typeface="Fira Sans Extra Condensed"/>
                <a:cs typeface="Fira Sans Extra Condensed"/>
                <a:sym typeface="Fira Sans Extra Condensed"/>
              </a:rPr>
              <a:t>Câu 3:</a:t>
            </a:r>
            <a:r>
              <a:rPr lang="vi-VN" sz="3200">
                <a:solidFill>
                  <a:srgbClr val="000000"/>
                </a:solidFill>
                <a:latin typeface="Fira Sans Extra Condensed"/>
                <a:ea typeface="Fira Sans Extra Condensed"/>
                <a:cs typeface="Fira Sans Extra Condensed"/>
                <a:sym typeface="Fira Sans Extra Condensed"/>
              </a:rPr>
              <a:t> Một vật dao động điều hòa với biên độ A. Tại li độ nào thì động năng bằng thế năng?</a:t>
            </a:r>
            <a:endParaRPr sz="3200" b="0" i="0" u="none" strike="noStrike" cap="none">
              <a:solidFill>
                <a:srgbClr val="000000"/>
              </a:solidFill>
              <a:latin typeface="Fira Sans Extra Condensed"/>
              <a:ea typeface="Fira Sans Extra Condensed"/>
              <a:cs typeface="Fira Sans Extra Condensed"/>
              <a:sym typeface="Fira Sans Extra Condensed"/>
            </a:endParaRPr>
          </a:p>
        </p:txBody>
      </p:sp>
      <p:sp>
        <p:nvSpPr>
          <p:cNvPr id="639" name="Google Shape;639;p41"/>
          <p:cNvSpPr/>
          <p:nvPr/>
        </p:nvSpPr>
        <p:spPr>
          <a:xfrm>
            <a:off x="1110220" y="1949346"/>
            <a:ext cx="4906798" cy="770816"/>
          </a:xfrm>
          <a:prstGeom prst="rect">
            <a:avLst/>
          </a:prstGeom>
          <a:blipFill rotWithShape="1">
            <a:blip r:embed="rId4"/>
            <a:stretch>
              <a:fillRect l="-3104" b="-14285"/>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640" name="Google Shape;640;p41"/>
          <p:cNvSpPr/>
          <p:nvPr/>
        </p:nvSpPr>
        <p:spPr>
          <a:xfrm>
            <a:off x="-683345" y="4902196"/>
            <a:ext cx="567114" cy="349210"/>
          </a:xfrm>
          <a:prstGeom prst="cloud">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Arial" panose="020B0704020202020204"/>
              <a:ea typeface="Arial" panose="020B0704020202020204"/>
              <a:cs typeface="Arial" panose="020B0704020202020204"/>
              <a:sym typeface="Arial" panose="020B0704020202020204"/>
            </a:endParaRPr>
          </a:p>
        </p:txBody>
      </p:sp>
      <p:sp>
        <p:nvSpPr>
          <p:cNvPr id="641" name="Google Shape;641;p41"/>
          <p:cNvSpPr/>
          <p:nvPr/>
        </p:nvSpPr>
        <p:spPr>
          <a:xfrm>
            <a:off x="13632601" y="4702499"/>
            <a:ext cx="891420" cy="548907"/>
          </a:xfrm>
          <a:prstGeom prst="cloud">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Arial" panose="020B0704020202020204"/>
              <a:ea typeface="Arial" panose="020B0704020202020204"/>
              <a:cs typeface="Arial" panose="020B0704020202020204"/>
              <a:sym typeface="Arial" panose="020B0704020202020204"/>
            </a:endParaRPr>
          </a:p>
        </p:txBody>
      </p:sp>
      <p:sp>
        <p:nvSpPr>
          <p:cNvPr id="642" name="Google Shape;642;p41"/>
          <p:cNvSpPr/>
          <p:nvPr/>
        </p:nvSpPr>
        <p:spPr>
          <a:xfrm>
            <a:off x="6130615" y="1953535"/>
            <a:ext cx="4906798" cy="770816"/>
          </a:xfrm>
          <a:prstGeom prst="rect">
            <a:avLst/>
          </a:prstGeom>
          <a:blipFill rotWithShape="1">
            <a:blip r:embed="rId5"/>
            <a:stretch>
              <a:fillRect l="-3229" b="-1417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643" name="Google Shape;643;p41"/>
          <p:cNvSpPr/>
          <p:nvPr/>
        </p:nvSpPr>
        <p:spPr>
          <a:xfrm>
            <a:off x="1110220" y="2838518"/>
            <a:ext cx="4906798" cy="770816"/>
          </a:xfrm>
          <a:prstGeom prst="rect">
            <a:avLst/>
          </a:prstGeom>
          <a:blipFill rotWithShape="1">
            <a:blip r:embed="rId6"/>
            <a:stretch>
              <a:fillRect l="-3104" b="-12697"/>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644" name="Google Shape;644;p41"/>
          <p:cNvSpPr/>
          <p:nvPr/>
        </p:nvSpPr>
        <p:spPr>
          <a:xfrm>
            <a:off x="6130615" y="2842707"/>
            <a:ext cx="4906798" cy="770816"/>
          </a:xfrm>
          <a:prstGeom prst="rect">
            <a:avLst/>
          </a:prstGeom>
          <a:blipFill rotWithShape="1">
            <a:blip r:embed="rId7"/>
            <a:stretch>
              <a:fillRect l="-3229" b="-1417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pic>
        <p:nvPicPr>
          <p:cNvPr id="645" name="Google Shape;645;p41"/>
          <p:cNvPicPr preferRelativeResize="0"/>
          <p:nvPr/>
        </p:nvPicPr>
        <p:blipFill rotWithShape="1">
          <a:blip r:embed="rId8"/>
          <a:srcRect/>
          <a:stretch>
            <a:fillRect/>
          </a:stretch>
        </p:blipFill>
        <p:spPr>
          <a:xfrm>
            <a:off x="5211296" y="1974821"/>
            <a:ext cx="805722" cy="708059"/>
          </a:xfrm>
          <a:prstGeom prst="rect">
            <a:avLst/>
          </a:prstGeom>
          <a:noFill/>
          <a:ln>
            <a:noFill/>
          </a:ln>
        </p:spPr>
      </p:pic>
      <p:pic>
        <p:nvPicPr>
          <p:cNvPr id="646" name="Google Shape;646;p41"/>
          <p:cNvPicPr preferRelativeResize="0"/>
          <p:nvPr/>
        </p:nvPicPr>
        <p:blipFill rotWithShape="1">
          <a:blip r:embed="rId9"/>
          <a:srcRect/>
          <a:stretch>
            <a:fillRect/>
          </a:stretch>
        </p:blipFill>
        <p:spPr>
          <a:xfrm>
            <a:off x="5212482" y="2902112"/>
            <a:ext cx="804536" cy="643628"/>
          </a:xfrm>
          <a:prstGeom prst="rect">
            <a:avLst/>
          </a:prstGeom>
          <a:noFill/>
          <a:ln>
            <a:noFill/>
          </a:ln>
        </p:spPr>
      </p:pic>
      <p:pic>
        <p:nvPicPr>
          <p:cNvPr id="647" name="Google Shape;647;p41"/>
          <p:cNvPicPr preferRelativeResize="0"/>
          <p:nvPr/>
        </p:nvPicPr>
        <p:blipFill rotWithShape="1">
          <a:blip r:embed="rId8"/>
          <a:srcRect/>
          <a:stretch>
            <a:fillRect/>
          </a:stretch>
        </p:blipFill>
        <p:spPr>
          <a:xfrm>
            <a:off x="10232671" y="2883479"/>
            <a:ext cx="804742" cy="707197"/>
          </a:xfrm>
          <a:prstGeom prst="rect">
            <a:avLst/>
          </a:prstGeom>
          <a:noFill/>
          <a:ln>
            <a:noFill/>
          </a:ln>
        </p:spPr>
      </p:pic>
      <p:pic>
        <p:nvPicPr>
          <p:cNvPr id="648" name="Google Shape;648;p41"/>
          <p:cNvPicPr preferRelativeResize="0"/>
          <p:nvPr/>
        </p:nvPicPr>
        <p:blipFill rotWithShape="1">
          <a:blip r:embed="rId8"/>
          <a:srcRect/>
          <a:stretch>
            <a:fillRect/>
          </a:stretch>
        </p:blipFill>
        <p:spPr>
          <a:xfrm>
            <a:off x="10304821" y="2026493"/>
            <a:ext cx="732592" cy="643793"/>
          </a:xfrm>
          <a:prstGeom prst="rect">
            <a:avLst/>
          </a:prstGeom>
          <a:noFill/>
          <a:ln>
            <a:noFill/>
          </a:ln>
        </p:spPr>
      </p:pic>
      <p:sp>
        <p:nvSpPr>
          <p:cNvPr id="649" name="Google Shape;649;p41">
            <a:hlinkClick r:id="" action="ppaction://hlinkshowjump?jump=nextslide"/>
          </p:cNvPr>
          <p:cNvSpPr/>
          <p:nvPr/>
        </p:nvSpPr>
        <p:spPr>
          <a:xfrm>
            <a:off x="5345264" y="5130389"/>
            <a:ext cx="1388898" cy="650469"/>
          </a:xfrm>
          <a:prstGeom prst="cloud">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D8D8D8"/>
              </a:buClr>
              <a:buSzPts val="2000"/>
              <a:buFont typeface="Arial" panose="020B0704020202020204"/>
              <a:buNone/>
            </a:pPr>
            <a:r>
              <a:rPr lang="vi-VN" sz="2000" b="0" i="0" u="none" strike="noStrike" cap="none">
                <a:solidFill>
                  <a:srgbClr val="D8D8D8"/>
                </a:solidFill>
                <a:latin typeface="Arial" panose="020B0704020202020204"/>
                <a:ea typeface="Arial" panose="020B0704020202020204"/>
                <a:cs typeface="Arial" panose="020B0704020202020204"/>
                <a:sym typeface="Arial" panose="020B0704020202020204"/>
              </a:rPr>
              <a:t>NEXT</a:t>
            </a:r>
            <a:endParaRPr lang="vi-VN" sz="2000" b="0" i="0" u="none" strike="noStrike" cap="none">
              <a:solidFill>
                <a:srgbClr val="D8D8D8"/>
              </a:solidFill>
              <a:latin typeface="Arial" panose="020B0704020202020204"/>
              <a:ea typeface="Arial" panose="020B0704020202020204"/>
              <a:cs typeface="Arial" panose="020B0704020202020204"/>
              <a:sym typeface="Arial" panose="020B0704020202020204"/>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38"/>
                                        </p:tgtEl>
                                        <p:attrNameLst>
                                          <p:attrName>style.visibility</p:attrName>
                                        </p:attrNameLst>
                                      </p:cBhvr>
                                      <p:to>
                                        <p:strVal val="visible"/>
                                      </p:to>
                                    </p:set>
                                    <p:animEffect transition="in" filter="fade">
                                      <p:cBhvr>
                                        <p:cTn id="7" dur="500"/>
                                        <p:tgtEl>
                                          <p:spTgt spid="638"/>
                                        </p:tgtEl>
                                      </p:cBhvr>
                                    </p:animEffect>
                                  </p:childTnLst>
                                </p:cTn>
                              </p:par>
                              <p:par>
                                <p:cTn id="8" presetID="10" presetClass="entr" presetSubtype="0" fill="hold" nodeType="withEffect">
                                  <p:stCondLst>
                                    <p:cond delay="500"/>
                                  </p:stCondLst>
                                  <p:childTnLst>
                                    <p:set>
                                      <p:cBhvr>
                                        <p:cTn id="9" dur="1" fill="hold">
                                          <p:stCondLst>
                                            <p:cond delay="0"/>
                                          </p:stCondLst>
                                        </p:cTn>
                                        <p:tgtEl>
                                          <p:spTgt spid="639"/>
                                        </p:tgtEl>
                                        <p:attrNameLst>
                                          <p:attrName>style.visibility</p:attrName>
                                        </p:attrNameLst>
                                      </p:cBhvr>
                                      <p:to>
                                        <p:strVal val="visible"/>
                                      </p:to>
                                    </p:set>
                                    <p:animEffect transition="in" filter="fade">
                                      <p:cBhvr>
                                        <p:cTn id="10" dur="500"/>
                                        <p:tgtEl>
                                          <p:spTgt spid="639"/>
                                        </p:tgtEl>
                                      </p:cBhvr>
                                    </p:animEffect>
                                  </p:childTnLst>
                                </p:cTn>
                              </p:par>
                              <p:par>
                                <p:cTn id="11" presetID="10" presetClass="entr" presetSubtype="0" fill="hold" nodeType="withEffect">
                                  <p:stCondLst>
                                    <p:cond delay="1000"/>
                                  </p:stCondLst>
                                  <p:childTnLst>
                                    <p:set>
                                      <p:cBhvr>
                                        <p:cTn id="12" dur="1" fill="hold">
                                          <p:stCondLst>
                                            <p:cond delay="0"/>
                                          </p:stCondLst>
                                        </p:cTn>
                                        <p:tgtEl>
                                          <p:spTgt spid="642"/>
                                        </p:tgtEl>
                                        <p:attrNameLst>
                                          <p:attrName>style.visibility</p:attrName>
                                        </p:attrNameLst>
                                      </p:cBhvr>
                                      <p:to>
                                        <p:strVal val="visible"/>
                                      </p:to>
                                    </p:set>
                                    <p:animEffect transition="in" filter="fade">
                                      <p:cBhvr>
                                        <p:cTn id="13" dur="500"/>
                                        <p:tgtEl>
                                          <p:spTgt spid="642"/>
                                        </p:tgtEl>
                                      </p:cBhvr>
                                    </p:animEffect>
                                  </p:childTnLst>
                                </p:cTn>
                              </p:par>
                              <p:par>
                                <p:cTn id="14" presetID="10" presetClass="entr" presetSubtype="0" fill="hold" nodeType="withEffect">
                                  <p:stCondLst>
                                    <p:cond delay="1500"/>
                                  </p:stCondLst>
                                  <p:childTnLst>
                                    <p:set>
                                      <p:cBhvr>
                                        <p:cTn id="15" dur="1" fill="hold">
                                          <p:stCondLst>
                                            <p:cond delay="0"/>
                                          </p:stCondLst>
                                        </p:cTn>
                                        <p:tgtEl>
                                          <p:spTgt spid="643"/>
                                        </p:tgtEl>
                                        <p:attrNameLst>
                                          <p:attrName>style.visibility</p:attrName>
                                        </p:attrNameLst>
                                      </p:cBhvr>
                                      <p:to>
                                        <p:strVal val="visible"/>
                                      </p:to>
                                    </p:set>
                                    <p:animEffect transition="in" filter="fade">
                                      <p:cBhvr>
                                        <p:cTn id="16" dur="500"/>
                                        <p:tgtEl>
                                          <p:spTgt spid="643"/>
                                        </p:tgtEl>
                                      </p:cBhvr>
                                    </p:animEffect>
                                  </p:childTnLst>
                                </p:cTn>
                              </p:par>
                              <p:par>
                                <p:cTn id="17" presetID="10" presetClass="entr" presetSubtype="0" fill="hold" nodeType="withEffect">
                                  <p:stCondLst>
                                    <p:cond delay="2000"/>
                                  </p:stCondLst>
                                  <p:childTnLst>
                                    <p:set>
                                      <p:cBhvr>
                                        <p:cTn id="18" dur="1" fill="hold">
                                          <p:stCondLst>
                                            <p:cond delay="0"/>
                                          </p:stCondLst>
                                        </p:cTn>
                                        <p:tgtEl>
                                          <p:spTgt spid="644"/>
                                        </p:tgtEl>
                                        <p:attrNameLst>
                                          <p:attrName>style.visibility</p:attrName>
                                        </p:attrNameLst>
                                      </p:cBhvr>
                                      <p:to>
                                        <p:strVal val="visible"/>
                                      </p:to>
                                    </p:set>
                                    <p:animEffect transition="in" filter="fade">
                                      <p:cBhvr>
                                        <p:cTn id="19" dur="500"/>
                                        <p:tgtEl>
                                          <p:spTgt spid="644"/>
                                        </p:tgtEl>
                                      </p:cBhvr>
                                    </p:animEffect>
                                  </p:childTnLst>
                                </p:cTn>
                              </p:par>
                              <p:par>
                                <p:cTn id="20" presetID="8" presetClass="emph" presetSubtype="0" fill="hold" nodeType="withEffect">
                                  <p:stCondLst>
                                    <p:cond delay="0"/>
                                  </p:stCondLst>
                                  <p:childTnLst>
                                    <p:animRot by="-21600000">
                                      <p:cBhvr>
                                        <p:cTn id="21" dur="2250" fill="hold"/>
                                        <p:tgtEl>
                                          <p:spTgt spid="635"/>
                                        </p:tgtEl>
                                        <p:attrNameLst>
                                          <p:attrName>r</p:attrName>
                                        </p:attrNameLst>
                                      </p:cBhvr>
                                    </p:animRot>
                                  </p:childTnLst>
                                </p:cTn>
                              </p:par>
                              <p:par>
                                <p:cTn id="22" presetID="8" presetClass="emph" presetSubtype="0" fill="hold" nodeType="withEffect">
                                  <p:stCondLst>
                                    <p:cond delay="0"/>
                                  </p:stCondLst>
                                  <p:childTnLst>
                                    <p:animRot by="-21600000">
                                      <p:cBhvr>
                                        <p:cTn id="23" dur="2500" fill="hold"/>
                                        <p:tgtEl>
                                          <p:spTgt spid="636"/>
                                        </p:tgtEl>
                                        <p:attrNameLst>
                                          <p:attrName>r</p:attrName>
                                        </p:attrNameLst>
                                      </p:cBhvr>
                                    </p:animRot>
                                  </p:childTnLst>
                                </p:cTn>
                              </p:par>
                              <p:par>
                                <p:cTn id="24" presetID="8" presetClass="emph" presetSubtype="0" fill="hold" nodeType="withEffect">
                                  <p:stCondLst>
                                    <p:cond delay="0"/>
                                  </p:stCondLst>
                                  <p:childTnLst>
                                    <p:animRot by="-21600000">
                                      <p:cBhvr>
                                        <p:cTn id="25" dur="2000" fill="hold"/>
                                        <p:tgtEl>
                                          <p:spTgt spid="637"/>
                                        </p:tgtEl>
                                        <p:attrNameLst>
                                          <p:attrName>r</p:attrName>
                                        </p:attrNameLst>
                                      </p:cBhvr>
                                    </p:animRot>
                                  </p:childTnLst>
                                </p:cTn>
                              </p:par>
                              <p:par>
                                <p:cTn id="26" presetID="2" presetClass="entr" presetSubtype="2" fill="hold" nodeType="withEffect">
                                  <p:stCondLst>
                                    <p:cond delay="500"/>
                                  </p:stCondLst>
                                  <p:childTnLst>
                                    <p:set>
                                      <p:cBhvr>
                                        <p:cTn id="27" dur="1" fill="hold">
                                          <p:stCondLst>
                                            <p:cond delay="0"/>
                                          </p:stCondLst>
                                        </p:cTn>
                                        <p:tgtEl>
                                          <p:spTgt spid="640"/>
                                        </p:tgtEl>
                                        <p:attrNameLst>
                                          <p:attrName>style.visibility</p:attrName>
                                        </p:attrNameLst>
                                      </p:cBhvr>
                                      <p:to>
                                        <p:strVal val="visible"/>
                                      </p:to>
                                    </p:set>
                                    <p:anim calcmode="lin" valueType="num">
                                      <p:cBhvr additive="base">
                                        <p:cTn id="28" dur="5000"/>
                                        <p:tgtEl>
                                          <p:spTgt spid="640"/>
                                        </p:tgtEl>
                                        <p:attrNameLst>
                                          <p:attrName>ppt_x</p:attrName>
                                        </p:attrNameLst>
                                      </p:cBhvr>
                                      <p:tavLst>
                                        <p:tav tm="0" fmla="">
                                          <p:val>
                                            <p:strVal val="#ppt_x+1"/>
                                          </p:val>
                                        </p:tav>
                                        <p:tav tm="100000" fmla="">
                                          <p:val>
                                            <p:strVal val="#ppt_x"/>
                                          </p:val>
                                        </p:tav>
                                      </p:tavLst>
                                    </p:anim>
                                  </p:childTnLst>
                                </p:cTn>
                              </p:par>
                              <p:par>
                                <p:cTn id="29" presetID="2" presetClass="entr" presetSubtype="8" fill="hold" nodeType="withEffect">
                                  <p:stCondLst>
                                    <p:cond delay="500"/>
                                  </p:stCondLst>
                                  <p:childTnLst>
                                    <p:set>
                                      <p:cBhvr>
                                        <p:cTn id="30" dur="1" fill="hold">
                                          <p:stCondLst>
                                            <p:cond delay="0"/>
                                          </p:stCondLst>
                                        </p:cTn>
                                        <p:tgtEl>
                                          <p:spTgt spid="641"/>
                                        </p:tgtEl>
                                        <p:attrNameLst>
                                          <p:attrName>style.visibility</p:attrName>
                                        </p:attrNameLst>
                                      </p:cBhvr>
                                      <p:to>
                                        <p:strVal val="visible"/>
                                      </p:to>
                                    </p:set>
                                    <p:anim calcmode="lin" valueType="num">
                                      <p:cBhvr additive="base">
                                        <p:cTn id="31" dur="5000"/>
                                        <p:tgtEl>
                                          <p:spTgt spid="641"/>
                                        </p:tgtEl>
                                        <p:attrNameLst>
                                          <p:attrName>ppt_x</p:attrName>
                                        </p:attrNameLst>
                                      </p:cBhvr>
                                      <p:tavLst>
                                        <p:tav tm="0" fmla="">
                                          <p:val>
                                            <p:strVal val="#ppt_x-1"/>
                                          </p:val>
                                        </p:tav>
                                        <p:tav tm="100000" fmla="">
                                          <p:val>
                                            <p:strVal val="#ppt_x"/>
                                          </p:val>
                                        </p:tav>
                                      </p:tavLst>
                                    </p:anim>
                                  </p:childTnLst>
                                </p:cTn>
                              </p:par>
                            </p:childTnLst>
                          </p:cTn>
                        </p:par>
                      </p:childTnLst>
                    </p:cTn>
                  </p:par>
                  <p:par>
                    <p:cTn id="32" fill="hold">
                      <p:stCondLst>
                        <p:cond delay="indefinite"/>
                      </p:stCondLst>
                      <p:childTnLst>
                        <p:par>
                          <p:cTn id="33" fill="hold">
                            <p:stCondLst>
                              <p:cond delay="0"/>
                            </p:stCondLst>
                            <p:childTnLst>
                              <p:par>
                                <p:cTn id="34" presetID="23" presetClass="entr" presetSubtype="16" fill="hold" nodeType="clickEffect">
                                  <p:stCondLst>
                                    <p:cond delay="1000"/>
                                  </p:stCondLst>
                                  <p:childTnLst>
                                    <p:set>
                                      <p:cBhvr>
                                        <p:cTn id="35" dur="1" fill="hold">
                                          <p:stCondLst>
                                            <p:cond delay="0"/>
                                          </p:stCondLst>
                                        </p:cTn>
                                        <p:tgtEl>
                                          <p:spTgt spid="645"/>
                                        </p:tgtEl>
                                        <p:attrNameLst>
                                          <p:attrName>style.visibility</p:attrName>
                                        </p:attrNameLst>
                                      </p:cBhvr>
                                      <p:to>
                                        <p:strVal val="visible"/>
                                      </p:to>
                                    </p:set>
                                    <p:anim calcmode="lin" valueType="num">
                                      <p:cBhvr additive="base">
                                        <p:cTn id="36" dur="250"/>
                                        <p:tgtEl>
                                          <p:spTgt spid="645"/>
                                        </p:tgtEl>
                                        <p:attrNameLst>
                                          <p:attrName>ppt_w</p:attrName>
                                        </p:attrNameLst>
                                      </p:cBhvr>
                                      <p:tavLst>
                                        <p:tav tm="0" fmla="">
                                          <p:val>
                                            <p:fltVal val="0"/>
                                          </p:val>
                                        </p:tav>
                                        <p:tav tm="100000" fmla="">
                                          <p:val>
                                            <p:strVal val="#ppt_w"/>
                                          </p:val>
                                        </p:tav>
                                      </p:tavLst>
                                    </p:anim>
                                    <p:anim calcmode="lin" valueType="num">
                                      <p:cBhvr additive="base">
                                        <p:cTn id="37" dur="250"/>
                                        <p:tgtEl>
                                          <p:spTgt spid="645"/>
                                        </p:tgtEl>
                                        <p:attrNameLst>
                                          <p:attrName>ppt_h</p:attrName>
                                        </p:attrNameLst>
                                      </p:cBhvr>
                                      <p:tavLst>
                                        <p:tav tm="0" fmla="">
                                          <p:val>
                                            <p:fltVal val="0"/>
                                          </p:val>
                                        </p:tav>
                                        <p:tav tm="100000" fmla="">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23" presetClass="entr" presetSubtype="16" fill="hold" nodeType="clickEffect">
                                  <p:stCondLst>
                                    <p:cond delay="1000"/>
                                  </p:stCondLst>
                                  <p:childTnLst>
                                    <p:set>
                                      <p:cBhvr>
                                        <p:cTn id="41" dur="1" fill="hold">
                                          <p:stCondLst>
                                            <p:cond delay="0"/>
                                          </p:stCondLst>
                                        </p:cTn>
                                        <p:tgtEl>
                                          <p:spTgt spid="648"/>
                                        </p:tgtEl>
                                        <p:attrNameLst>
                                          <p:attrName>style.visibility</p:attrName>
                                        </p:attrNameLst>
                                      </p:cBhvr>
                                      <p:to>
                                        <p:strVal val="visible"/>
                                      </p:to>
                                    </p:set>
                                    <p:anim calcmode="lin" valueType="num">
                                      <p:cBhvr additive="base">
                                        <p:cTn id="42" dur="250"/>
                                        <p:tgtEl>
                                          <p:spTgt spid="648"/>
                                        </p:tgtEl>
                                        <p:attrNameLst>
                                          <p:attrName>ppt_w</p:attrName>
                                        </p:attrNameLst>
                                      </p:cBhvr>
                                      <p:tavLst>
                                        <p:tav tm="0" fmla="">
                                          <p:val>
                                            <p:fltVal val="0"/>
                                          </p:val>
                                        </p:tav>
                                        <p:tav tm="100000" fmla="">
                                          <p:val>
                                            <p:strVal val="#ppt_w"/>
                                          </p:val>
                                        </p:tav>
                                      </p:tavLst>
                                    </p:anim>
                                    <p:anim calcmode="lin" valueType="num">
                                      <p:cBhvr additive="base">
                                        <p:cTn id="43" dur="250"/>
                                        <p:tgtEl>
                                          <p:spTgt spid="648"/>
                                        </p:tgtEl>
                                        <p:attrNameLst>
                                          <p:attrName>ppt_h</p:attrName>
                                        </p:attrNameLst>
                                      </p:cBhvr>
                                      <p:tavLst>
                                        <p:tav tm="0" fmla="">
                                          <p:val>
                                            <p:fltVal val="0"/>
                                          </p:val>
                                        </p:tav>
                                        <p:tav tm="100000" fmla="">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23" presetClass="entr" presetSubtype="16" fill="hold" nodeType="clickEffect">
                                  <p:stCondLst>
                                    <p:cond delay="1000"/>
                                  </p:stCondLst>
                                  <p:childTnLst>
                                    <p:set>
                                      <p:cBhvr>
                                        <p:cTn id="47" dur="1" fill="hold">
                                          <p:stCondLst>
                                            <p:cond delay="0"/>
                                          </p:stCondLst>
                                        </p:cTn>
                                        <p:tgtEl>
                                          <p:spTgt spid="646"/>
                                        </p:tgtEl>
                                        <p:attrNameLst>
                                          <p:attrName>style.visibility</p:attrName>
                                        </p:attrNameLst>
                                      </p:cBhvr>
                                      <p:to>
                                        <p:strVal val="visible"/>
                                      </p:to>
                                    </p:set>
                                    <p:anim calcmode="lin" valueType="num">
                                      <p:cBhvr additive="base">
                                        <p:cTn id="48" dur="250"/>
                                        <p:tgtEl>
                                          <p:spTgt spid="646"/>
                                        </p:tgtEl>
                                        <p:attrNameLst>
                                          <p:attrName>ppt_w</p:attrName>
                                        </p:attrNameLst>
                                      </p:cBhvr>
                                      <p:tavLst>
                                        <p:tav tm="0" fmla="">
                                          <p:val>
                                            <p:fltVal val="0"/>
                                          </p:val>
                                        </p:tav>
                                        <p:tav tm="100000" fmla="">
                                          <p:val>
                                            <p:strVal val="#ppt_w"/>
                                          </p:val>
                                        </p:tav>
                                      </p:tavLst>
                                    </p:anim>
                                    <p:anim calcmode="lin" valueType="num">
                                      <p:cBhvr additive="base">
                                        <p:cTn id="49" dur="250"/>
                                        <p:tgtEl>
                                          <p:spTgt spid="646"/>
                                        </p:tgtEl>
                                        <p:attrNameLst>
                                          <p:attrName>ppt_h</p:attrName>
                                        </p:attrNameLst>
                                      </p:cBhvr>
                                      <p:tavLst>
                                        <p:tav tm="0" fmla="">
                                          <p:val>
                                            <p:fltVal val="0"/>
                                          </p:val>
                                        </p:tav>
                                        <p:tav tm="100000" fmla="">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23" presetClass="entr" presetSubtype="16" fill="hold" nodeType="clickEffect">
                                  <p:stCondLst>
                                    <p:cond delay="1000"/>
                                  </p:stCondLst>
                                  <p:childTnLst>
                                    <p:set>
                                      <p:cBhvr>
                                        <p:cTn id="53" dur="1" fill="hold">
                                          <p:stCondLst>
                                            <p:cond delay="0"/>
                                          </p:stCondLst>
                                        </p:cTn>
                                        <p:tgtEl>
                                          <p:spTgt spid="647"/>
                                        </p:tgtEl>
                                        <p:attrNameLst>
                                          <p:attrName>style.visibility</p:attrName>
                                        </p:attrNameLst>
                                      </p:cBhvr>
                                      <p:to>
                                        <p:strVal val="visible"/>
                                      </p:to>
                                    </p:set>
                                    <p:anim calcmode="lin" valueType="num">
                                      <p:cBhvr additive="base">
                                        <p:cTn id="54" dur="250"/>
                                        <p:tgtEl>
                                          <p:spTgt spid="647"/>
                                        </p:tgtEl>
                                        <p:attrNameLst>
                                          <p:attrName>ppt_w</p:attrName>
                                        </p:attrNameLst>
                                      </p:cBhvr>
                                      <p:tavLst>
                                        <p:tav tm="0" fmla="">
                                          <p:val>
                                            <p:fltVal val="0"/>
                                          </p:val>
                                        </p:tav>
                                        <p:tav tm="100000" fmla="">
                                          <p:val>
                                            <p:strVal val="#ppt_w"/>
                                          </p:val>
                                        </p:tav>
                                      </p:tavLst>
                                    </p:anim>
                                    <p:anim calcmode="lin" valueType="num">
                                      <p:cBhvr additive="base">
                                        <p:cTn id="55" dur="250"/>
                                        <p:tgtEl>
                                          <p:spTgt spid="647"/>
                                        </p:tgtEl>
                                        <p:attrNameLst>
                                          <p:attrName>ppt_h</p:attrName>
                                        </p:attrNameLst>
                                      </p:cBhvr>
                                      <p:tavLst>
                                        <p:tav tm="0" fmla="">
                                          <p:val>
                                            <p:fltVal val="0"/>
                                          </p:val>
                                        </p:tav>
                                        <p:tav tm="100000" fmla="">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653" name="Shape 653"/>
        <p:cNvGrpSpPr/>
        <p:nvPr/>
      </p:nvGrpSpPr>
      <p:grpSpPr>
        <a:xfrm>
          <a:off x="0" y="0"/>
          <a:ext cx="0" cy="0"/>
          <a:chOff x="0" y="0"/>
          <a:chExt cx="0" cy="0"/>
        </a:xfrm>
      </p:grpSpPr>
      <p:pic>
        <p:nvPicPr>
          <p:cNvPr id="654" name="Google Shape;654;p42"/>
          <p:cNvPicPr preferRelativeResize="0"/>
          <p:nvPr/>
        </p:nvPicPr>
        <p:blipFill rotWithShape="1">
          <a:blip r:embed="rId1"/>
          <a:srcRect/>
          <a:stretch>
            <a:fillRect/>
          </a:stretch>
        </p:blipFill>
        <p:spPr>
          <a:xfrm>
            <a:off x="10494163" y="3769131"/>
            <a:ext cx="1086500" cy="1182926"/>
          </a:xfrm>
          <a:prstGeom prst="rect">
            <a:avLst/>
          </a:prstGeom>
          <a:noFill/>
          <a:ln>
            <a:noFill/>
          </a:ln>
        </p:spPr>
      </p:pic>
      <p:pic>
        <p:nvPicPr>
          <p:cNvPr id="655" name="Google Shape;655;p42"/>
          <p:cNvPicPr preferRelativeResize="0"/>
          <p:nvPr/>
        </p:nvPicPr>
        <p:blipFill rotWithShape="1">
          <a:blip r:embed="rId2"/>
          <a:srcRect/>
          <a:stretch>
            <a:fillRect/>
          </a:stretch>
        </p:blipFill>
        <p:spPr>
          <a:xfrm>
            <a:off x="9776937" y="4515854"/>
            <a:ext cx="812889" cy="885032"/>
          </a:xfrm>
          <a:prstGeom prst="rect">
            <a:avLst/>
          </a:prstGeom>
          <a:noFill/>
          <a:ln>
            <a:noFill/>
          </a:ln>
        </p:spPr>
      </p:pic>
      <p:pic>
        <p:nvPicPr>
          <p:cNvPr id="656" name="Google Shape;656;p42"/>
          <p:cNvPicPr preferRelativeResize="0"/>
          <p:nvPr/>
        </p:nvPicPr>
        <p:blipFill rotWithShape="1">
          <a:blip r:embed="rId3"/>
          <a:srcRect/>
          <a:stretch>
            <a:fillRect/>
          </a:stretch>
        </p:blipFill>
        <p:spPr>
          <a:xfrm>
            <a:off x="10361978" y="5130389"/>
            <a:ext cx="520391" cy="566575"/>
          </a:xfrm>
          <a:prstGeom prst="rect">
            <a:avLst/>
          </a:prstGeom>
          <a:noFill/>
          <a:ln>
            <a:noFill/>
          </a:ln>
        </p:spPr>
      </p:pic>
      <p:sp>
        <p:nvSpPr>
          <p:cNvPr id="657" name="Google Shape;657;p42"/>
          <p:cNvSpPr/>
          <p:nvPr/>
        </p:nvSpPr>
        <p:spPr>
          <a:xfrm>
            <a:off x="832636" y="199869"/>
            <a:ext cx="10526728" cy="1604597"/>
          </a:xfrm>
          <a:prstGeom prst="snip2DiagRect">
            <a:avLst>
              <a:gd name="adj1" fmla="val 0"/>
              <a:gd name="adj2" fmla="val 16667"/>
            </a:avLst>
          </a:prstGeom>
          <a:solidFill>
            <a:schemeClr val="lt1"/>
          </a:soli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vi-VN" sz="3200" b="1">
                <a:solidFill>
                  <a:srgbClr val="000000"/>
                </a:solidFill>
                <a:latin typeface="Fira Sans Extra Condensed"/>
                <a:ea typeface="Fira Sans Extra Condensed"/>
                <a:cs typeface="Fira Sans Extra Condensed"/>
                <a:sym typeface="Fira Sans Extra Condensed"/>
              </a:rPr>
              <a:t>Câu 4:</a:t>
            </a:r>
            <a:r>
              <a:rPr lang="vi-VN" sz="3200">
                <a:solidFill>
                  <a:srgbClr val="000000"/>
                </a:solidFill>
                <a:latin typeface="Fira Sans Extra Condensed"/>
                <a:ea typeface="Fira Sans Extra Condensed"/>
                <a:cs typeface="Fira Sans Extra Condensed"/>
                <a:sym typeface="Fira Sans Extra Condensed"/>
              </a:rPr>
              <a:t> Một vật dao động điều hòa với biên độ A. Tại li độ nào thì thế năng bằng 3 lần động năng?</a:t>
            </a:r>
            <a:endParaRPr sz="3200" b="0" i="0" u="none" strike="noStrike" cap="none">
              <a:solidFill>
                <a:srgbClr val="000000"/>
              </a:solidFill>
              <a:latin typeface="Fira Sans Extra Condensed"/>
              <a:ea typeface="Fira Sans Extra Condensed"/>
              <a:cs typeface="Fira Sans Extra Condensed"/>
              <a:sym typeface="Fira Sans Extra Condensed"/>
            </a:endParaRPr>
          </a:p>
        </p:txBody>
      </p:sp>
      <p:sp>
        <p:nvSpPr>
          <p:cNvPr id="658" name="Google Shape;658;p42"/>
          <p:cNvSpPr/>
          <p:nvPr/>
        </p:nvSpPr>
        <p:spPr>
          <a:xfrm>
            <a:off x="1110220" y="1949346"/>
            <a:ext cx="4906798" cy="770816"/>
          </a:xfrm>
          <a:prstGeom prst="rect">
            <a:avLst/>
          </a:prstGeom>
          <a:blipFill rotWithShape="1">
            <a:blip r:embed="rId4"/>
            <a:stretch>
              <a:fillRect l="-3104" b="-1507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659" name="Google Shape;659;p42"/>
          <p:cNvSpPr/>
          <p:nvPr/>
        </p:nvSpPr>
        <p:spPr>
          <a:xfrm>
            <a:off x="-683345" y="4902196"/>
            <a:ext cx="567114" cy="349210"/>
          </a:xfrm>
          <a:prstGeom prst="cloud">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Arial" panose="020B0704020202020204"/>
              <a:ea typeface="Arial" panose="020B0704020202020204"/>
              <a:cs typeface="Arial" panose="020B0704020202020204"/>
              <a:sym typeface="Arial" panose="020B0704020202020204"/>
            </a:endParaRPr>
          </a:p>
        </p:txBody>
      </p:sp>
      <p:sp>
        <p:nvSpPr>
          <p:cNvPr id="660" name="Google Shape;660;p42"/>
          <p:cNvSpPr/>
          <p:nvPr/>
        </p:nvSpPr>
        <p:spPr>
          <a:xfrm>
            <a:off x="13632601" y="4702499"/>
            <a:ext cx="891420" cy="548907"/>
          </a:xfrm>
          <a:prstGeom prst="cloud">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Arial" panose="020B0704020202020204"/>
              <a:ea typeface="Arial" panose="020B0704020202020204"/>
              <a:cs typeface="Arial" panose="020B0704020202020204"/>
              <a:sym typeface="Arial" panose="020B0704020202020204"/>
            </a:endParaRPr>
          </a:p>
        </p:txBody>
      </p:sp>
      <p:sp>
        <p:nvSpPr>
          <p:cNvPr id="661" name="Google Shape;661;p42"/>
          <p:cNvSpPr/>
          <p:nvPr/>
        </p:nvSpPr>
        <p:spPr>
          <a:xfrm>
            <a:off x="6130615" y="1953535"/>
            <a:ext cx="4906798" cy="770816"/>
          </a:xfrm>
          <a:prstGeom prst="rect">
            <a:avLst/>
          </a:prstGeom>
          <a:blipFill rotWithShape="1">
            <a:blip r:embed="rId5"/>
            <a:stretch>
              <a:fillRect l="-3229" b="-1417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662" name="Google Shape;662;p42"/>
          <p:cNvSpPr/>
          <p:nvPr/>
        </p:nvSpPr>
        <p:spPr>
          <a:xfrm>
            <a:off x="1110220" y="2838518"/>
            <a:ext cx="4906798" cy="885032"/>
          </a:xfrm>
          <a:prstGeom prst="rect">
            <a:avLst/>
          </a:prstGeom>
          <a:blipFill rotWithShape="1">
            <a:blip r:embed="rId6"/>
            <a:stretch>
              <a:fillRect l="-3104" b="-4137"/>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663" name="Google Shape;663;p42"/>
          <p:cNvSpPr/>
          <p:nvPr/>
        </p:nvSpPr>
        <p:spPr>
          <a:xfrm>
            <a:off x="6130615" y="2842707"/>
            <a:ext cx="4906798" cy="885032"/>
          </a:xfrm>
          <a:prstGeom prst="rect">
            <a:avLst/>
          </a:prstGeom>
          <a:blipFill rotWithShape="1">
            <a:blip r:embed="rId7"/>
            <a:stretch>
              <a:fillRect l="-3229" b="-10957"/>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pic>
        <p:nvPicPr>
          <p:cNvPr id="664" name="Google Shape;664;p42"/>
          <p:cNvPicPr preferRelativeResize="0"/>
          <p:nvPr/>
        </p:nvPicPr>
        <p:blipFill rotWithShape="1">
          <a:blip r:embed="rId8"/>
          <a:srcRect/>
          <a:stretch>
            <a:fillRect/>
          </a:stretch>
        </p:blipFill>
        <p:spPr>
          <a:xfrm>
            <a:off x="5211296" y="1974821"/>
            <a:ext cx="805722" cy="708059"/>
          </a:xfrm>
          <a:prstGeom prst="rect">
            <a:avLst/>
          </a:prstGeom>
          <a:noFill/>
          <a:ln>
            <a:noFill/>
          </a:ln>
        </p:spPr>
      </p:pic>
      <p:pic>
        <p:nvPicPr>
          <p:cNvPr id="665" name="Google Shape;665;p42"/>
          <p:cNvPicPr preferRelativeResize="0"/>
          <p:nvPr/>
        </p:nvPicPr>
        <p:blipFill rotWithShape="1">
          <a:blip r:embed="rId8"/>
          <a:srcRect/>
          <a:stretch>
            <a:fillRect/>
          </a:stretch>
        </p:blipFill>
        <p:spPr>
          <a:xfrm>
            <a:off x="5284614" y="2902112"/>
            <a:ext cx="732404" cy="643628"/>
          </a:xfrm>
          <a:prstGeom prst="rect">
            <a:avLst/>
          </a:prstGeom>
          <a:noFill/>
          <a:ln>
            <a:noFill/>
          </a:ln>
        </p:spPr>
      </p:pic>
      <p:pic>
        <p:nvPicPr>
          <p:cNvPr id="666" name="Google Shape;666;p42"/>
          <p:cNvPicPr preferRelativeResize="0"/>
          <p:nvPr/>
        </p:nvPicPr>
        <p:blipFill rotWithShape="1">
          <a:blip r:embed="rId9"/>
          <a:srcRect/>
          <a:stretch>
            <a:fillRect/>
          </a:stretch>
        </p:blipFill>
        <p:spPr>
          <a:xfrm>
            <a:off x="10232671" y="2915181"/>
            <a:ext cx="804742" cy="643793"/>
          </a:xfrm>
          <a:prstGeom prst="rect">
            <a:avLst/>
          </a:prstGeom>
          <a:noFill/>
          <a:ln>
            <a:noFill/>
          </a:ln>
        </p:spPr>
      </p:pic>
      <p:pic>
        <p:nvPicPr>
          <p:cNvPr id="667" name="Google Shape;667;p42"/>
          <p:cNvPicPr preferRelativeResize="0"/>
          <p:nvPr/>
        </p:nvPicPr>
        <p:blipFill rotWithShape="1">
          <a:blip r:embed="rId8"/>
          <a:srcRect/>
          <a:stretch>
            <a:fillRect/>
          </a:stretch>
        </p:blipFill>
        <p:spPr>
          <a:xfrm>
            <a:off x="10304821" y="2026493"/>
            <a:ext cx="732592" cy="643793"/>
          </a:xfrm>
          <a:prstGeom prst="rect">
            <a:avLst/>
          </a:prstGeom>
          <a:noFill/>
          <a:ln>
            <a:noFill/>
          </a:ln>
        </p:spPr>
      </p:pic>
      <p:sp>
        <p:nvSpPr>
          <p:cNvPr id="668" name="Google Shape;668;p42">
            <a:hlinkClick r:id="" action="ppaction://hlinkshowjump?jump=nextslide"/>
          </p:cNvPr>
          <p:cNvSpPr/>
          <p:nvPr/>
        </p:nvSpPr>
        <p:spPr>
          <a:xfrm>
            <a:off x="5345264" y="5130389"/>
            <a:ext cx="1388898" cy="650469"/>
          </a:xfrm>
          <a:prstGeom prst="cloud">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D8D8D8"/>
              </a:buClr>
              <a:buSzPts val="2000"/>
              <a:buFont typeface="Arial" panose="020B0704020202020204"/>
              <a:buNone/>
            </a:pPr>
            <a:r>
              <a:rPr lang="vi-VN" sz="2000" b="0" i="0" u="none" strike="noStrike" cap="none">
                <a:solidFill>
                  <a:srgbClr val="D8D8D8"/>
                </a:solidFill>
                <a:latin typeface="Arial" panose="020B0704020202020204"/>
                <a:ea typeface="Arial" panose="020B0704020202020204"/>
                <a:cs typeface="Arial" panose="020B0704020202020204"/>
                <a:sym typeface="Arial" panose="020B0704020202020204"/>
              </a:rPr>
              <a:t>NEXT</a:t>
            </a:r>
            <a:endParaRPr lang="vi-VN" sz="2000" b="0" i="0" u="none" strike="noStrike" cap="none">
              <a:solidFill>
                <a:srgbClr val="D8D8D8"/>
              </a:solidFill>
              <a:latin typeface="Arial" panose="020B0704020202020204"/>
              <a:ea typeface="Arial" panose="020B0704020202020204"/>
              <a:cs typeface="Arial" panose="020B0704020202020204"/>
              <a:sym typeface="Arial" panose="020B0704020202020204"/>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57"/>
                                        </p:tgtEl>
                                        <p:attrNameLst>
                                          <p:attrName>style.visibility</p:attrName>
                                        </p:attrNameLst>
                                      </p:cBhvr>
                                      <p:to>
                                        <p:strVal val="visible"/>
                                      </p:to>
                                    </p:set>
                                    <p:animEffect transition="in" filter="fade">
                                      <p:cBhvr>
                                        <p:cTn id="7" dur="500"/>
                                        <p:tgtEl>
                                          <p:spTgt spid="657"/>
                                        </p:tgtEl>
                                      </p:cBhvr>
                                    </p:animEffect>
                                  </p:childTnLst>
                                </p:cTn>
                              </p:par>
                              <p:par>
                                <p:cTn id="8" presetID="10" presetClass="entr" presetSubtype="0" fill="hold" nodeType="withEffect">
                                  <p:stCondLst>
                                    <p:cond delay="500"/>
                                  </p:stCondLst>
                                  <p:childTnLst>
                                    <p:set>
                                      <p:cBhvr>
                                        <p:cTn id="9" dur="1" fill="hold">
                                          <p:stCondLst>
                                            <p:cond delay="0"/>
                                          </p:stCondLst>
                                        </p:cTn>
                                        <p:tgtEl>
                                          <p:spTgt spid="658"/>
                                        </p:tgtEl>
                                        <p:attrNameLst>
                                          <p:attrName>style.visibility</p:attrName>
                                        </p:attrNameLst>
                                      </p:cBhvr>
                                      <p:to>
                                        <p:strVal val="visible"/>
                                      </p:to>
                                    </p:set>
                                    <p:animEffect transition="in" filter="fade">
                                      <p:cBhvr>
                                        <p:cTn id="10" dur="500"/>
                                        <p:tgtEl>
                                          <p:spTgt spid="658"/>
                                        </p:tgtEl>
                                      </p:cBhvr>
                                    </p:animEffect>
                                  </p:childTnLst>
                                </p:cTn>
                              </p:par>
                              <p:par>
                                <p:cTn id="11" presetID="10" presetClass="entr" presetSubtype="0" fill="hold" nodeType="withEffect">
                                  <p:stCondLst>
                                    <p:cond delay="1000"/>
                                  </p:stCondLst>
                                  <p:childTnLst>
                                    <p:set>
                                      <p:cBhvr>
                                        <p:cTn id="12" dur="1" fill="hold">
                                          <p:stCondLst>
                                            <p:cond delay="0"/>
                                          </p:stCondLst>
                                        </p:cTn>
                                        <p:tgtEl>
                                          <p:spTgt spid="661"/>
                                        </p:tgtEl>
                                        <p:attrNameLst>
                                          <p:attrName>style.visibility</p:attrName>
                                        </p:attrNameLst>
                                      </p:cBhvr>
                                      <p:to>
                                        <p:strVal val="visible"/>
                                      </p:to>
                                    </p:set>
                                    <p:animEffect transition="in" filter="fade">
                                      <p:cBhvr>
                                        <p:cTn id="13" dur="500"/>
                                        <p:tgtEl>
                                          <p:spTgt spid="661"/>
                                        </p:tgtEl>
                                      </p:cBhvr>
                                    </p:animEffect>
                                  </p:childTnLst>
                                </p:cTn>
                              </p:par>
                              <p:par>
                                <p:cTn id="14" presetID="10" presetClass="entr" presetSubtype="0" fill="hold" nodeType="withEffect">
                                  <p:stCondLst>
                                    <p:cond delay="1500"/>
                                  </p:stCondLst>
                                  <p:childTnLst>
                                    <p:set>
                                      <p:cBhvr>
                                        <p:cTn id="15" dur="1" fill="hold">
                                          <p:stCondLst>
                                            <p:cond delay="0"/>
                                          </p:stCondLst>
                                        </p:cTn>
                                        <p:tgtEl>
                                          <p:spTgt spid="662"/>
                                        </p:tgtEl>
                                        <p:attrNameLst>
                                          <p:attrName>style.visibility</p:attrName>
                                        </p:attrNameLst>
                                      </p:cBhvr>
                                      <p:to>
                                        <p:strVal val="visible"/>
                                      </p:to>
                                    </p:set>
                                    <p:animEffect transition="in" filter="fade">
                                      <p:cBhvr>
                                        <p:cTn id="16" dur="500"/>
                                        <p:tgtEl>
                                          <p:spTgt spid="662"/>
                                        </p:tgtEl>
                                      </p:cBhvr>
                                    </p:animEffect>
                                  </p:childTnLst>
                                </p:cTn>
                              </p:par>
                              <p:par>
                                <p:cTn id="17" presetID="10" presetClass="entr" presetSubtype="0" fill="hold" nodeType="withEffect">
                                  <p:stCondLst>
                                    <p:cond delay="2000"/>
                                  </p:stCondLst>
                                  <p:childTnLst>
                                    <p:set>
                                      <p:cBhvr>
                                        <p:cTn id="18" dur="1" fill="hold">
                                          <p:stCondLst>
                                            <p:cond delay="0"/>
                                          </p:stCondLst>
                                        </p:cTn>
                                        <p:tgtEl>
                                          <p:spTgt spid="663"/>
                                        </p:tgtEl>
                                        <p:attrNameLst>
                                          <p:attrName>style.visibility</p:attrName>
                                        </p:attrNameLst>
                                      </p:cBhvr>
                                      <p:to>
                                        <p:strVal val="visible"/>
                                      </p:to>
                                    </p:set>
                                    <p:animEffect transition="in" filter="fade">
                                      <p:cBhvr>
                                        <p:cTn id="19" dur="500"/>
                                        <p:tgtEl>
                                          <p:spTgt spid="663"/>
                                        </p:tgtEl>
                                      </p:cBhvr>
                                    </p:animEffect>
                                  </p:childTnLst>
                                </p:cTn>
                              </p:par>
                              <p:par>
                                <p:cTn id="20" presetID="8" presetClass="emph" presetSubtype="0" fill="hold" nodeType="withEffect">
                                  <p:stCondLst>
                                    <p:cond delay="0"/>
                                  </p:stCondLst>
                                  <p:childTnLst>
                                    <p:animRot by="-21600000">
                                      <p:cBhvr>
                                        <p:cTn id="21" dur="2250" fill="hold"/>
                                        <p:tgtEl>
                                          <p:spTgt spid="654"/>
                                        </p:tgtEl>
                                        <p:attrNameLst>
                                          <p:attrName>r</p:attrName>
                                        </p:attrNameLst>
                                      </p:cBhvr>
                                    </p:animRot>
                                  </p:childTnLst>
                                </p:cTn>
                              </p:par>
                              <p:par>
                                <p:cTn id="22" presetID="8" presetClass="emph" presetSubtype="0" fill="hold" nodeType="withEffect">
                                  <p:stCondLst>
                                    <p:cond delay="0"/>
                                  </p:stCondLst>
                                  <p:childTnLst>
                                    <p:animRot by="-21600000">
                                      <p:cBhvr>
                                        <p:cTn id="23" dur="2500" fill="hold"/>
                                        <p:tgtEl>
                                          <p:spTgt spid="655"/>
                                        </p:tgtEl>
                                        <p:attrNameLst>
                                          <p:attrName>r</p:attrName>
                                        </p:attrNameLst>
                                      </p:cBhvr>
                                    </p:animRot>
                                  </p:childTnLst>
                                </p:cTn>
                              </p:par>
                              <p:par>
                                <p:cTn id="24" presetID="8" presetClass="emph" presetSubtype="0" fill="hold" nodeType="withEffect">
                                  <p:stCondLst>
                                    <p:cond delay="0"/>
                                  </p:stCondLst>
                                  <p:childTnLst>
                                    <p:animRot by="-21600000">
                                      <p:cBhvr>
                                        <p:cTn id="25" dur="2000" fill="hold"/>
                                        <p:tgtEl>
                                          <p:spTgt spid="656"/>
                                        </p:tgtEl>
                                        <p:attrNameLst>
                                          <p:attrName>r</p:attrName>
                                        </p:attrNameLst>
                                      </p:cBhvr>
                                    </p:animRot>
                                  </p:childTnLst>
                                </p:cTn>
                              </p:par>
                              <p:par>
                                <p:cTn id="26" presetID="2" presetClass="entr" presetSubtype="2" fill="hold" nodeType="withEffect">
                                  <p:stCondLst>
                                    <p:cond delay="500"/>
                                  </p:stCondLst>
                                  <p:childTnLst>
                                    <p:set>
                                      <p:cBhvr>
                                        <p:cTn id="27" dur="1" fill="hold">
                                          <p:stCondLst>
                                            <p:cond delay="0"/>
                                          </p:stCondLst>
                                        </p:cTn>
                                        <p:tgtEl>
                                          <p:spTgt spid="659"/>
                                        </p:tgtEl>
                                        <p:attrNameLst>
                                          <p:attrName>style.visibility</p:attrName>
                                        </p:attrNameLst>
                                      </p:cBhvr>
                                      <p:to>
                                        <p:strVal val="visible"/>
                                      </p:to>
                                    </p:set>
                                    <p:anim calcmode="lin" valueType="num">
                                      <p:cBhvr additive="base">
                                        <p:cTn id="28" dur="5000"/>
                                        <p:tgtEl>
                                          <p:spTgt spid="659"/>
                                        </p:tgtEl>
                                        <p:attrNameLst>
                                          <p:attrName>ppt_x</p:attrName>
                                        </p:attrNameLst>
                                      </p:cBhvr>
                                      <p:tavLst>
                                        <p:tav tm="0" fmla="">
                                          <p:val>
                                            <p:strVal val="#ppt_x+1"/>
                                          </p:val>
                                        </p:tav>
                                        <p:tav tm="100000" fmla="">
                                          <p:val>
                                            <p:strVal val="#ppt_x"/>
                                          </p:val>
                                        </p:tav>
                                      </p:tavLst>
                                    </p:anim>
                                  </p:childTnLst>
                                </p:cTn>
                              </p:par>
                              <p:par>
                                <p:cTn id="29" presetID="2" presetClass="entr" presetSubtype="8" fill="hold" nodeType="withEffect">
                                  <p:stCondLst>
                                    <p:cond delay="500"/>
                                  </p:stCondLst>
                                  <p:childTnLst>
                                    <p:set>
                                      <p:cBhvr>
                                        <p:cTn id="30" dur="1" fill="hold">
                                          <p:stCondLst>
                                            <p:cond delay="0"/>
                                          </p:stCondLst>
                                        </p:cTn>
                                        <p:tgtEl>
                                          <p:spTgt spid="660"/>
                                        </p:tgtEl>
                                        <p:attrNameLst>
                                          <p:attrName>style.visibility</p:attrName>
                                        </p:attrNameLst>
                                      </p:cBhvr>
                                      <p:to>
                                        <p:strVal val="visible"/>
                                      </p:to>
                                    </p:set>
                                    <p:anim calcmode="lin" valueType="num">
                                      <p:cBhvr additive="base">
                                        <p:cTn id="31" dur="5000"/>
                                        <p:tgtEl>
                                          <p:spTgt spid="660"/>
                                        </p:tgtEl>
                                        <p:attrNameLst>
                                          <p:attrName>ppt_x</p:attrName>
                                        </p:attrNameLst>
                                      </p:cBhvr>
                                      <p:tavLst>
                                        <p:tav tm="0" fmla="">
                                          <p:val>
                                            <p:strVal val="#ppt_x-1"/>
                                          </p:val>
                                        </p:tav>
                                        <p:tav tm="100000" fmla="">
                                          <p:val>
                                            <p:strVal val="#ppt_x"/>
                                          </p:val>
                                        </p:tav>
                                      </p:tavLst>
                                    </p:anim>
                                  </p:childTnLst>
                                </p:cTn>
                              </p:par>
                            </p:childTnLst>
                          </p:cTn>
                        </p:par>
                      </p:childTnLst>
                    </p:cTn>
                  </p:par>
                  <p:par>
                    <p:cTn id="32" fill="hold">
                      <p:stCondLst>
                        <p:cond delay="indefinite"/>
                      </p:stCondLst>
                      <p:childTnLst>
                        <p:par>
                          <p:cTn id="33" fill="hold">
                            <p:stCondLst>
                              <p:cond delay="0"/>
                            </p:stCondLst>
                            <p:childTnLst>
                              <p:par>
                                <p:cTn id="34" presetID="23" presetClass="entr" presetSubtype="16" fill="hold" nodeType="clickEffect">
                                  <p:stCondLst>
                                    <p:cond delay="1000"/>
                                  </p:stCondLst>
                                  <p:childTnLst>
                                    <p:set>
                                      <p:cBhvr>
                                        <p:cTn id="35" dur="1" fill="hold">
                                          <p:stCondLst>
                                            <p:cond delay="0"/>
                                          </p:stCondLst>
                                        </p:cTn>
                                        <p:tgtEl>
                                          <p:spTgt spid="664"/>
                                        </p:tgtEl>
                                        <p:attrNameLst>
                                          <p:attrName>style.visibility</p:attrName>
                                        </p:attrNameLst>
                                      </p:cBhvr>
                                      <p:to>
                                        <p:strVal val="visible"/>
                                      </p:to>
                                    </p:set>
                                    <p:anim calcmode="lin" valueType="num">
                                      <p:cBhvr additive="base">
                                        <p:cTn id="36" dur="250"/>
                                        <p:tgtEl>
                                          <p:spTgt spid="664"/>
                                        </p:tgtEl>
                                        <p:attrNameLst>
                                          <p:attrName>ppt_w</p:attrName>
                                        </p:attrNameLst>
                                      </p:cBhvr>
                                      <p:tavLst>
                                        <p:tav tm="0" fmla="">
                                          <p:val>
                                            <p:fltVal val="0"/>
                                          </p:val>
                                        </p:tav>
                                        <p:tav tm="100000" fmla="">
                                          <p:val>
                                            <p:strVal val="#ppt_w"/>
                                          </p:val>
                                        </p:tav>
                                      </p:tavLst>
                                    </p:anim>
                                    <p:anim calcmode="lin" valueType="num">
                                      <p:cBhvr additive="base">
                                        <p:cTn id="37" dur="250"/>
                                        <p:tgtEl>
                                          <p:spTgt spid="664"/>
                                        </p:tgtEl>
                                        <p:attrNameLst>
                                          <p:attrName>ppt_h</p:attrName>
                                        </p:attrNameLst>
                                      </p:cBhvr>
                                      <p:tavLst>
                                        <p:tav tm="0" fmla="">
                                          <p:val>
                                            <p:fltVal val="0"/>
                                          </p:val>
                                        </p:tav>
                                        <p:tav tm="100000" fmla="">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23" presetClass="entr" presetSubtype="16" fill="hold" nodeType="clickEffect">
                                  <p:stCondLst>
                                    <p:cond delay="1000"/>
                                  </p:stCondLst>
                                  <p:childTnLst>
                                    <p:set>
                                      <p:cBhvr>
                                        <p:cTn id="41" dur="1" fill="hold">
                                          <p:stCondLst>
                                            <p:cond delay="0"/>
                                          </p:stCondLst>
                                        </p:cTn>
                                        <p:tgtEl>
                                          <p:spTgt spid="667"/>
                                        </p:tgtEl>
                                        <p:attrNameLst>
                                          <p:attrName>style.visibility</p:attrName>
                                        </p:attrNameLst>
                                      </p:cBhvr>
                                      <p:to>
                                        <p:strVal val="visible"/>
                                      </p:to>
                                    </p:set>
                                    <p:anim calcmode="lin" valueType="num">
                                      <p:cBhvr additive="base">
                                        <p:cTn id="42" dur="250"/>
                                        <p:tgtEl>
                                          <p:spTgt spid="667"/>
                                        </p:tgtEl>
                                        <p:attrNameLst>
                                          <p:attrName>ppt_w</p:attrName>
                                        </p:attrNameLst>
                                      </p:cBhvr>
                                      <p:tavLst>
                                        <p:tav tm="0" fmla="">
                                          <p:val>
                                            <p:fltVal val="0"/>
                                          </p:val>
                                        </p:tav>
                                        <p:tav tm="100000" fmla="">
                                          <p:val>
                                            <p:strVal val="#ppt_w"/>
                                          </p:val>
                                        </p:tav>
                                      </p:tavLst>
                                    </p:anim>
                                    <p:anim calcmode="lin" valueType="num">
                                      <p:cBhvr additive="base">
                                        <p:cTn id="43" dur="250"/>
                                        <p:tgtEl>
                                          <p:spTgt spid="667"/>
                                        </p:tgtEl>
                                        <p:attrNameLst>
                                          <p:attrName>ppt_h</p:attrName>
                                        </p:attrNameLst>
                                      </p:cBhvr>
                                      <p:tavLst>
                                        <p:tav tm="0" fmla="">
                                          <p:val>
                                            <p:fltVal val="0"/>
                                          </p:val>
                                        </p:tav>
                                        <p:tav tm="100000" fmla="">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23" presetClass="entr" presetSubtype="16" fill="hold" nodeType="clickEffect">
                                  <p:stCondLst>
                                    <p:cond delay="1000"/>
                                  </p:stCondLst>
                                  <p:childTnLst>
                                    <p:set>
                                      <p:cBhvr>
                                        <p:cTn id="47" dur="1" fill="hold">
                                          <p:stCondLst>
                                            <p:cond delay="0"/>
                                          </p:stCondLst>
                                        </p:cTn>
                                        <p:tgtEl>
                                          <p:spTgt spid="665"/>
                                        </p:tgtEl>
                                        <p:attrNameLst>
                                          <p:attrName>style.visibility</p:attrName>
                                        </p:attrNameLst>
                                      </p:cBhvr>
                                      <p:to>
                                        <p:strVal val="visible"/>
                                      </p:to>
                                    </p:set>
                                    <p:anim calcmode="lin" valueType="num">
                                      <p:cBhvr additive="base">
                                        <p:cTn id="48" dur="250"/>
                                        <p:tgtEl>
                                          <p:spTgt spid="665"/>
                                        </p:tgtEl>
                                        <p:attrNameLst>
                                          <p:attrName>ppt_w</p:attrName>
                                        </p:attrNameLst>
                                      </p:cBhvr>
                                      <p:tavLst>
                                        <p:tav tm="0" fmla="">
                                          <p:val>
                                            <p:fltVal val="0"/>
                                          </p:val>
                                        </p:tav>
                                        <p:tav tm="100000" fmla="">
                                          <p:val>
                                            <p:strVal val="#ppt_w"/>
                                          </p:val>
                                        </p:tav>
                                      </p:tavLst>
                                    </p:anim>
                                    <p:anim calcmode="lin" valueType="num">
                                      <p:cBhvr additive="base">
                                        <p:cTn id="49" dur="250"/>
                                        <p:tgtEl>
                                          <p:spTgt spid="665"/>
                                        </p:tgtEl>
                                        <p:attrNameLst>
                                          <p:attrName>ppt_h</p:attrName>
                                        </p:attrNameLst>
                                      </p:cBhvr>
                                      <p:tavLst>
                                        <p:tav tm="0" fmla="">
                                          <p:val>
                                            <p:fltVal val="0"/>
                                          </p:val>
                                        </p:tav>
                                        <p:tav tm="100000" fmla="">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23" presetClass="entr" presetSubtype="16" fill="hold" nodeType="clickEffect">
                                  <p:stCondLst>
                                    <p:cond delay="1000"/>
                                  </p:stCondLst>
                                  <p:childTnLst>
                                    <p:set>
                                      <p:cBhvr>
                                        <p:cTn id="53" dur="1" fill="hold">
                                          <p:stCondLst>
                                            <p:cond delay="0"/>
                                          </p:stCondLst>
                                        </p:cTn>
                                        <p:tgtEl>
                                          <p:spTgt spid="666"/>
                                        </p:tgtEl>
                                        <p:attrNameLst>
                                          <p:attrName>style.visibility</p:attrName>
                                        </p:attrNameLst>
                                      </p:cBhvr>
                                      <p:to>
                                        <p:strVal val="visible"/>
                                      </p:to>
                                    </p:set>
                                    <p:anim calcmode="lin" valueType="num">
                                      <p:cBhvr additive="base">
                                        <p:cTn id="54" dur="250"/>
                                        <p:tgtEl>
                                          <p:spTgt spid="666"/>
                                        </p:tgtEl>
                                        <p:attrNameLst>
                                          <p:attrName>ppt_w</p:attrName>
                                        </p:attrNameLst>
                                      </p:cBhvr>
                                      <p:tavLst>
                                        <p:tav tm="0" fmla="">
                                          <p:val>
                                            <p:fltVal val="0"/>
                                          </p:val>
                                        </p:tav>
                                        <p:tav tm="100000" fmla="">
                                          <p:val>
                                            <p:strVal val="#ppt_w"/>
                                          </p:val>
                                        </p:tav>
                                      </p:tavLst>
                                    </p:anim>
                                    <p:anim calcmode="lin" valueType="num">
                                      <p:cBhvr additive="base">
                                        <p:cTn id="55" dur="250"/>
                                        <p:tgtEl>
                                          <p:spTgt spid="666"/>
                                        </p:tgtEl>
                                        <p:attrNameLst>
                                          <p:attrName>ppt_h</p:attrName>
                                        </p:attrNameLst>
                                      </p:cBhvr>
                                      <p:tavLst>
                                        <p:tav tm="0" fmla="">
                                          <p:val>
                                            <p:fltVal val="0"/>
                                          </p:val>
                                        </p:tav>
                                        <p:tav tm="100000" fmla="">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672" name="Shape 672"/>
        <p:cNvGrpSpPr/>
        <p:nvPr/>
      </p:nvGrpSpPr>
      <p:grpSpPr>
        <a:xfrm>
          <a:off x="0" y="0"/>
          <a:ext cx="0" cy="0"/>
          <a:chOff x="0" y="0"/>
          <a:chExt cx="0" cy="0"/>
        </a:xfrm>
      </p:grpSpPr>
      <p:pic>
        <p:nvPicPr>
          <p:cNvPr id="673" name="Google Shape;673;p43"/>
          <p:cNvPicPr preferRelativeResize="0"/>
          <p:nvPr/>
        </p:nvPicPr>
        <p:blipFill rotWithShape="1">
          <a:blip r:embed="rId1"/>
          <a:srcRect/>
          <a:stretch>
            <a:fillRect/>
          </a:stretch>
        </p:blipFill>
        <p:spPr>
          <a:xfrm>
            <a:off x="10494163" y="3769131"/>
            <a:ext cx="1086500" cy="1182926"/>
          </a:xfrm>
          <a:prstGeom prst="rect">
            <a:avLst/>
          </a:prstGeom>
          <a:noFill/>
          <a:ln>
            <a:noFill/>
          </a:ln>
        </p:spPr>
      </p:pic>
      <p:pic>
        <p:nvPicPr>
          <p:cNvPr id="674" name="Google Shape;674;p43"/>
          <p:cNvPicPr preferRelativeResize="0"/>
          <p:nvPr/>
        </p:nvPicPr>
        <p:blipFill rotWithShape="1">
          <a:blip r:embed="rId2"/>
          <a:srcRect/>
          <a:stretch>
            <a:fillRect/>
          </a:stretch>
        </p:blipFill>
        <p:spPr>
          <a:xfrm>
            <a:off x="9776937" y="4515854"/>
            <a:ext cx="812889" cy="885032"/>
          </a:xfrm>
          <a:prstGeom prst="rect">
            <a:avLst/>
          </a:prstGeom>
          <a:noFill/>
          <a:ln>
            <a:noFill/>
          </a:ln>
        </p:spPr>
      </p:pic>
      <p:pic>
        <p:nvPicPr>
          <p:cNvPr id="675" name="Google Shape;675;p43"/>
          <p:cNvPicPr preferRelativeResize="0"/>
          <p:nvPr/>
        </p:nvPicPr>
        <p:blipFill rotWithShape="1">
          <a:blip r:embed="rId3"/>
          <a:srcRect/>
          <a:stretch>
            <a:fillRect/>
          </a:stretch>
        </p:blipFill>
        <p:spPr>
          <a:xfrm>
            <a:off x="10361978" y="5130389"/>
            <a:ext cx="520391" cy="566575"/>
          </a:xfrm>
          <a:prstGeom prst="rect">
            <a:avLst/>
          </a:prstGeom>
          <a:noFill/>
          <a:ln>
            <a:noFill/>
          </a:ln>
        </p:spPr>
      </p:pic>
      <p:sp>
        <p:nvSpPr>
          <p:cNvPr id="676" name="Google Shape;676;p43"/>
          <p:cNvSpPr/>
          <p:nvPr/>
        </p:nvSpPr>
        <p:spPr>
          <a:xfrm>
            <a:off x="832636" y="199869"/>
            <a:ext cx="10526728" cy="1604597"/>
          </a:xfrm>
          <a:prstGeom prst="snip2DiagRect">
            <a:avLst>
              <a:gd name="adj1" fmla="val 0"/>
              <a:gd name="adj2" fmla="val 16667"/>
            </a:avLst>
          </a:prstGeom>
          <a:solidFill>
            <a:schemeClr val="lt1"/>
          </a:soli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vi-VN" sz="3200" b="1">
                <a:solidFill>
                  <a:srgbClr val="000000"/>
                </a:solidFill>
                <a:latin typeface="Fira Sans Extra Condensed"/>
                <a:ea typeface="Fira Sans Extra Condensed"/>
                <a:cs typeface="Fira Sans Extra Condensed"/>
                <a:sym typeface="Fira Sans Extra Condensed"/>
              </a:rPr>
              <a:t>Câu 5:</a:t>
            </a:r>
            <a:r>
              <a:rPr lang="vi-VN" sz="3200">
                <a:solidFill>
                  <a:srgbClr val="000000"/>
                </a:solidFill>
                <a:latin typeface="Fira Sans Extra Condensed"/>
                <a:ea typeface="Fira Sans Extra Condensed"/>
                <a:cs typeface="Fira Sans Extra Condensed"/>
                <a:sym typeface="Fira Sans Extra Condensed"/>
              </a:rPr>
              <a:t> Một vật dao động điều hòa với biên độ A. Tại li độ nào thì động năng bằng 8 lần thế năng?</a:t>
            </a:r>
            <a:endParaRPr sz="3200" b="0" i="0" u="none" strike="noStrike" cap="none">
              <a:solidFill>
                <a:srgbClr val="000000"/>
              </a:solidFill>
              <a:latin typeface="Fira Sans Extra Condensed"/>
              <a:ea typeface="Fira Sans Extra Condensed"/>
              <a:cs typeface="Fira Sans Extra Condensed"/>
              <a:sym typeface="Fira Sans Extra Condensed"/>
            </a:endParaRPr>
          </a:p>
        </p:txBody>
      </p:sp>
      <p:sp>
        <p:nvSpPr>
          <p:cNvPr id="677" name="Google Shape;677;p43"/>
          <p:cNvSpPr/>
          <p:nvPr/>
        </p:nvSpPr>
        <p:spPr>
          <a:xfrm>
            <a:off x="1110220" y="1949346"/>
            <a:ext cx="4906798" cy="770816"/>
          </a:xfrm>
          <a:prstGeom prst="rect">
            <a:avLst/>
          </a:prstGeom>
          <a:blipFill rotWithShape="1">
            <a:blip r:embed="rId4"/>
            <a:stretch>
              <a:fillRect l="-3104" b="-14285"/>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678" name="Google Shape;678;p43"/>
          <p:cNvSpPr/>
          <p:nvPr/>
        </p:nvSpPr>
        <p:spPr>
          <a:xfrm>
            <a:off x="-683345" y="4902196"/>
            <a:ext cx="567114" cy="349210"/>
          </a:xfrm>
          <a:prstGeom prst="cloud">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Arial" panose="020B0704020202020204"/>
              <a:ea typeface="Arial" panose="020B0704020202020204"/>
              <a:cs typeface="Arial" panose="020B0704020202020204"/>
              <a:sym typeface="Arial" panose="020B0704020202020204"/>
            </a:endParaRPr>
          </a:p>
        </p:txBody>
      </p:sp>
      <p:sp>
        <p:nvSpPr>
          <p:cNvPr id="679" name="Google Shape;679;p43"/>
          <p:cNvSpPr/>
          <p:nvPr/>
        </p:nvSpPr>
        <p:spPr>
          <a:xfrm>
            <a:off x="13632601" y="4702499"/>
            <a:ext cx="891420" cy="548907"/>
          </a:xfrm>
          <a:prstGeom prst="cloud">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Arial" panose="020B0704020202020204"/>
              <a:ea typeface="Arial" panose="020B0704020202020204"/>
              <a:cs typeface="Arial" panose="020B0704020202020204"/>
              <a:sym typeface="Arial" panose="020B0704020202020204"/>
            </a:endParaRPr>
          </a:p>
        </p:txBody>
      </p:sp>
      <p:sp>
        <p:nvSpPr>
          <p:cNvPr id="680" name="Google Shape;680;p43"/>
          <p:cNvSpPr/>
          <p:nvPr/>
        </p:nvSpPr>
        <p:spPr>
          <a:xfrm>
            <a:off x="6130615" y="1953535"/>
            <a:ext cx="4906798" cy="770816"/>
          </a:xfrm>
          <a:prstGeom prst="rect">
            <a:avLst/>
          </a:prstGeom>
          <a:blipFill rotWithShape="1">
            <a:blip r:embed="rId5"/>
            <a:stretch>
              <a:fillRect l="-3229" b="-19684"/>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681" name="Google Shape;681;p43"/>
          <p:cNvSpPr/>
          <p:nvPr/>
        </p:nvSpPr>
        <p:spPr>
          <a:xfrm>
            <a:off x="1110220" y="2838517"/>
            <a:ext cx="4906798" cy="930613"/>
          </a:xfrm>
          <a:prstGeom prst="rect">
            <a:avLst/>
          </a:prstGeom>
          <a:blipFill rotWithShape="1">
            <a:blip r:embed="rId6"/>
            <a:stretch>
              <a:fillRect l="-3104" b="-8552"/>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682" name="Google Shape;682;p43"/>
          <p:cNvSpPr/>
          <p:nvPr/>
        </p:nvSpPr>
        <p:spPr>
          <a:xfrm>
            <a:off x="6130615" y="2842706"/>
            <a:ext cx="4906798" cy="926423"/>
          </a:xfrm>
          <a:prstGeom prst="rect">
            <a:avLst/>
          </a:prstGeom>
          <a:blipFill rotWithShape="1">
            <a:blip r:embed="rId7"/>
            <a:stretch>
              <a:fillRect l="-3229" b="-3946"/>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pic>
        <p:nvPicPr>
          <p:cNvPr id="683" name="Google Shape;683;p43"/>
          <p:cNvPicPr preferRelativeResize="0"/>
          <p:nvPr/>
        </p:nvPicPr>
        <p:blipFill rotWithShape="1">
          <a:blip r:embed="rId8"/>
          <a:srcRect/>
          <a:stretch>
            <a:fillRect/>
          </a:stretch>
        </p:blipFill>
        <p:spPr>
          <a:xfrm>
            <a:off x="5211296" y="1974821"/>
            <a:ext cx="805722" cy="708059"/>
          </a:xfrm>
          <a:prstGeom prst="rect">
            <a:avLst/>
          </a:prstGeom>
          <a:noFill/>
          <a:ln>
            <a:noFill/>
          </a:ln>
        </p:spPr>
      </p:pic>
      <p:pic>
        <p:nvPicPr>
          <p:cNvPr id="684" name="Google Shape;684;p43"/>
          <p:cNvPicPr preferRelativeResize="0"/>
          <p:nvPr/>
        </p:nvPicPr>
        <p:blipFill rotWithShape="1">
          <a:blip r:embed="rId8"/>
          <a:srcRect/>
          <a:stretch>
            <a:fillRect/>
          </a:stretch>
        </p:blipFill>
        <p:spPr>
          <a:xfrm>
            <a:off x="5284614" y="2902112"/>
            <a:ext cx="732404" cy="643628"/>
          </a:xfrm>
          <a:prstGeom prst="rect">
            <a:avLst/>
          </a:prstGeom>
          <a:noFill/>
          <a:ln>
            <a:noFill/>
          </a:ln>
        </p:spPr>
      </p:pic>
      <p:pic>
        <p:nvPicPr>
          <p:cNvPr id="685" name="Google Shape;685;p43"/>
          <p:cNvPicPr preferRelativeResize="0"/>
          <p:nvPr/>
        </p:nvPicPr>
        <p:blipFill rotWithShape="1">
          <a:blip r:embed="rId9"/>
          <a:srcRect/>
          <a:stretch>
            <a:fillRect/>
          </a:stretch>
        </p:blipFill>
        <p:spPr>
          <a:xfrm>
            <a:off x="10232671" y="2915181"/>
            <a:ext cx="804742" cy="643793"/>
          </a:xfrm>
          <a:prstGeom prst="rect">
            <a:avLst/>
          </a:prstGeom>
          <a:noFill/>
          <a:ln>
            <a:noFill/>
          </a:ln>
        </p:spPr>
      </p:pic>
      <p:pic>
        <p:nvPicPr>
          <p:cNvPr id="686" name="Google Shape;686;p43"/>
          <p:cNvPicPr preferRelativeResize="0"/>
          <p:nvPr/>
        </p:nvPicPr>
        <p:blipFill rotWithShape="1">
          <a:blip r:embed="rId8"/>
          <a:srcRect/>
          <a:stretch>
            <a:fillRect/>
          </a:stretch>
        </p:blipFill>
        <p:spPr>
          <a:xfrm>
            <a:off x="10304821" y="2026493"/>
            <a:ext cx="732592" cy="643793"/>
          </a:xfrm>
          <a:prstGeom prst="rect">
            <a:avLst/>
          </a:prstGeom>
          <a:noFill/>
          <a:ln>
            <a:noFill/>
          </a:ln>
        </p:spPr>
      </p:pic>
      <p:sp>
        <p:nvSpPr>
          <p:cNvPr id="687" name="Google Shape;687;p43">
            <a:hlinkClick r:id="" action="ppaction://hlinkshowjump?jump=nextslide"/>
          </p:cNvPr>
          <p:cNvSpPr/>
          <p:nvPr/>
        </p:nvSpPr>
        <p:spPr>
          <a:xfrm>
            <a:off x="5345264" y="5130389"/>
            <a:ext cx="1388898" cy="650469"/>
          </a:xfrm>
          <a:prstGeom prst="cloud">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D8D8D8"/>
              </a:buClr>
              <a:buSzPts val="2000"/>
              <a:buFont typeface="Arial" panose="020B0704020202020204"/>
              <a:buNone/>
            </a:pPr>
            <a:r>
              <a:rPr lang="vi-VN" sz="2000" b="0" i="0" u="none" strike="noStrike" cap="none">
                <a:solidFill>
                  <a:srgbClr val="D8D8D8"/>
                </a:solidFill>
                <a:latin typeface="Arial" panose="020B0704020202020204"/>
                <a:ea typeface="Arial" panose="020B0704020202020204"/>
                <a:cs typeface="Arial" panose="020B0704020202020204"/>
                <a:sym typeface="Arial" panose="020B0704020202020204"/>
              </a:rPr>
              <a:t>NEXT</a:t>
            </a:r>
            <a:endParaRPr lang="vi-VN" sz="2000" b="0" i="0" u="none" strike="noStrike" cap="none">
              <a:solidFill>
                <a:srgbClr val="D8D8D8"/>
              </a:solidFill>
              <a:latin typeface="Arial" panose="020B0704020202020204"/>
              <a:ea typeface="Arial" panose="020B0704020202020204"/>
              <a:cs typeface="Arial" panose="020B0704020202020204"/>
              <a:sym typeface="Arial" panose="020B0704020202020204"/>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76"/>
                                        </p:tgtEl>
                                        <p:attrNameLst>
                                          <p:attrName>style.visibility</p:attrName>
                                        </p:attrNameLst>
                                      </p:cBhvr>
                                      <p:to>
                                        <p:strVal val="visible"/>
                                      </p:to>
                                    </p:set>
                                    <p:animEffect transition="in" filter="fade">
                                      <p:cBhvr>
                                        <p:cTn id="7" dur="500"/>
                                        <p:tgtEl>
                                          <p:spTgt spid="676"/>
                                        </p:tgtEl>
                                      </p:cBhvr>
                                    </p:animEffect>
                                  </p:childTnLst>
                                </p:cTn>
                              </p:par>
                              <p:par>
                                <p:cTn id="8" presetID="10" presetClass="entr" presetSubtype="0" fill="hold" nodeType="withEffect">
                                  <p:stCondLst>
                                    <p:cond delay="500"/>
                                  </p:stCondLst>
                                  <p:childTnLst>
                                    <p:set>
                                      <p:cBhvr>
                                        <p:cTn id="9" dur="1" fill="hold">
                                          <p:stCondLst>
                                            <p:cond delay="0"/>
                                          </p:stCondLst>
                                        </p:cTn>
                                        <p:tgtEl>
                                          <p:spTgt spid="677"/>
                                        </p:tgtEl>
                                        <p:attrNameLst>
                                          <p:attrName>style.visibility</p:attrName>
                                        </p:attrNameLst>
                                      </p:cBhvr>
                                      <p:to>
                                        <p:strVal val="visible"/>
                                      </p:to>
                                    </p:set>
                                    <p:animEffect transition="in" filter="fade">
                                      <p:cBhvr>
                                        <p:cTn id="10" dur="500"/>
                                        <p:tgtEl>
                                          <p:spTgt spid="677"/>
                                        </p:tgtEl>
                                      </p:cBhvr>
                                    </p:animEffect>
                                  </p:childTnLst>
                                </p:cTn>
                              </p:par>
                              <p:par>
                                <p:cTn id="11" presetID="10" presetClass="entr" presetSubtype="0" fill="hold" nodeType="withEffect">
                                  <p:stCondLst>
                                    <p:cond delay="1000"/>
                                  </p:stCondLst>
                                  <p:childTnLst>
                                    <p:set>
                                      <p:cBhvr>
                                        <p:cTn id="12" dur="1" fill="hold">
                                          <p:stCondLst>
                                            <p:cond delay="0"/>
                                          </p:stCondLst>
                                        </p:cTn>
                                        <p:tgtEl>
                                          <p:spTgt spid="680"/>
                                        </p:tgtEl>
                                        <p:attrNameLst>
                                          <p:attrName>style.visibility</p:attrName>
                                        </p:attrNameLst>
                                      </p:cBhvr>
                                      <p:to>
                                        <p:strVal val="visible"/>
                                      </p:to>
                                    </p:set>
                                    <p:animEffect transition="in" filter="fade">
                                      <p:cBhvr>
                                        <p:cTn id="13" dur="500"/>
                                        <p:tgtEl>
                                          <p:spTgt spid="680"/>
                                        </p:tgtEl>
                                      </p:cBhvr>
                                    </p:animEffect>
                                  </p:childTnLst>
                                </p:cTn>
                              </p:par>
                              <p:par>
                                <p:cTn id="14" presetID="10" presetClass="entr" presetSubtype="0" fill="hold" nodeType="withEffect">
                                  <p:stCondLst>
                                    <p:cond delay="1500"/>
                                  </p:stCondLst>
                                  <p:childTnLst>
                                    <p:set>
                                      <p:cBhvr>
                                        <p:cTn id="15" dur="1" fill="hold">
                                          <p:stCondLst>
                                            <p:cond delay="0"/>
                                          </p:stCondLst>
                                        </p:cTn>
                                        <p:tgtEl>
                                          <p:spTgt spid="681"/>
                                        </p:tgtEl>
                                        <p:attrNameLst>
                                          <p:attrName>style.visibility</p:attrName>
                                        </p:attrNameLst>
                                      </p:cBhvr>
                                      <p:to>
                                        <p:strVal val="visible"/>
                                      </p:to>
                                    </p:set>
                                    <p:animEffect transition="in" filter="fade">
                                      <p:cBhvr>
                                        <p:cTn id="16" dur="500"/>
                                        <p:tgtEl>
                                          <p:spTgt spid="681"/>
                                        </p:tgtEl>
                                      </p:cBhvr>
                                    </p:animEffect>
                                  </p:childTnLst>
                                </p:cTn>
                              </p:par>
                              <p:par>
                                <p:cTn id="17" presetID="10" presetClass="entr" presetSubtype="0" fill="hold" nodeType="withEffect">
                                  <p:stCondLst>
                                    <p:cond delay="2000"/>
                                  </p:stCondLst>
                                  <p:childTnLst>
                                    <p:set>
                                      <p:cBhvr>
                                        <p:cTn id="18" dur="1" fill="hold">
                                          <p:stCondLst>
                                            <p:cond delay="0"/>
                                          </p:stCondLst>
                                        </p:cTn>
                                        <p:tgtEl>
                                          <p:spTgt spid="682"/>
                                        </p:tgtEl>
                                        <p:attrNameLst>
                                          <p:attrName>style.visibility</p:attrName>
                                        </p:attrNameLst>
                                      </p:cBhvr>
                                      <p:to>
                                        <p:strVal val="visible"/>
                                      </p:to>
                                    </p:set>
                                    <p:animEffect transition="in" filter="fade">
                                      <p:cBhvr>
                                        <p:cTn id="19" dur="500"/>
                                        <p:tgtEl>
                                          <p:spTgt spid="682"/>
                                        </p:tgtEl>
                                      </p:cBhvr>
                                    </p:animEffect>
                                  </p:childTnLst>
                                </p:cTn>
                              </p:par>
                              <p:par>
                                <p:cTn id="20" presetID="8" presetClass="emph" presetSubtype="0" fill="hold" nodeType="withEffect">
                                  <p:stCondLst>
                                    <p:cond delay="0"/>
                                  </p:stCondLst>
                                  <p:childTnLst>
                                    <p:animRot by="-21600000">
                                      <p:cBhvr>
                                        <p:cTn id="21" dur="2250" fill="hold"/>
                                        <p:tgtEl>
                                          <p:spTgt spid="673"/>
                                        </p:tgtEl>
                                        <p:attrNameLst>
                                          <p:attrName>r</p:attrName>
                                        </p:attrNameLst>
                                      </p:cBhvr>
                                    </p:animRot>
                                  </p:childTnLst>
                                </p:cTn>
                              </p:par>
                              <p:par>
                                <p:cTn id="22" presetID="8" presetClass="emph" presetSubtype="0" fill="hold" nodeType="withEffect">
                                  <p:stCondLst>
                                    <p:cond delay="0"/>
                                  </p:stCondLst>
                                  <p:childTnLst>
                                    <p:animRot by="-21600000">
                                      <p:cBhvr>
                                        <p:cTn id="23" dur="2500" fill="hold"/>
                                        <p:tgtEl>
                                          <p:spTgt spid="674"/>
                                        </p:tgtEl>
                                        <p:attrNameLst>
                                          <p:attrName>r</p:attrName>
                                        </p:attrNameLst>
                                      </p:cBhvr>
                                    </p:animRot>
                                  </p:childTnLst>
                                </p:cTn>
                              </p:par>
                              <p:par>
                                <p:cTn id="24" presetID="8" presetClass="emph" presetSubtype="0" fill="hold" nodeType="withEffect">
                                  <p:stCondLst>
                                    <p:cond delay="0"/>
                                  </p:stCondLst>
                                  <p:childTnLst>
                                    <p:animRot by="-21600000">
                                      <p:cBhvr>
                                        <p:cTn id="25" dur="2000" fill="hold"/>
                                        <p:tgtEl>
                                          <p:spTgt spid="675"/>
                                        </p:tgtEl>
                                        <p:attrNameLst>
                                          <p:attrName>r</p:attrName>
                                        </p:attrNameLst>
                                      </p:cBhvr>
                                    </p:animRot>
                                  </p:childTnLst>
                                </p:cTn>
                              </p:par>
                              <p:par>
                                <p:cTn id="26" presetID="2" presetClass="entr" presetSubtype="2" fill="hold" nodeType="withEffect">
                                  <p:stCondLst>
                                    <p:cond delay="500"/>
                                  </p:stCondLst>
                                  <p:childTnLst>
                                    <p:set>
                                      <p:cBhvr>
                                        <p:cTn id="27" dur="1" fill="hold">
                                          <p:stCondLst>
                                            <p:cond delay="0"/>
                                          </p:stCondLst>
                                        </p:cTn>
                                        <p:tgtEl>
                                          <p:spTgt spid="678"/>
                                        </p:tgtEl>
                                        <p:attrNameLst>
                                          <p:attrName>style.visibility</p:attrName>
                                        </p:attrNameLst>
                                      </p:cBhvr>
                                      <p:to>
                                        <p:strVal val="visible"/>
                                      </p:to>
                                    </p:set>
                                    <p:anim calcmode="lin" valueType="num">
                                      <p:cBhvr additive="base">
                                        <p:cTn id="28" dur="5000"/>
                                        <p:tgtEl>
                                          <p:spTgt spid="678"/>
                                        </p:tgtEl>
                                        <p:attrNameLst>
                                          <p:attrName>ppt_x</p:attrName>
                                        </p:attrNameLst>
                                      </p:cBhvr>
                                      <p:tavLst>
                                        <p:tav tm="0" fmla="">
                                          <p:val>
                                            <p:strVal val="#ppt_x+1"/>
                                          </p:val>
                                        </p:tav>
                                        <p:tav tm="100000" fmla="">
                                          <p:val>
                                            <p:strVal val="#ppt_x"/>
                                          </p:val>
                                        </p:tav>
                                      </p:tavLst>
                                    </p:anim>
                                  </p:childTnLst>
                                </p:cTn>
                              </p:par>
                              <p:par>
                                <p:cTn id="29" presetID="2" presetClass="entr" presetSubtype="8" fill="hold" nodeType="withEffect">
                                  <p:stCondLst>
                                    <p:cond delay="500"/>
                                  </p:stCondLst>
                                  <p:childTnLst>
                                    <p:set>
                                      <p:cBhvr>
                                        <p:cTn id="30" dur="1" fill="hold">
                                          <p:stCondLst>
                                            <p:cond delay="0"/>
                                          </p:stCondLst>
                                        </p:cTn>
                                        <p:tgtEl>
                                          <p:spTgt spid="679"/>
                                        </p:tgtEl>
                                        <p:attrNameLst>
                                          <p:attrName>style.visibility</p:attrName>
                                        </p:attrNameLst>
                                      </p:cBhvr>
                                      <p:to>
                                        <p:strVal val="visible"/>
                                      </p:to>
                                    </p:set>
                                    <p:anim calcmode="lin" valueType="num">
                                      <p:cBhvr additive="base">
                                        <p:cTn id="31" dur="5000"/>
                                        <p:tgtEl>
                                          <p:spTgt spid="679"/>
                                        </p:tgtEl>
                                        <p:attrNameLst>
                                          <p:attrName>ppt_x</p:attrName>
                                        </p:attrNameLst>
                                      </p:cBhvr>
                                      <p:tavLst>
                                        <p:tav tm="0" fmla="">
                                          <p:val>
                                            <p:strVal val="#ppt_x-1"/>
                                          </p:val>
                                        </p:tav>
                                        <p:tav tm="100000" fmla="">
                                          <p:val>
                                            <p:strVal val="#ppt_x"/>
                                          </p:val>
                                        </p:tav>
                                      </p:tavLst>
                                    </p:anim>
                                  </p:childTnLst>
                                </p:cTn>
                              </p:par>
                            </p:childTnLst>
                          </p:cTn>
                        </p:par>
                      </p:childTnLst>
                    </p:cTn>
                  </p:par>
                  <p:par>
                    <p:cTn id="32" fill="hold">
                      <p:stCondLst>
                        <p:cond delay="indefinite"/>
                      </p:stCondLst>
                      <p:childTnLst>
                        <p:par>
                          <p:cTn id="33" fill="hold">
                            <p:stCondLst>
                              <p:cond delay="0"/>
                            </p:stCondLst>
                            <p:childTnLst>
                              <p:par>
                                <p:cTn id="34" presetID="23" presetClass="entr" presetSubtype="16" fill="hold" nodeType="clickEffect">
                                  <p:stCondLst>
                                    <p:cond delay="1000"/>
                                  </p:stCondLst>
                                  <p:childTnLst>
                                    <p:set>
                                      <p:cBhvr>
                                        <p:cTn id="35" dur="1" fill="hold">
                                          <p:stCondLst>
                                            <p:cond delay="0"/>
                                          </p:stCondLst>
                                        </p:cTn>
                                        <p:tgtEl>
                                          <p:spTgt spid="683"/>
                                        </p:tgtEl>
                                        <p:attrNameLst>
                                          <p:attrName>style.visibility</p:attrName>
                                        </p:attrNameLst>
                                      </p:cBhvr>
                                      <p:to>
                                        <p:strVal val="visible"/>
                                      </p:to>
                                    </p:set>
                                    <p:anim calcmode="lin" valueType="num">
                                      <p:cBhvr additive="base">
                                        <p:cTn id="36" dur="250"/>
                                        <p:tgtEl>
                                          <p:spTgt spid="683"/>
                                        </p:tgtEl>
                                        <p:attrNameLst>
                                          <p:attrName>ppt_w</p:attrName>
                                        </p:attrNameLst>
                                      </p:cBhvr>
                                      <p:tavLst>
                                        <p:tav tm="0" fmla="">
                                          <p:val>
                                            <p:fltVal val="0"/>
                                          </p:val>
                                        </p:tav>
                                        <p:tav tm="100000" fmla="">
                                          <p:val>
                                            <p:strVal val="#ppt_w"/>
                                          </p:val>
                                        </p:tav>
                                      </p:tavLst>
                                    </p:anim>
                                    <p:anim calcmode="lin" valueType="num">
                                      <p:cBhvr additive="base">
                                        <p:cTn id="37" dur="250"/>
                                        <p:tgtEl>
                                          <p:spTgt spid="683"/>
                                        </p:tgtEl>
                                        <p:attrNameLst>
                                          <p:attrName>ppt_h</p:attrName>
                                        </p:attrNameLst>
                                      </p:cBhvr>
                                      <p:tavLst>
                                        <p:tav tm="0" fmla="">
                                          <p:val>
                                            <p:fltVal val="0"/>
                                          </p:val>
                                        </p:tav>
                                        <p:tav tm="100000" fmla="">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23" presetClass="entr" presetSubtype="16" fill="hold" nodeType="clickEffect">
                                  <p:stCondLst>
                                    <p:cond delay="1000"/>
                                  </p:stCondLst>
                                  <p:childTnLst>
                                    <p:set>
                                      <p:cBhvr>
                                        <p:cTn id="41" dur="1" fill="hold">
                                          <p:stCondLst>
                                            <p:cond delay="0"/>
                                          </p:stCondLst>
                                        </p:cTn>
                                        <p:tgtEl>
                                          <p:spTgt spid="686"/>
                                        </p:tgtEl>
                                        <p:attrNameLst>
                                          <p:attrName>style.visibility</p:attrName>
                                        </p:attrNameLst>
                                      </p:cBhvr>
                                      <p:to>
                                        <p:strVal val="visible"/>
                                      </p:to>
                                    </p:set>
                                    <p:anim calcmode="lin" valueType="num">
                                      <p:cBhvr additive="base">
                                        <p:cTn id="42" dur="250"/>
                                        <p:tgtEl>
                                          <p:spTgt spid="686"/>
                                        </p:tgtEl>
                                        <p:attrNameLst>
                                          <p:attrName>ppt_w</p:attrName>
                                        </p:attrNameLst>
                                      </p:cBhvr>
                                      <p:tavLst>
                                        <p:tav tm="0" fmla="">
                                          <p:val>
                                            <p:fltVal val="0"/>
                                          </p:val>
                                        </p:tav>
                                        <p:tav tm="100000" fmla="">
                                          <p:val>
                                            <p:strVal val="#ppt_w"/>
                                          </p:val>
                                        </p:tav>
                                      </p:tavLst>
                                    </p:anim>
                                    <p:anim calcmode="lin" valueType="num">
                                      <p:cBhvr additive="base">
                                        <p:cTn id="43" dur="250"/>
                                        <p:tgtEl>
                                          <p:spTgt spid="686"/>
                                        </p:tgtEl>
                                        <p:attrNameLst>
                                          <p:attrName>ppt_h</p:attrName>
                                        </p:attrNameLst>
                                      </p:cBhvr>
                                      <p:tavLst>
                                        <p:tav tm="0" fmla="">
                                          <p:val>
                                            <p:fltVal val="0"/>
                                          </p:val>
                                        </p:tav>
                                        <p:tav tm="100000" fmla="">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23" presetClass="entr" presetSubtype="16" fill="hold" nodeType="clickEffect">
                                  <p:stCondLst>
                                    <p:cond delay="1000"/>
                                  </p:stCondLst>
                                  <p:childTnLst>
                                    <p:set>
                                      <p:cBhvr>
                                        <p:cTn id="47" dur="1" fill="hold">
                                          <p:stCondLst>
                                            <p:cond delay="0"/>
                                          </p:stCondLst>
                                        </p:cTn>
                                        <p:tgtEl>
                                          <p:spTgt spid="684"/>
                                        </p:tgtEl>
                                        <p:attrNameLst>
                                          <p:attrName>style.visibility</p:attrName>
                                        </p:attrNameLst>
                                      </p:cBhvr>
                                      <p:to>
                                        <p:strVal val="visible"/>
                                      </p:to>
                                    </p:set>
                                    <p:anim calcmode="lin" valueType="num">
                                      <p:cBhvr additive="base">
                                        <p:cTn id="48" dur="250"/>
                                        <p:tgtEl>
                                          <p:spTgt spid="684"/>
                                        </p:tgtEl>
                                        <p:attrNameLst>
                                          <p:attrName>ppt_w</p:attrName>
                                        </p:attrNameLst>
                                      </p:cBhvr>
                                      <p:tavLst>
                                        <p:tav tm="0" fmla="">
                                          <p:val>
                                            <p:fltVal val="0"/>
                                          </p:val>
                                        </p:tav>
                                        <p:tav tm="100000" fmla="">
                                          <p:val>
                                            <p:strVal val="#ppt_w"/>
                                          </p:val>
                                        </p:tav>
                                      </p:tavLst>
                                    </p:anim>
                                    <p:anim calcmode="lin" valueType="num">
                                      <p:cBhvr additive="base">
                                        <p:cTn id="49" dur="250"/>
                                        <p:tgtEl>
                                          <p:spTgt spid="684"/>
                                        </p:tgtEl>
                                        <p:attrNameLst>
                                          <p:attrName>ppt_h</p:attrName>
                                        </p:attrNameLst>
                                      </p:cBhvr>
                                      <p:tavLst>
                                        <p:tav tm="0" fmla="">
                                          <p:val>
                                            <p:fltVal val="0"/>
                                          </p:val>
                                        </p:tav>
                                        <p:tav tm="100000" fmla="">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23" presetClass="entr" presetSubtype="16" fill="hold" nodeType="clickEffect">
                                  <p:stCondLst>
                                    <p:cond delay="1000"/>
                                  </p:stCondLst>
                                  <p:childTnLst>
                                    <p:set>
                                      <p:cBhvr>
                                        <p:cTn id="53" dur="1" fill="hold">
                                          <p:stCondLst>
                                            <p:cond delay="0"/>
                                          </p:stCondLst>
                                        </p:cTn>
                                        <p:tgtEl>
                                          <p:spTgt spid="685"/>
                                        </p:tgtEl>
                                        <p:attrNameLst>
                                          <p:attrName>style.visibility</p:attrName>
                                        </p:attrNameLst>
                                      </p:cBhvr>
                                      <p:to>
                                        <p:strVal val="visible"/>
                                      </p:to>
                                    </p:set>
                                    <p:anim calcmode="lin" valueType="num">
                                      <p:cBhvr additive="base">
                                        <p:cTn id="54" dur="250"/>
                                        <p:tgtEl>
                                          <p:spTgt spid="685"/>
                                        </p:tgtEl>
                                        <p:attrNameLst>
                                          <p:attrName>ppt_w</p:attrName>
                                        </p:attrNameLst>
                                      </p:cBhvr>
                                      <p:tavLst>
                                        <p:tav tm="0" fmla="">
                                          <p:val>
                                            <p:fltVal val="0"/>
                                          </p:val>
                                        </p:tav>
                                        <p:tav tm="100000" fmla="">
                                          <p:val>
                                            <p:strVal val="#ppt_w"/>
                                          </p:val>
                                        </p:tav>
                                      </p:tavLst>
                                    </p:anim>
                                    <p:anim calcmode="lin" valueType="num">
                                      <p:cBhvr additive="base">
                                        <p:cTn id="55" dur="250"/>
                                        <p:tgtEl>
                                          <p:spTgt spid="685"/>
                                        </p:tgtEl>
                                        <p:attrNameLst>
                                          <p:attrName>ppt_h</p:attrName>
                                        </p:attrNameLst>
                                      </p:cBhvr>
                                      <p:tavLst>
                                        <p:tav tm="0" fmla="">
                                          <p:val>
                                            <p:fltVal val="0"/>
                                          </p:val>
                                        </p:tav>
                                        <p:tav tm="100000" fmla="">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691" name="Shape 691"/>
        <p:cNvGrpSpPr/>
        <p:nvPr/>
      </p:nvGrpSpPr>
      <p:grpSpPr>
        <a:xfrm>
          <a:off x="0" y="0"/>
          <a:ext cx="0" cy="0"/>
          <a:chOff x="0" y="0"/>
          <a:chExt cx="0" cy="0"/>
        </a:xfrm>
      </p:grpSpPr>
      <p:pic>
        <p:nvPicPr>
          <p:cNvPr id="692" name="Google Shape;692;p44"/>
          <p:cNvPicPr preferRelativeResize="0"/>
          <p:nvPr/>
        </p:nvPicPr>
        <p:blipFill rotWithShape="1">
          <a:blip r:embed="rId1"/>
          <a:srcRect/>
          <a:stretch>
            <a:fillRect/>
          </a:stretch>
        </p:blipFill>
        <p:spPr>
          <a:xfrm>
            <a:off x="10494163" y="3769131"/>
            <a:ext cx="1086500" cy="1182926"/>
          </a:xfrm>
          <a:prstGeom prst="rect">
            <a:avLst/>
          </a:prstGeom>
          <a:noFill/>
          <a:ln>
            <a:noFill/>
          </a:ln>
        </p:spPr>
      </p:pic>
      <p:pic>
        <p:nvPicPr>
          <p:cNvPr id="693" name="Google Shape;693;p44"/>
          <p:cNvPicPr preferRelativeResize="0"/>
          <p:nvPr/>
        </p:nvPicPr>
        <p:blipFill rotWithShape="1">
          <a:blip r:embed="rId2"/>
          <a:srcRect/>
          <a:stretch>
            <a:fillRect/>
          </a:stretch>
        </p:blipFill>
        <p:spPr>
          <a:xfrm>
            <a:off x="9776937" y="4515854"/>
            <a:ext cx="812889" cy="885032"/>
          </a:xfrm>
          <a:prstGeom prst="rect">
            <a:avLst/>
          </a:prstGeom>
          <a:noFill/>
          <a:ln>
            <a:noFill/>
          </a:ln>
        </p:spPr>
      </p:pic>
      <p:pic>
        <p:nvPicPr>
          <p:cNvPr id="694" name="Google Shape;694;p44"/>
          <p:cNvPicPr preferRelativeResize="0"/>
          <p:nvPr/>
        </p:nvPicPr>
        <p:blipFill rotWithShape="1">
          <a:blip r:embed="rId3"/>
          <a:srcRect/>
          <a:stretch>
            <a:fillRect/>
          </a:stretch>
        </p:blipFill>
        <p:spPr>
          <a:xfrm>
            <a:off x="10361978" y="5130389"/>
            <a:ext cx="520391" cy="566575"/>
          </a:xfrm>
          <a:prstGeom prst="rect">
            <a:avLst/>
          </a:prstGeom>
          <a:noFill/>
          <a:ln>
            <a:noFill/>
          </a:ln>
        </p:spPr>
      </p:pic>
      <p:sp>
        <p:nvSpPr>
          <p:cNvPr id="695" name="Google Shape;695;p44"/>
          <p:cNvSpPr/>
          <p:nvPr/>
        </p:nvSpPr>
        <p:spPr>
          <a:xfrm>
            <a:off x="832636" y="199869"/>
            <a:ext cx="10526728" cy="1604597"/>
          </a:xfrm>
          <a:prstGeom prst="snip2DiagRect">
            <a:avLst>
              <a:gd name="adj1" fmla="val 0"/>
              <a:gd name="adj2" fmla="val 16667"/>
            </a:avLst>
          </a:prstGeom>
          <a:solidFill>
            <a:schemeClr val="lt1"/>
          </a:soli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vi-VN" sz="3000" b="1">
                <a:solidFill>
                  <a:srgbClr val="000000"/>
                </a:solidFill>
                <a:latin typeface="Fira Sans Extra Condensed"/>
                <a:ea typeface="Fira Sans Extra Condensed"/>
                <a:cs typeface="Fira Sans Extra Condensed"/>
                <a:sym typeface="Fira Sans Extra Condensed"/>
              </a:rPr>
              <a:t>Câu 6:</a:t>
            </a:r>
            <a:r>
              <a:rPr lang="vi-VN" sz="3000">
                <a:solidFill>
                  <a:srgbClr val="000000"/>
                </a:solidFill>
                <a:latin typeface="Fira Sans Extra Condensed"/>
                <a:ea typeface="Fira Sans Extra Condensed"/>
                <a:cs typeface="Fira Sans Extra Condensed"/>
                <a:sym typeface="Fira Sans Extra Condensed"/>
              </a:rPr>
              <a:t> Một vật dao động điều hòa với tần số góc ω và biên độ A. Khi động năng bằng 3 lần thế năng thì tốc độ v của vật có biểu thức</a:t>
            </a:r>
            <a:endParaRPr sz="3000" b="0" i="0" u="none" strike="noStrike" cap="none">
              <a:solidFill>
                <a:srgbClr val="000000"/>
              </a:solidFill>
              <a:latin typeface="Fira Sans Extra Condensed"/>
              <a:ea typeface="Fira Sans Extra Condensed"/>
              <a:cs typeface="Fira Sans Extra Condensed"/>
              <a:sym typeface="Fira Sans Extra Condensed"/>
            </a:endParaRPr>
          </a:p>
        </p:txBody>
      </p:sp>
      <p:sp>
        <p:nvSpPr>
          <p:cNvPr id="696" name="Google Shape;696;p44"/>
          <p:cNvSpPr/>
          <p:nvPr/>
        </p:nvSpPr>
        <p:spPr>
          <a:xfrm>
            <a:off x="1110220" y="1949346"/>
            <a:ext cx="4906798" cy="770816"/>
          </a:xfrm>
          <a:prstGeom prst="rect">
            <a:avLst/>
          </a:prstGeom>
          <a:blipFill rotWithShape="1">
            <a:blip r:embed="rId4"/>
            <a:stretch>
              <a:fillRect l="-2856" b="-1110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697" name="Google Shape;697;p44"/>
          <p:cNvSpPr/>
          <p:nvPr/>
        </p:nvSpPr>
        <p:spPr>
          <a:xfrm>
            <a:off x="-683345" y="4902196"/>
            <a:ext cx="567114" cy="349210"/>
          </a:xfrm>
          <a:prstGeom prst="cloud">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Arial" panose="020B0704020202020204"/>
              <a:ea typeface="Arial" panose="020B0704020202020204"/>
              <a:cs typeface="Arial" panose="020B0704020202020204"/>
              <a:sym typeface="Arial" panose="020B0704020202020204"/>
            </a:endParaRPr>
          </a:p>
        </p:txBody>
      </p:sp>
      <p:sp>
        <p:nvSpPr>
          <p:cNvPr id="698" name="Google Shape;698;p44"/>
          <p:cNvSpPr/>
          <p:nvPr/>
        </p:nvSpPr>
        <p:spPr>
          <a:xfrm>
            <a:off x="13632601" y="4702499"/>
            <a:ext cx="891420" cy="548907"/>
          </a:xfrm>
          <a:prstGeom prst="cloud">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Arial" panose="020B0704020202020204"/>
              <a:ea typeface="Arial" panose="020B0704020202020204"/>
              <a:cs typeface="Arial" panose="020B0704020202020204"/>
              <a:sym typeface="Arial" panose="020B0704020202020204"/>
            </a:endParaRPr>
          </a:p>
        </p:txBody>
      </p:sp>
      <p:sp>
        <p:nvSpPr>
          <p:cNvPr id="699" name="Google Shape;699;p44"/>
          <p:cNvSpPr/>
          <p:nvPr/>
        </p:nvSpPr>
        <p:spPr>
          <a:xfrm>
            <a:off x="6130615" y="1953535"/>
            <a:ext cx="4906798" cy="770816"/>
          </a:xfrm>
          <a:prstGeom prst="rect">
            <a:avLst/>
          </a:prstGeom>
          <a:blipFill rotWithShape="1">
            <a:blip r:embed="rId5"/>
            <a:stretch>
              <a:fillRect l="-2979" b="-15747"/>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700" name="Google Shape;700;p44"/>
          <p:cNvSpPr/>
          <p:nvPr/>
        </p:nvSpPr>
        <p:spPr>
          <a:xfrm>
            <a:off x="1110220" y="2838518"/>
            <a:ext cx="4906798" cy="770816"/>
          </a:xfrm>
          <a:prstGeom prst="rect">
            <a:avLst/>
          </a:prstGeom>
          <a:blipFill rotWithShape="1">
            <a:blip r:embed="rId6"/>
            <a:stretch>
              <a:fillRect l="-2856" b="-16665"/>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701" name="Google Shape;701;p44"/>
          <p:cNvSpPr/>
          <p:nvPr/>
        </p:nvSpPr>
        <p:spPr>
          <a:xfrm>
            <a:off x="6130615" y="2842707"/>
            <a:ext cx="4906798" cy="770816"/>
          </a:xfrm>
          <a:prstGeom prst="rect">
            <a:avLst/>
          </a:prstGeom>
          <a:blipFill rotWithShape="1">
            <a:blip r:embed="rId7"/>
            <a:stretch>
              <a:fillRect l="-2979" b="-15747"/>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pic>
        <p:nvPicPr>
          <p:cNvPr id="702" name="Google Shape;702;p44"/>
          <p:cNvPicPr preferRelativeResize="0"/>
          <p:nvPr/>
        </p:nvPicPr>
        <p:blipFill rotWithShape="1">
          <a:blip r:embed="rId8"/>
          <a:srcRect/>
          <a:stretch>
            <a:fillRect/>
          </a:stretch>
        </p:blipFill>
        <p:spPr>
          <a:xfrm>
            <a:off x="5211296" y="1974821"/>
            <a:ext cx="805722" cy="708059"/>
          </a:xfrm>
          <a:prstGeom prst="rect">
            <a:avLst/>
          </a:prstGeom>
          <a:noFill/>
          <a:ln>
            <a:noFill/>
          </a:ln>
        </p:spPr>
      </p:pic>
      <p:pic>
        <p:nvPicPr>
          <p:cNvPr id="703" name="Google Shape;703;p44"/>
          <p:cNvPicPr preferRelativeResize="0"/>
          <p:nvPr/>
        </p:nvPicPr>
        <p:blipFill rotWithShape="1">
          <a:blip r:embed="rId8"/>
          <a:srcRect/>
          <a:stretch>
            <a:fillRect/>
          </a:stretch>
        </p:blipFill>
        <p:spPr>
          <a:xfrm>
            <a:off x="5284614" y="2902112"/>
            <a:ext cx="732404" cy="643628"/>
          </a:xfrm>
          <a:prstGeom prst="rect">
            <a:avLst/>
          </a:prstGeom>
          <a:noFill/>
          <a:ln>
            <a:noFill/>
          </a:ln>
        </p:spPr>
      </p:pic>
      <p:pic>
        <p:nvPicPr>
          <p:cNvPr id="704" name="Google Shape;704;p44"/>
          <p:cNvPicPr preferRelativeResize="0"/>
          <p:nvPr/>
        </p:nvPicPr>
        <p:blipFill rotWithShape="1">
          <a:blip r:embed="rId9"/>
          <a:srcRect/>
          <a:stretch>
            <a:fillRect/>
          </a:stretch>
        </p:blipFill>
        <p:spPr>
          <a:xfrm>
            <a:off x="10232671" y="2915181"/>
            <a:ext cx="804742" cy="643793"/>
          </a:xfrm>
          <a:prstGeom prst="rect">
            <a:avLst/>
          </a:prstGeom>
          <a:noFill/>
          <a:ln>
            <a:noFill/>
          </a:ln>
        </p:spPr>
      </p:pic>
      <p:pic>
        <p:nvPicPr>
          <p:cNvPr id="705" name="Google Shape;705;p44"/>
          <p:cNvPicPr preferRelativeResize="0"/>
          <p:nvPr/>
        </p:nvPicPr>
        <p:blipFill rotWithShape="1">
          <a:blip r:embed="rId8"/>
          <a:srcRect/>
          <a:stretch>
            <a:fillRect/>
          </a:stretch>
        </p:blipFill>
        <p:spPr>
          <a:xfrm>
            <a:off x="10304821" y="2026493"/>
            <a:ext cx="732592" cy="643793"/>
          </a:xfrm>
          <a:prstGeom prst="rect">
            <a:avLst/>
          </a:prstGeom>
          <a:noFill/>
          <a:ln>
            <a:noFill/>
          </a:ln>
        </p:spPr>
      </p:pic>
      <p:sp>
        <p:nvSpPr>
          <p:cNvPr id="706" name="Google Shape;706;p44">
            <a:hlinkClick r:id="" action="ppaction://hlinkshowjump?jump=nextslide"/>
          </p:cNvPr>
          <p:cNvSpPr/>
          <p:nvPr/>
        </p:nvSpPr>
        <p:spPr>
          <a:xfrm>
            <a:off x="5345264" y="5130389"/>
            <a:ext cx="1388898" cy="650469"/>
          </a:xfrm>
          <a:prstGeom prst="cloud">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D8D8D8"/>
              </a:buClr>
              <a:buSzPts val="2000"/>
              <a:buFont typeface="Arial" panose="020B0704020202020204"/>
              <a:buNone/>
            </a:pPr>
            <a:r>
              <a:rPr lang="vi-VN" sz="2000" b="0" i="0" u="none" strike="noStrike" cap="none">
                <a:solidFill>
                  <a:srgbClr val="D8D8D8"/>
                </a:solidFill>
                <a:latin typeface="Arial" panose="020B0704020202020204"/>
                <a:ea typeface="Arial" panose="020B0704020202020204"/>
                <a:cs typeface="Arial" panose="020B0704020202020204"/>
                <a:sym typeface="Arial" panose="020B0704020202020204"/>
              </a:rPr>
              <a:t>NEXT</a:t>
            </a:r>
            <a:endParaRPr lang="vi-VN" sz="2000" b="0" i="0" u="none" strike="noStrike" cap="none">
              <a:solidFill>
                <a:srgbClr val="D8D8D8"/>
              </a:solidFill>
              <a:latin typeface="Arial" panose="020B0704020202020204"/>
              <a:ea typeface="Arial" panose="020B0704020202020204"/>
              <a:cs typeface="Arial" panose="020B0704020202020204"/>
              <a:sym typeface="Arial" panose="020B0704020202020204"/>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95"/>
                                        </p:tgtEl>
                                        <p:attrNameLst>
                                          <p:attrName>style.visibility</p:attrName>
                                        </p:attrNameLst>
                                      </p:cBhvr>
                                      <p:to>
                                        <p:strVal val="visible"/>
                                      </p:to>
                                    </p:set>
                                    <p:animEffect transition="in" filter="fade">
                                      <p:cBhvr>
                                        <p:cTn id="7" dur="500"/>
                                        <p:tgtEl>
                                          <p:spTgt spid="695"/>
                                        </p:tgtEl>
                                      </p:cBhvr>
                                    </p:animEffect>
                                  </p:childTnLst>
                                </p:cTn>
                              </p:par>
                              <p:par>
                                <p:cTn id="8" presetID="10" presetClass="entr" presetSubtype="0" fill="hold" nodeType="withEffect">
                                  <p:stCondLst>
                                    <p:cond delay="500"/>
                                  </p:stCondLst>
                                  <p:childTnLst>
                                    <p:set>
                                      <p:cBhvr>
                                        <p:cTn id="9" dur="1" fill="hold">
                                          <p:stCondLst>
                                            <p:cond delay="0"/>
                                          </p:stCondLst>
                                        </p:cTn>
                                        <p:tgtEl>
                                          <p:spTgt spid="696"/>
                                        </p:tgtEl>
                                        <p:attrNameLst>
                                          <p:attrName>style.visibility</p:attrName>
                                        </p:attrNameLst>
                                      </p:cBhvr>
                                      <p:to>
                                        <p:strVal val="visible"/>
                                      </p:to>
                                    </p:set>
                                    <p:animEffect transition="in" filter="fade">
                                      <p:cBhvr>
                                        <p:cTn id="10" dur="500"/>
                                        <p:tgtEl>
                                          <p:spTgt spid="696"/>
                                        </p:tgtEl>
                                      </p:cBhvr>
                                    </p:animEffect>
                                  </p:childTnLst>
                                </p:cTn>
                              </p:par>
                              <p:par>
                                <p:cTn id="11" presetID="10" presetClass="entr" presetSubtype="0" fill="hold" nodeType="withEffect">
                                  <p:stCondLst>
                                    <p:cond delay="1000"/>
                                  </p:stCondLst>
                                  <p:childTnLst>
                                    <p:set>
                                      <p:cBhvr>
                                        <p:cTn id="12" dur="1" fill="hold">
                                          <p:stCondLst>
                                            <p:cond delay="0"/>
                                          </p:stCondLst>
                                        </p:cTn>
                                        <p:tgtEl>
                                          <p:spTgt spid="699"/>
                                        </p:tgtEl>
                                        <p:attrNameLst>
                                          <p:attrName>style.visibility</p:attrName>
                                        </p:attrNameLst>
                                      </p:cBhvr>
                                      <p:to>
                                        <p:strVal val="visible"/>
                                      </p:to>
                                    </p:set>
                                    <p:animEffect transition="in" filter="fade">
                                      <p:cBhvr>
                                        <p:cTn id="13" dur="500"/>
                                        <p:tgtEl>
                                          <p:spTgt spid="699"/>
                                        </p:tgtEl>
                                      </p:cBhvr>
                                    </p:animEffect>
                                  </p:childTnLst>
                                </p:cTn>
                              </p:par>
                              <p:par>
                                <p:cTn id="14" presetID="10" presetClass="entr" presetSubtype="0" fill="hold" nodeType="withEffect">
                                  <p:stCondLst>
                                    <p:cond delay="1500"/>
                                  </p:stCondLst>
                                  <p:childTnLst>
                                    <p:set>
                                      <p:cBhvr>
                                        <p:cTn id="15" dur="1" fill="hold">
                                          <p:stCondLst>
                                            <p:cond delay="0"/>
                                          </p:stCondLst>
                                        </p:cTn>
                                        <p:tgtEl>
                                          <p:spTgt spid="700"/>
                                        </p:tgtEl>
                                        <p:attrNameLst>
                                          <p:attrName>style.visibility</p:attrName>
                                        </p:attrNameLst>
                                      </p:cBhvr>
                                      <p:to>
                                        <p:strVal val="visible"/>
                                      </p:to>
                                    </p:set>
                                    <p:animEffect transition="in" filter="fade">
                                      <p:cBhvr>
                                        <p:cTn id="16" dur="500"/>
                                        <p:tgtEl>
                                          <p:spTgt spid="700"/>
                                        </p:tgtEl>
                                      </p:cBhvr>
                                    </p:animEffect>
                                  </p:childTnLst>
                                </p:cTn>
                              </p:par>
                              <p:par>
                                <p:cTn id="17" presetID="10" presetClass="entr" presetSubtype="0" fill="hold" nodeType="withEffect">
                                  <p:stCondLst>
                                    <p:cond delay="2000"/>
                                  </p:stCondLst>
                                  <p:childTnLst>
                                    <p:set>
                                      <p:cBhvr>
                                        <p:cTn id="18" dur="1" fill="hold">
                                          <p:stCondLst>
                                            <p:cond delay="0"/>
                                          </p:stCondLst>
                                        </p:cTn>
                                        <p:tgtEl>
                                          <p:spTgt spid="701"/>
                                        </p:tgtEl>
                                        <p:attrNameLst>
                                          <p:attrName>style.visibility</p:attrName>
                                        </p:attrNameLst>
                                      </p:cBhvr>
                                      <p:to>
                                        <p:strVal val="visible"/>
                                      </p:to>
                                    </p:set>
                                    <p:animEffect transition="in" filter="fade">
                                      <p:cBhvr>
                                        <p:cTn id="19" dur="500"/>
                                        <p:tgtEl>
                                          <p:spTgt spid="701"/>
                                        </p:tgtEl>
                                      </p:cBhvr>
                                    </p:animEffect>
                                  </p:childTnLst>
                                </p:cTn>
                              </p:par>
                              <p:par>
                                <p:cTn id="20" presetID="8" presetClass="emph" presetSubtype="0" fill="hold" nodeType="withEffect">
                                  <p:stCondLst>
                                    <p:cond delay="0"/>
                                  </p:stCondLst>
                                  <p:childTnLst>
                                    <p:animRot by="-21600000">
                                      <p:cBhvr>
                                        <p:cTn id="21" dur="2250" fill="hold"/>
                                        <p:tgtEl>
                                          <p:spTgt spid="692"/>
                                        </p:tgtEl>
                                        <p:attrNameLst>
                                          <p:attrName>r</p:attrName>
                                        </p:attrNameLst>
                                      </p:cBhvr>
                                    </p:animRot>
                                  </p:childTnLst>
                                </p:cTn>
                              </p:par>
                              <p:par>
                                <p:cTn id="22" presetID="8" presetClass="emph" presetSubtype="0" fill="hold" nodeType="withEffect">
                                  <p:stCondLst>
                                    <p:cond delay="0"/>
                                  </p:stCondLst>
                                  <p:childTnLst>
                                    <p:animRot by="-21600000">
                                      <p:cBhvr>
                                        <p:cTn id="23" dur="2500" fill="hold"/>
                                        <p:tgtEl>
                                          <p:spTgt spid="693"/>
                                        </p:tgtEl>
                                        <p:attrNameLst>
                                          <p:attrName>r</p:attrName>
                                        </p:attrNameLst>
                                      </p:cBhvr>
                                    </p:animRot>
                                  </p:childTnLst>
                                </p:cTn>
                              </p:par>
                              <p:par>
                                <p:cTn id="24" presetID="8" presetClass="emph" presetSubtype="0" fill="hold" nodeType="withEffect">
                                  <p:stCondLst>
                                    <p:cond delay="0"/>
                                  </p:stCondLst>
                                  <p:childTnLst>
                                    <p:animRot by="-21600000">
                                      <p:cBhvr>
                                        <p:cTn id="25" dur="2000" fill="hold"/>
                                        <p:tgtEl>
                                          <p:spTgt spid="694"/>
                                        </p:tgtEl>
                                        <p:attrNameLst>
                                          <p:attrName>r</p:attrName>
                                        </p:attrNameLst>
                                      </p:cBhvr>
                                    </p:animRot>
                                  </p:childTnLst>
                                </p:cTn>
                              </p:par>
                              <p:par>
                                <p:cTn id="26" presetID="2" presetClass="entr" presetSubtype="2" fill="hold" nodeType="withEffect">
                                  <p:stCondLst>
                                    <p:cond delay="500"/>
                                  </p:stCondLst>
                                  <p:childTnLst>
                                    <p:set>
                                      <p:cBhvr>
                                        <p:cTn id="27" dur="1" fill="hold">
                                          <p:stCondLst>
                                            <p:cond delay="0"/>
                                          </p:stCondLst>
                                        </p:cTn>
                                        <p:tgtEl>
                                          <p:spTgt spid="697"/>
                                        </p:tgtEl>
                                        <p:attrNameLst>
                                          <p:attrName>style.visibility</p:attrName>
                                        </p:attrNameLst>
                                      </p:cBhvr>
                                      <p:to>
                                        <p:strVal val="visible"/>
                                      </p:to>
                                    </p:set>
                                    <p:anim calcmode="lin" valueType="num">
                                      <p:cBhvr additive="base">
                                        <p:cTn id="28" dur="5000"/>
                                        <p:tgtEl>
                                          <p:spTgt spid="697"/>
                                        </p:tgtEl>
                                        <p:attrNameLst>
                                          <p:attrName>ppt_x</p:attrName>
                                        </p:attrNameLst>
                                      </p:cBhvr>
                                      <p:tavLst>
                                        <p:tav tm="0" fmla="">
                                          <p:val>
                                            <p:strVal val="#ppt_x+1"/>
                                          </p:val>
                                        </p:tav>
                                        <p:tav tm="100000" fmla="">
                                          <p:val>
                                            <p:strVal val="#ppt_x"/>
                                          </p:val>
                                        </p:tav>
                                      </p:tavLst>
                                    </p:anim>
                                  </p:childTnLst>
                                </p:cTn>
                              </p:par>
                              <p:par>
                                <p:cTn id="29" presetID="2" presetClass="entr" presetSubtype="8" fill="hold" nodeType="withEffect">
                                  <p:stCondLst>
                                    <p:cond delay="500"/>
                                  </p:stCondLst>
                                  <p:childTnLst>
                                    <p:set>
                                      <p:cBhvr>
                                        <p:cTn id="30" dur="1" fill="hold">
                                          <p:stCondLst>
                                            <p:cond delay="0"/>
                                          </p:stCondLst>
                                        </p:cTn>
                                        <p:tgtEl>
                                          <p:spTgt spid="698"/>
                                        </p:tgtEl>
                                        <p:attrNameLst>
                                          <p:attrName>style.visibility</p:attrName>
                                        </p:attrNameLst>
                                      </p:cBhvr>
                                      <p:to>
                                        <p:strVal val="visible"/>
                                      </p:to>
                                    </p:set>
                                    <p:anim calcmode="lin" valueType="num">
                                      <p:cBhvr additive="base">
                                        <p:cTn id="31" dur="5000"/>
                                        <p:tgtEl>
                                          <p:spTgt spid="698"/>
                                        </p:tgtEl>
                                        <p:attrNameLst>
                                          <p:attrName>ppt_x</p:attrName>
                                        </p:attrNameLst>
                                      </p:cBhvr>
                                      <p:tavLst>
                                        <p:tav tm="0" fmla="">
                                          <p:val>
                                            <p:strVal val="#ppt_x-1"/>
                                          </p:val>
                                        </p:tav>
                                        <p:tav tm="100000" fmla="">
                                          <p:val>
                                            <p:strVal val="#ppt_x"/>
                                          </p:val>
                                        </p:tav>
                                      </p:tavLst>
                                    </p:anim>
                                  </p:childTnLst>
                                </p:cTn>
                              </p:par>
                            </p:childTnLst>
                          </p:cTn>
                        </p:par>
                      </p:childTnLst>
                    </p:cTn>
                  </p:par>
                  <p:par>
                    <p:cTn id="32" fill="hold">
                      <p:stCondLst>
                        <p:cond delay="indefinite"/>
                      </p:stCondLst>
                      <p:childTnLst>
                        <p:par>
                          <p:cTn id="33" fill="hold">
                            <p:stCondLst>
                              <p:cond delay="0"/>
                            </p:stCondLst>
                            <p:childTnLst>
                              <p:par>
                                <p:cTn id="34" presetID="23" presetClass="entr" presetSubtype="16" fill="hold" nodeType="clickEffect">
                                  <p:stCondLst>
                                    <p:cond delay="1000"/>
                                  </p:stCondLst>
                                  <p:childTnLst>
                                    <p:set>
                                      <p:cBhvr>
                                        <p:cTn id="35" dur="1" fill="hold">
                                          <p:stCondLst>
                                            <p:cond delay="0"/>
                                          </p:stCondLst>
                                        </p:cTn>
                                        <p:tgtEl>
                                          <p:spTgt spid="702"/>
                                        </p:tgtEl>
                                        <p:attrNameLst>
                                          <p:attrName>style.visibility</p:attrName>
                                        </p:attrNameLst>
                                      </p:cBhvr>
                                      <p:to>
                                        <p:strVal val="visible"/>
                                      </p:to>
                                    </p:set>
                                    <p:anim calcmode="lin" valueType="num">
                                      <p:cBhvr additive="base">
                                        <p:cTn id="36" dur="250"/>
                                        <p:tgtEl>
                                          <p:spTgt spid="702"/>
                                        </p:tgtEl>
                                        <p:attrNameLst>
                                          <p:attrName>ppt_w</p:attrName>
                                        </p:attrNameLst>
                                      </p:cBhvr>
                                      <p:tavLst>
                                        <p:tav tm="0" fmla="">
                                          <p:val>
                                            <p:fltVal val="0"/>
                                          </p:val>
                                        </p:tav>
                                        <p:tav tm="100000" fmla="">
                                          <p:val>
                                            <p:strVal val="#ppt_w"/>
                                          </p:val>
                                        </p:tav>
                                      </p:tavLst>
                                    </p:anim>
                                    <p:anim calcmode="lin" valueType="num">
                                      <p:cBhvr additive="base">
                                        <p:cTn id="37" dur="250"/>
                                        <p:tgtEl>
                                          <p:spTgt spid="702"/>
                                        </p:tgtEl>
                                        <p:attrNameLst>
                                          <p:attrName>ppt_h</p:attrName>
                                        </p:attrNameLst>
                                      </p:cBhvr>
                                      <p:tavLst>
                                        <p:tav tm="0" fmla="">
                                          <p:val>
                                            <p:fltVal val="0"/>
                                          </p:val>
                                        </p:tav>
                                        <p:tav tm="100000" fmla="">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23" presetClass="entr" presetSubtype="16" fill="hold" nodeType="clickEffect">
                                  <p:stCondLst>
                                    <p:cond delay="1000"/>
                                  </p:stCondLst>
                                  <p:childTnLst>
                                    <p:set>
                                      <p:cBhvr>
                                        <p:cTn id="41" dur="1" fill="hold">
                                          <p:stCondLst>
                                            <p:cond delay="0"/>
                                          </p:stCondLst>
                                        </p:cTn>
                                        <p:tgtEl>
                                          <p:spTgt spid="705"/>
                                        </p:tgtEl>
                                        <p:attrNameLst>
                                          <p:attrName>style.visibility</p:attrName>
                                        </p:attrNameLst>
                                      </p:cBhvr>
                                      <p:to>
                                        <p:strVal val="visible"/>
                                      </p:to>
                                    </p:set>
                                    <p:anim calcmode="lin" valueType="num">
                                      <p:cBhvr additive="base">
                                        <p:cTn id="42" dur="250"/>
                                        <p:tgtEl>
                                          <p:spTgt spid="705"/>
                                        </p:tgtEl>
                                        <p:attrNameLst>
                                          <p:attrName>ppt_w</p:attrName>
                                        </p:attrNameLst>
                                      </p:cBhvr>
                                      <p:tavLst>
                                        <p:tav tm="0" fmla="">
                                          <p:val>
                                            <p:fltVal val="0"/>
                                          </p:val>
                                        </p:tav>
                                        <p:tav tm="100000" fmla="">
                                          <p:val>
                                            <p:strVal val="#ppt_w"/>
                                          </p:val>
                                        </p:tav>
                                      </p:tavLst>
                                    </p:anim>
                                    <p:anim calcmode="lin" valueType="num">
                                      <p:cBhvr additive="base">
                                        <p:cTn id="43" dur="250"/>
                                        <p:tgtEl>
                                          <p:spTgt spid="705"/>
                                        </p:tgtEl>
                                        <p:attrNameLst>
                                          <p:attrName>ppt_h</p:attrName>
                                        </p:attrNameLst>
                                      </p:cBhvr>
                                      <p:tavLst>
                                        <p:tav tm="0" fmla="">
                                          <p:val>
                                            <p:fltVal val="0"/>
                                          </p:val>
                                        </p:tav>
                                        <p:tav tm="100000" fmla="">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23" presetClass="entr" presetSubtype="16" fill="hold" nodeType="clickEffect">
                                  <p:stCondLst>
                                    <p:cond delay="1000"/>
                                  </p:stCondLst>
                                  <p:childTnLst>
                                    <p:set>
                                      <p:cBhvr>
                                        <p:cTn id="47" dur="1" fill="hold">
                                          <p:stCondLst>
                                            <p:cond delay="0"/>
                                          </p:stCondLst>
                                        </p:cTn>
                                        <p:tgtEl>
                                          <p:spTgt spid="703"/>
                                        </p:tgtEl>
                                        <p:attrNameLst>
                                          <p:attrName>style.visibility</p:attrName>
                                        </p:attrNameLst>
                                      </p:cBhvr>
                                      <p:to>
                                        <p:strVal val="visible"/>
                                      </p:to>
                                    </p:set>
                                    <p:anim calcmode="lin" valueType="num">
                                      <p:cBhvr additive="base">
                                        <p:cTn id="48" dur="250"/>
                                        <p:tgtEl>
                                          <p:spTgt spid="703"/>
                                        </p:tgtEl>
                                        <p:attrNameLst>
                                          <p:attrName>ppt_w</p:attrName>
                                        </p:attrNameLst>
                                      </p:cBhvr>
                                      <p:tavLst>
                                        <p:tav tm="0" fmla="">
                                          <p:val>
                                            <p:fltVal val="0"/>
                                          </p:val>
                                        </p:tav>
                                        <p:tav tm="100000" fmla="">
                                          <p:val>
                                            <p:strVal val="#ppt_w"/>
                                          </p:val>
                                        </p:tav>
                                      </p:tavLst>
                                    </p:anim>
                                    <p:anim calcmode="lin" valueType="num">
                                      <p:cBhvr additive="base">
                                        <p:cTn id="49" dur="250"/>
                                        <p:tgtEl>
                                          <p:spTgt spid="703"/>
                                        </p:tgtEl>
                                        <p:attrNameLst>
                                          <p:attrName>ppt_h</p:attrName>
                                        </p:attrNameLst>
                                      </p:cBhvr>
                                      <p:tavLst>
                                        <p:tav tm="0" fmla="">
                                          <p:val>
                                            <p:fltVal val="0"/>
                                          </p:val>
                                        </p:tav>
                                        <p:tav tm="100000" fmla="">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23" presetClass="entr" presetSubtype="16" fill="hold" nodeType="clickEffect">
                                  <p:stCondLst>
                                    <p:cond delay="1000"/>
                                  </p:stCondLst>
                                  <p:childTnLst>
                                    <p:set>
                                      <p:cBhvr>
                                        <p:cTn id="53" dur="1" fill="hold">
                                          <p:stCondLst>
                                            <p:cond delay="0"/>
                                          </p:stCondLst>
                                        </p:cTn>
                                        <p:tgtEl>
                                          <p:spTgt spid="704"/>
                                        </p:tgtEl>
                                        <p:attrNameLst>
                                          <p:attrName>style.visibility</p:attrName>
                                        </p:attrNameLst>
                                      </p:cBhvr>
                                      <p:to>
                                        <p:strVal val="visible"/>
                                      </p:to>
                                    </p:set>
                                    <p:anim calcmode="lin" valueType="num">
                                      <p:cBhvr additive="base">
                                        <p:cTn id="54" dur="250"/>
                                        <p:tgtEl>
                                          <p:spTgt spid="704"/>
                                        </p:tgtEl>
                                        <p:attrNameLst>
                                          <p:attrName>ppt_w</p:attrName>
                                        </p:attrNameLst>
                                      </p:cBhvr>
                                      <p:tavLst>
                                        <p:tav tm="0" fmla="">
                                          <p:val>
                                            <p:fltVal val="0"/>
                                          </p:val>
                                        </p:tav>
                                        <p:tav tm="100000" fmla="">
                                          <p:val>
                                            <p:strVal val="#ppt_w"/>
                                          </p:val>
                                        </p:tav>
                                      </p:tavLst>
                                    </p:anim>
                                    <p:anim calcmode="lin" valueType="num">
                                      <p:cBhvr additive="base">
                                        <p:cTn id="55" dur="250"/>
                                        <p:tgtEl>
                                          <p:spTgt spid="704"/>
                                        </p:tgtEl>
                                        <p:attrNameLst>
                                          <p:attrName>ppt_h</p:attrName>
                                        </p:attrNameLst>
                                      </p:cBhvr>
                                      <p:tavLst>
                                        <p:tav tm="0" fmla="">
                                          <p:val>
                                            <p:fltVal val="0"/>
                                          </p:val>
                                        </p:tav>
                                        <p:tav tm="100000" fmla="">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710" name="Shape 710"/>
        <p:cNvGrpSpPr/>
        <p:nvPr/>
      </p:nvGrpSpPr>
      <p:grpSpPr>
        <a:xfrm>
          <a:off x="0" y="0"/>
          <a:ext cx="0" cy="0"/>
          <a:chOff x="0" y="0"/>
          <a:chExt cx="0" cy="0"/>
        </a:xfrm>
      </p:grpSpPr>
      <p:pic>
        <p:nvPicPr>
          <p:cNvPr id="711" name="Google Shape;711;p45"/>
          <p:cNvPicPr preferRelativeResize="0"/>
          <p:nvPr/>
        </p:nvPicPr>
        <p:blipFill rotWithShape="1">
          <a:blip r:embed="rId1"/>
          <a:srcRect/>
          <a:stretch>
            <a:fillRect/>
          </a:stretch>
        </p:blipFill>
        <p:spPr>
          <a:xfrm>
            <a:off x="10494163" y="3769131"/>
            <a:ext cx="1086500" cy="1182926"/>
          </a:xfrm>
          <a:prstGeom prst="rect">
            <a:avLst/>
          </a:prstGeom>
          <a:noFill/>
          <a:ln>
            <a:noFill/>
          </a:ln>
        </p:spPr>
      </p:pic>
      <p:pic>
        <p:nvPicPr>
          <p:cNvPr id="712" name="Google Shape;712;p45"/>
          <p:cNvPicPr preferRelativeResize="0"/>
          <p:nvPr/>
        </p:nvPicPr>
        <p:blipFill rotWithShape="1">
          <a:blip r:embed="rId2"/>
          <a:srcRect/>
          <a:stretch>
            <a:fillRect/>
          </a:stretch>
        </p:blipFill>
        <p:spPr>
          <a:xfrm>
            <a:off x="9776937" y="4515854"/>
            <a:ext cx="812889" cy="885032"/>
          </a:xfrm>
          <a:prstGeom prst="rect">
            <a:avLst/>
          </a:prstGeom>
          <a:noFill/>
          <a:ln>
            <a:noFill/>
          </a:ln>
        </p:spPr>
      </p:pic>
      <p:pic>
        <p:nvPicPr>
          <p:cNvPr id="713" name="Google Shape;713;p45"/>
          <p:cNvPicPr preferRelativeResize="0"/>
          <p:nvPr/>
        </p:nvPicPr>
        <p:blipFill rotWithShape="1">
          <a:blip r:embed="rId3"/>
          <a:srcRect/>
          <a:stretch>
            <a:fillRect/>
          </a:stretch>
        </p:blipFill>
        <p:spPr>
          <a:xfrm>
            <a:off x="10361978" y="5130389"/>
            <a:ext cx="520391" cy="566575"/>
          </a:xfrm>
          <a:prstGeom prst="rect">
            <a:avLst/>
          </a:prstGeom>
          <a:noFill/>
          <a:ln>
            <a:noFill/>
          </a:ln>
        </p:spPr>
      </p:pic>
      <p:sp>
        <p:nvSpPr>
          <p:cNvPr id="714" name="Google Shape;714;p45"/>
          <p:cNvSpPr/>
          <p:nvPr/>
        </p:nvSpPr>
        <p:spPr>
          <a:xfrm>
            <a:off x="832636" y="199869"/>
            <a:ext cx="10526728" cy="1604597"/>
          </a:xfrm>
          <a:prstGeom prst="snip2DiagRect">
            <a:avLst>
              <a:gd name="adj1" fmla="val 0"/>
              <a:gd name="adj2" fmla="val 16667"/>
            </a:avLst>
          </a:prstGeom>
          <a:solidFill>
            <a:schemeClr val="lt1"/>
          </a:soli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r>
              <a:rPr lang="vi-VN" sz="3000" b="1">
                <a:solidFill>
                  <a:srgbClr val="000000"/>
                </a:solidFill>
                <a:latin typeface="Fira Sans Extra Condensed"/>
                <a:ea typeface="Fira Sans Extra Condensed"/>
                <a:cs typeface="Fira Sans Extra Condensed"/>
                <a:sym typeface="Fira Sans Extra Condensed"/>
              </a:rPr>
              <a:t>Câu 7:</a:t>
            </a:r>
            <a:r>
              <a:rPr lang="vi-VN" sz="3000">
                <a:solidFill>
                  <a:srgbClr val="000000"/>
                </a:solidFill>
                <a:latin typeface="Fira Sans Extra Condensed"/>
                <a:ea typeface="Fira Sans Extra Condensed"/>
                <a:cs typeface="Fira Sans Extra Condensed"/>
                <a:sym typeface="Fira Sans Extra Condensed"/>
              </a:rPr>
              <a:t> Một vật dao động điều hòa với tần số góc ω và biên độ A. Khi thế năng bằng 3 lần động năng thì tốc độ v của vật có biểu thức</a:t>
            </a:r>
            <a:endParaRPr sz="3000" b="0" i="0" u="none" strike="noStrike" cap="none">
              <a:solidFill>
                <a:srgbClr val="000000"/>
              </a:solidFill>
              <a:latin typeface="Fira Sans Extra Condensed"/>
              <a:ea typeface="Fira Sans Extra Condensed"/>
              <a:cs typeface="Fira Sans Extra Condensed"/>
              <a:sym typeface="Fira Sans Extra Condensed"/>
            </a:endParaRPr>
          </a:p>
        </p:txBody>
      </p:sp>
      <p:sp>
        <p:nvSpPr>
          <p:cNvPr id="715" name="Google Shape;715;p45"/>
          <p:cNvSpPr/>
          <p:nvPr/>
        </p:nvSpPr>
        <p:spPr>
          <a:xfrm>
            <a:off x="1110220" y="1949346"/>
            <a:ext cx="4906798" cy="770816"/>
          </a:xfrm>
          <a:prstGeom prst="rect">
            <a:avLst/>
          </a:prstGeom>
          <a:blipFill rotWithShape="1">
            <a:blip r:embed="rId4"/>
            <a:stretch>
              <a:fillRect l="-2856" b="-1110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716" name="Google Shape;716;p45"/>
          <p:cNvSpPr/>
          <p:nvPr/>
        </p:nvSpPr>
        <p:spPr>
          <a:xfrm>
            <a:off x="-683345" y="4902196"/>
            <a:ext cx="567114" cy="349210"/>
          </a:xfrm>
          <a:prstGeom prst="cloud">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Arial" panose="020B0704020202020204"/>
              <a:ea typeface="Arial" panose="020B0704020202020204"/>
              <a:cs typeface="Arial" panose="020B0704020202020204"/>
              <a:sym typeface="Arial" panose="020B0704020202020204"/>
            </a:endParaRPr>
          </a:p>
        </p:txBody>
      </p:sp>
      <p:sp>
        <p:nvSpPr>
          <p:cNvPr id="717" name="Google Shape;717;p45"/>
          <p:cNvSpPr/>
          <p:nvPr/>
        </p:nvSpPr>
        <p:spPr>
          <a:xfrm>
            <a:off x="13632601" y="4702499"/>
            <a:ext cx="891420" cy="548907"/>
          </a:xfrm>
          <a:prstGeom prst="cloud">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Arial" panose="020B0704020202020204"/>
              <a:ea typeface="Arial" panose="020B0704020202020204"/>
              <a:cs typeface="Arial" panose="020B0704020202020204"/>
              <a:sym typeface="Arial" panose="020B0704020202020204"/>
            </a:endParaRPr>
          </a:p>
        </p:txBody>
      </p:sp>
      <p:sp>
        <p:nvSpPr>
          <p:cNvPr id="718" name="Google Shape;718;p45"/>
          <p:cNvSpPr/>
          <p:nvPr/>
        </p:nvSpPr>
        <p:spPr>
          <a:xfrm>
            <a:off x="6130615" y="1953535"/>
            <a:ext cx="4906798" cy="770816"/>
          </a:xfrm>
          <a:prstGeom prst="rect">
            <a:avLst/>
          </a:prstGeom>
          <a:blipFill rotWithShape="1">
            <a:blip r:embed="rId5"/>
            <a:stretch>
              <a:fillRect l="-2979" b="-15747"/>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719" name="Google Shape;719;p45"/>
          <p:cNvSpPr/>
          <p:nvPr/>
        </p:nvSpPr>
        <p:spPr>
          <a:xfrm>
            <a:off x="1110220" y="2838518"/>
            <a:ext cx="4906798" cy="770816"/>
          </a:xfrm>
          <a:prstGeom prst="rect">
            <a:avLst/>
          </a:prstGeom>
          <a:blipFill rotWithShape="1">
            <a:blip r:embed="rId6"/>
            <a:stretch>
              <a:fillRect l="-2856" b="-16665"/>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sp>
        <p:nvSpPr>
          <p:cNvPr id="720" name="Google Shape;720;p45"/>
          <p:cNvSpPr/>
          <p:nvPr/>
        </p:nvSpPr>
        <p:spPr>
          <a:xfrm>
            <a:off x="6130615" y="2842707"/>
            <a:ext cx="4906798" cy="770816"/>
          </a:xfrm>
          <a:prstGeom prst="rect">
            <a:avLst/>
          </a:prstGeom>
          <a:blipFill rotWithShape="1">
            <a:blip r:embed="rId7"/>
            <a:stretch>
              <a:fillRect l="-2979" b="-1102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vi-VN" sz="1800">
                <a:latin typeface="Calibri"/>
                <a:ea typeface="Calibri"/>
                <a:cs typeface="Calibri"/>
                <a:sym typeface="Calibri"/>
              </a:rPr>
              <a:t> </a:t>
            </a:r>
            <a:endParaRPr lang="vi-VN" sz="1800">
              <a:latin typeface="Calibri"/>
              <a:ea typeface="Calibri"/>
              <a:cs typeface="Calibri"/>
              <a:sym typeface="Calibri"/>
            </a:endParaRPr>
          </a:p>
        </p:txBody>
      </p:sp>
      <p:pic>
        <p:nvPicPr>
          <p:cNvPr id="721" name="Google Shape;721;p45"/>
          <p:cNvPicPr preferRelativeResize="0"/>
          <p:nvPr/>
        </p:nvPicPr>
        <p:blipFill rotWithShape="1">
          <a:blip r:embed="rId8"/>
          <a:srcRect/>
          <a:stretch>
            <a:fillRect/>
          </a:stretch>
        </p:blipFill>
        <p:spPr>
          <a:xfrm>
            <a:off x="5211296" y="1974821"/>
            <a:ext cx="805722" cy="708059"/>
          </a:xfrm>
          <a:prstGeom prst="rect">
            <a:avLst/>
          </a:prstGeom>
          <a:noFill/>
          <a:ln>
            <a:noFill/>
          </a:ln>
        </p:spPr>
      </p:pic>
      <p:pic>
        <p:nvPicPr>
          <p:cNvPr id="722" name="Google Shape;722;p45"/>
          <p:cNvPicPr preferRelativeResize="0"/>
          <p:nvPr/>
        </p:nvPicPr>
        <p:blipFill rotWithShape="1">
          <a:blip r:embed="rId8"/>
          <a:srcRect/>
          <a:stretch>
            <a:fillRect/>
          </a:stretch>
        </p:blipFill>
        <p:spPr>
          <a:xfrm>
            <a:off x="5284614" y="2902112"/>
            <a:ext cx="732404" cy="643628"/>
          </a:xfrm>
          <a:prstGeom prst="rect">
            <a:avLst/>
          </a:prstGeom>
          <a:noFill/>
          <a:ln>
            <a:noFill/>
          </a:ln>
        </p:spPr>
      </p:pic>
      <p:pic>
        <p:nvPicPr>
          <p:cNvPr id="723" name="Google Shape;723;p45"/>
          <p:cNvPicPr preferRelativeResize="0"/>
          <p:nvPr/>
        </p:nvPicPr>
        <p:blipFill rotWithShape="1">
          <a:blip r:embed="rId9"/>
          <a:srcRect/>
          <a:stretch>
            <a:fillRect/>
          </a:stretch>
        </p:blipFill>
        <p:spPr>
          <a:xfrm>
            <a:off x="10232671" y="2915181"/>
            <a:ext cx="804742" cy="643793"/>
          </a:xfrm>
          <a:prstGeom prst="rect">
            <a:avLst/>
          </a:prstGeom>
          <a:noFill/>
          <a:ln>
            <a:noFill/>
          </a:ln>
        </p:spPr>
      </p:pic>
      <p:pic>
        <p:nvPicPr>
          <p:cNvPr id="724" name="Google Shape;724;p45"/>
          <p:cNvPicPr preferRelativeResize="0"/>
          <p:nvPr/>
        </p:nvPicPr>
        <p:blipFill rotWithShape="1">
          <a:blip r:embed="rId8"/>
          <a:srcRect/>
          <a:stretch>
            <a:fillRect/>
          </a:stretch>
        </p:blipFill>
        <p:spPr>
          <a:xfrm>
            <a:off x="10304821" y="2026493"/>
            <a:ext cx="732592" cy="643793"/>
          </a:xfrm>
          <a:prstGeom prst="rect">
            <a:avLst/>
          </a:prstGeom>
          <a:noFill/>
          <a:ln>
            <a:noFill/>
          </a:ln>
        </p:spPr>
      </p:pic>
      <p:sp>
        <p:nvSpPr>
          <p:cNvPr id="725" name="Google Shape;725;p45">
            <a:hlinkClick r:id="" action="ppaction://hlinkshowjump?jump=nextslide"/>
          </p:cNvPr>
          <p:cNvSpPr/>
          <p:nvPr/>
        </p:nvSpPr>
        <p:spPr>
          <a:xfrm>
            <a:off x="5345264" y="5130389"/>
            <a:ext cx="1388898" cy="650469"/>
          </a:xfrm>
          <a:prstGeom prst="cloud">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D8D8D8"/>
              </a:buClr>
              <a:buSzPts val="2000"/>
              <a:buFont typeface="Arial" panose="020B0704020202020204"/>
              <a:buNone/>
            </a:pPr>
            <a:r>
              <a:rPr lang="vi-VN" sz="2000" b="0" i="0" u="none" strike="noStrike" cap="none">
                <a:solidFill>
                  <a:srgbClr val="D8D8D8"/>
                </a:solidFill>
                <a:latin typeface="Arial" panose="020B0704020202020204"/>
                <a:ea typeface="Arial" panose="020B0704020202020204"/>
                <a:cs typeface="Arial" panose="020B0704020202020204"/>
                <a:sym typeface="Arial" panose="020B0704020202020204"/>
              </a:rPr>
              <a:t>NEXT</a:t>
            </a:r>
            <a:endParaRPr lang="vi-VN" sz="2000" b="0" i="0" u="none" strike="noStrike" cap="none">
              <a:solidFill>
                <a:srgbClr val="D8D8D8"/>
              </a:solidFill>
              <a:latin typeface="Arial" panose="020B0704020202020204"/>
              <a:ea typeface="Arial" panose="020B0704020202020204"/>
              <a:cs typeface="Arial" panose="020B0704020202020204"/>
              <a:sym typeface="Arial" panose="020B0704020202020204"/>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14"/>
                                        </p:tgtEl>
                                        <p:attrNameLst>
                                          <p:attrName>style.visibility</p:attrName>
                                        </p:attrNameLst>
                                      </p:cBhvr>
                                      <p:to>
                                        <p:strVal val="visible"/>
                                      </p:to>
                                    </p:set>
                                    <p:animEffect transition="in" filter="fade">
                                      <p:cBhvr>
                                        <p:cTn id="7" dur="500"/>
                                        <p:tgtEl>
                                          <p:spTgt spid="714"/>
                                        </p:tgtEl>
                                      </p:cBhvr>
                                    </p:animEffect>
                                  </p:childTnLst>
                                </p:cTn>
                              </p:par>
                              <p:par>
                                <p:cTn id="8" presetID="10" presetClass="entr" presetSubtype="0" fill="hold" nodeType="withEffect">
                                  <p:stCondLst>
                                    <p:cond delay="500"/>
                                  </p:stCondLst>
                                  <p:childTnLst>
                                    <p:set>
                                      <p:cBhvr>
                                        <p:cTn id="9" dur="1" fill="hold">
                                          <p:stCondLst>
                                            <p:cond delay="0"/>
                                          </p:stCondLst>
                                        </p:cTn>
                                        <p:tgtEl>
                                          <p:spTgt spid="715"/>
                                        </p:tgtEl>
                                        <p:attrNameLst>
                                          <p:attrName>style.visibility</p:attrName>
                                        </p:attrNameLst>
                                      </p:cBhvr>
                                      <p:to>
                                        <p:strVal val="visible"/>
                                      </p:to>
                                    </p:set>
                                    <p:animEffect transition="in" filter="fade">
                                      <p:cBhvr>
                                        <p:cTn id="10" dur="500"/>
                                        <p:tgtEl>
                                          <p:spTgt spid="715"/>
                                        </p:tgtEl>
                                      </p:cBhvr>
                                    </p:animEffect>
                                  </p:childTnLst>
                                </p:cTn>
                              </p:par>
                              <p:par>
                                <p:cTn id="11" presetID="10" presetClass="entr" presetSubtype="0" fill="hold" nodeType="withEffect">
                                  <p:stCondLst>
                                    <p:cond delay="1000"/>
                                  </p:stCondLst>
                                  <p:childTnLst>
                                    <p:set>
                                      <p:cBhvr>
                                        <p:cTn id="12" dur="1" fill="hold">
                                          <p:stCondLst>
                                            <p:cond delay="0"/>
                                          </p:stCondLst>
                                        </p:cTn>
                                        <p:tgtEl>
                                          <p:spTgt spid="718"/>
                                        </p:tgtEl>
                                        <p:attrNameLst>
                                          <p:attrName>style.visibility</p:attrName>
                                        </p:attrNameLst>
                                      </p:cBhvr>
                                      <p:to>
                                        <p:strVal val="visible"/>
                                      </p:to>
                                    </p:set>
                                    <p:animEffect transition="in" filter="fade">
                                      <p:cBhvr>
                                        <p:cTn id="13" dur="500"/>
                                        <p:tgtEl>
                                          <p:spTgt spid="718"/>
                                        </p:tgtEl>
                                      </p:cBhvr>
                                    </p:animEffect>
                                  </p:childTnLst>
                                </p:cTn>
                              </p:par>
                              <p:par>
                                <p:cTn id="14" presetID="10" presetClass="entr" presetSubtype="0" fill="hold" nodeType="withEffect">
                                  <p:stCondLst>
                                    <p:cond delay="1500"/>
                                  </p:stCondLst>
                                  <p:childTnLst>
                                    <p:set>
                                      <p:cBhvr>
                                        <p:cTn id="15" dur="1" fill="hold">
                                          <p:stCondLst>
                                            <p:cond delay="0"/>
                                          </p:stCondLst>
                                        </p:cTn>
                                        <p:tgtEl>
                                          <p:spTgt spid="719"/>
                                        </p:tgtEl>
                                        <p:attrNameLst>
                                          <p:attrName>style.visibility</p:attrName>
                                        </p:attrNameLst>
                                      </p:cBhvr>
                                      <p:to>
                                        <p:strVal val="visible"/>
                                      </p:to>
                                    </p:set>
                                    <p:animEffect transition="in" filter="fade">
                                      <p:cBhvr>
                                        <p:cTn id="16" dur="500"/>
                                        <p:tgtEl>
                                          <p:spTgt spid="719"/>
                                        </p:tgtEl>
                                      </p:cBhvr>
                                    </p:animEffect>
                                  </p:childTnLst>
                                </p:cTn>
                              </p:par>
                              <p:par>
                                <p:cTn id="17" presetID="10" presetClass="entr" presetSubtype="0" fill="hold" nodeType="withEffect">
                                  <p:stCondLst>
                                    <p:cond delay="2000"/>
                                  </p:stCondLst>
                                  <p:childTnLst>
                                    <p:set>
                                      <p:cBhvr>
                                        <p:cTn id="18" dur="1" fill="hold">
                                          <p:stCondLst>
                                            <p:cond delay="0"/>
                                          </p:stCondLst>
                                        </p:cTn>
                                        <p:tgtEl>
                                          <p:spTgt spid="720"/>
                                        </p:tgtEl>
                                        <p:attrNameLst>
                                          <p:attrName>style.visibility</p:attrName>
                                        </p:attrNameLst>
                                      </p:cBhvr>
                                      <p:to>
                                        <p:strVal val="visible"/>
                                      </p:to>
                                    </p:set>
                                    <p:animEffect transition="in" filter="fade">
                                      <p:cBhvr>
                                        <p:cTn id="19" dur="500"/>
                                        <p:tgtEl>
                                          <p:spTgt spid="720"/>
                                        </p:tgtEl>
                                      </p:cBhvr>
                                    </p:animEffect>
                                  </p:childTnLst>
                                </p:cTn>
                              </p:par>
                              <p:par>
                                <p:cTn id="20" presetID="8" presetClass="emph" presetSubtype="0" fill="hold" nodeType="withEffect">
                                  <p:stCondLst>
                                    <p:cond delay="0"/>
                                  </p:stCondLst>
                                  <p:childTnLst>
                                    <p:animRot by="-21600000">
                                      <p:cBhvr>
                                        <p:cTn id="21" dur="2250" fill="hold"/>
                                        <p:tgtEl>
                                          <p:spTgt spid="711"/>
                                        </p:tgtEl>
                                        <p:attrNameLst>
                                          <p:attrName>r</p:attrName>
                                        </p:attrNameLst>
                                      </p:cBhvr>
                                    </p:animRot>
                                  </p:childTnLst>
                                </p:cTn>
                              </p:par>
                              <p:par>
                                <p:cTn id="22" presetID="8" presetClass="emph" presetSubtype="0" fill="hold" nodeType="withEffect">
                                  <p:stCondLst>
                                    <p:cond delay="0"/>
                                  </p:stCondLst>
                                  <p:childTnLst>
                                    <p:animRot by="-21600000">
                                      <p:cBhvr>
                                        <p:cTn id="23" dur="2500" fill="hold"/>
                                        <p:tgtEl>
                                          <p:spTgt spid="712"/>
                                        </p:tgtEl>
                                        <p:attrNameLst>
                                          <p:attrName>r</p:attrName>
                                        </p:attrNameLst>
                                      </p:cBhvr>
                                    </p:animRot>
                                  </p:childTnLst>
                                </p:cTn>
                              </p:par>
                              <p:par>
                                <p:cTn id="24" presetID="8" presetClass="emph" presetSubtype="0" fill="hold" nodeType="withEffect">
                                  <p:stCondLst>
                                    <p:cond delay="0"/>
                                  </p:stCondLst>
                                  <p:childTnLst>
                                    <p:animRot by="-21600000">
                                      <p:cBhvr>
                                        <p:cTn id="25" dur="2000" fill="hold"/>
                                        <p:tgtEl>
                                          <p:spTgt spid="713"/>
                                        </p:tgtEl>
                                        <p:attrNameLst>
                                          <p:attrName>r</p:attrName>
                                        </p:attrNameLst>
                                      </p:cBhvr>
                                    </p:animRot>
                                  </p:childTnLst>
                                </p:cTn>
                              </p:par>
                              <p:par>
                                <p:cTn id="26" presetID="2" presetClass="entr" presetSubtype="2" fill="hold" nodeType="withEffect">
                                  <p:stCondLst>
                                    <p:cond delay="500"/>
                                  </p:stCondLst>
                                  <p:childTnLst>
                                    <p:set>
                                      <p:cBhvr>
                                        <p:cTn id="27" dur="1" fill="hold">
                                          <p:stCondLst>
                                            <p:cond delay="0"/>
                                          </p:stCondLst>
                                        </p:cTn>
                                        <p:tgtEl>
                                          <p:spTgt spid="716"/>
                                        </p:tgtEl>
                                        <p:attrNameLst>
                                          <p:attrName>style.visibility</p:attrName>
                                        </p:attrNameLst>
                                      </p:cBhvr>
                                      <p:to>
                                        <p:strVal val="visible"/>
                                      </p:to>
                                    </p:set>
                                    <p:anim calcmode="lin" valueType="num">
                                      <p:cBhvr additive="base">
                                        <p:cTn id="28" dur="5000"/>
                                        <p:tgtEl>
                                          <p:spTgt spid="716"/>
                                        </p:tgtEl>
                                        <p:attrNameLst>
                                          <p:attrName>ppt_x</p:attrName>
                                        </p:attrNameLst>
                                      </p:cBhvr>
                                      <p:tavLst>
                                        <p:tav tm="0" fmla="">
                                          <p:val>
                                            <p:strVal val="#ppt_x+1"/>
                                          </p:val>
                                        </p:tav>
                                        <p:tav tm="100000" fmla="">
                                          <p:val>
                                            <p:strVal val="#ppt_x"/>
                                          </p:val>
                                        </p:tav>
                                      </p:tavLst>
                                    </p:anim>
                                  </p:childTnLst>
                                </p:cTn>
                              </p:par>
                              <p:par>
                                <p:cTn id="29" presetID="2" presetClass="entr" presetSubtype="8" fill="hold" nodeType="withEffect">
                                  <p:stCondLst>
                                    <p:cond delay="500"/>
                                  </p:stCondLst>
                                  <p:childTnLst>
                                    <p:set>
                                      <p:cBhvr>
                                        <p:cTn id="30" dur="1" fill="hold">
                                          <p:stCondLst>
                                            <p:cond delay="0"/>
                                          </p:stCondLst>
                                        </p:cTn>
                                        <p:tgtEl>
                                          <p:spTgt spid="717"/>
                                        </p:tgtEl>
                                        <p:attrNameLst>
                                          <p:attrName>style.visibility</p:attrName>
                                        </p:attrNameLst>
                                      </p:cBhvr>
                                      <p:to>
                                        <p:strVal val="visible"/>
                                      </p:to>
                                    </p:set>
                                    <p:anim calcmode="lin" valueType="num">
                                      <p:cBhvr additive="base">
                                        <p:cTn id="31" dur="5000"/>
                                        <p:tgtEl>
                                          <p:spTgt spid="717"/>
                                        </p:tgtEl>
                                        <p:attrNameLst>
                                          <p:attrName>ppt_x</p:attrName>
                                        </p:attrNameLst>
                                      </p:cBhvr>
                                      <p:tavLst>
                                        <p:tav tm="0" fmla="">
                                          <p:val>
                                            <p:strVal val="#ppt_x-1"/>
                                          </p:val>
                                        </p:tav>
                                        <p:tav tm="100000" fmla="">
                                          <p:val>
                                            <p:strVal val="#ppt_x"/>
                                          </p:val>
                                        </p:tav>
                                      </p:tavLst>
                                    </p:anim>
                                  </p:childTnLst>
                                </p:cTn>
                              </p:par>
                            </p:childTnLst>
                          </p:cTn>
                        </p:par>
                      </p:childTnLst>
                    </p:cTn>
                  </p:par>
                  <p:par>
                    <p:cTn id="32" fill="hold">
                      <p:stCondLst>
                        <p:cond delay="indefinite"/>
                      </p:stCondLst>
                      <p:childTnLst>
                        <p:par>
                          <p:cTn id="33" fill="hold">
                            <p:stCondLst>
                              <p:cond delay="0"/>
                            </p:stCondLst>
                            <p:childTnLst>
                              <p:par>
                                <p:cTn id="34" presetID="23" presetClass="entr" presetSubtype="16" fill="hold" nodeType="clickEffect">
                                  <p:stCondLst>
                                    <p:cond delay="1000"/>
                                  </p:stCondLst>
                                  <p:childTnLst>
                                    <p:set>
                                      <p:cBhvr>
                                        <p:cTn id="35" dur="1" fill="hold">
                                          <p:stCondLst>
                                            <p:cond delay="0"/>
                                          </p:stCondLst>
                                        </p:cTn>
                                        <p:tgtEl>
                                          <p:spTgt spid="721"/>
                                        </p:tgtEl>
                                        <p:attrNameLst>
                                          <p:attrName>style.visibility</p:attrName>
                                        </p:attrNameLst>
                                      </p:cBhvr>
                                      <p:to>
                                        <p:strVal val="visible"/>
                                      </p:to>
                                    </p:set>
                                    <p:anim calcmode="lin" valueType="num">
                                      <p:cBhvr additive="base">
                                        <p:cTn id="36" dur="250"/>
                                        <p:tgtEl>
                                          <p:spTgt spid="721"/>
                                        </p:tgtEl>
                                        <p:attrNameLst>
                                          <p:attrName>ppt_w</p:attrName>
                                        </p:attrNameLst>
                                      </p:cBhvr>
                                      <p:tavLst>
                                        <p:tav tm="0" fmla="">
                                          <p:val>
                                            <p:fltVal val="0"/>
                                          </p:val>
                                        </p:tav>
                                        <p:tav tm="100000" fmla="">
                                          <p:val>
                                            <p:strVal val="#ppt_w"/>
                                          </p:val>
                                        </p:tav>
                                      </p:tavLst>
                                    </p:anim>
                                    <p:anim calcmode="lin" valueType="num">
                                      <p:cBhvr additive="base">
                                        <p:cTn id="37" dur="250"/>
                                        <p:tgtEl>
                                          <p:spTgt spid="721"/>
                                        </p:tgtEl>
                                        <p:attrNameLst>
                                          <p:attrName>ppt_h</p:attrName>
                                        </p:attrNameLst>
                                      </p:cBhvr>
                                      <p:tavLst>
                                        <p:tav tm="0" fmla="">
                                          <p:val>
                                            <p:fltVal val="0"/>
                                          </p:val>
                                        </p:tav>
                                        <p:tav tm="100000" fmla="">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23" presetClass="entr" presetSubtype="16" fill="hold" nodeType="clickEffect">
                                  <p:stCondLst>
                                    <p:cond delay="1000"/>
                                  </p:stCondLst>
                                  <p:childTnLst>
                                    <p:set>
                                      <p:cBhvr>
                                        <p:cTn id="41" dur="1" fill="hold">
                                          <p:stCondLst>
                                            <p:cond delay="0"/>
                                          </p:stCondLst>
                                        </p:cTn>
                                        <p:tgtEl>
                                          <p:spTgt spid="724"/>
                                        </p:tgtEl>
                                        <p:attrNameLst>
                                          <p:attrName>style.visibility</p:attrName>
                                        </p:attrNameLst>
                                      </p:cBhvr>
                                      <p:to>
                                        <p:strVal val="visible"/>
                                      </p:to>
                                    </p:set>
                                    <p:anim calcmode="lin" valueType="num">
                                      <p:cBhvr additive="base">
                                        <p:cTn id="42" dur="250"/>
                                        <p:tgtEl>
                                          <p:spTgt spid="724"/>
                                        </p:tgtEl>
                                        <p:attrNameLst>
                                          <p:attrName>ppt_w</p:attrName>
                                        </p:attrNameLst>
                                      </p:cBhvr>
                                      <p:tavLst>
                                        <p:tav tm="0" fmla="">
                                          <p:val>
                                            <p:fltVal val="0"/>
                                          </p:val>
                                        </p:tav>
                                        <p:tav tm="100000" fmla="">
                                          <p:val>
                                            <p:strVal val="#ppt_w"/>
                                          </p:val>
                                        </p:tav>
                                      </p:tavLst>
                                    </p:anim>
                                    <p:anim calcmode="lin" valueType="num">
                                      <p:cBhvr additive="base">
                                        <p:cTn id="43" dur="250"/>
                                        <p:tgtEl>
                                          <p:spTgt spid="724"/>
                                        </p:tgtEl>
                                        <p:attrNameLst>
                                          <p:attrName>ppt_h</p:attrName>
                                        </p:attrNameLst>
                                      </p:cBhvr>
                                      <p:tavLst>
                                        <p:tav tm="0" fmla="">
                                          <p:val>
                                            <p:fltVal val="0"/>
                                          </p:val>
                                        </p:tav>
                                        <p:tav tm="100000" fmla="">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23" presetClass="entr" presetSubtype="16" fill="hold" nodeType="clickEffect">
                                  <p:stCondLst>
                                    <p:cond delay="1000"/>
                                  </p:stCondLst>
                                  <p:childTnLst>
                                    <p:set>
                                      <p:cBhvr>
                                        <p:cTn id="47" dur="1" fill="hold">
                                          <p:stCondLst>
                                            <p:cond delay="0"/>
                                          </p:stCondLst>
                                        </p:cTn>
                                        <p:tgtEl>
                                          <p:spTgt spid="722"/>
                                        </p:tgtEl>
                                        <p:attrNameLst>
                                          <p:attrName>style.visibility</p:attrName>
                                        </p:attrNameLst>
                                      </p:cBhvr>
                                      <p:to>
                                        <p:strVal val="visible"/>
                                      </p:to>
                                    </p:set>
                                    <p:anim calcmode="lin" valueType="num">
                                      <p:cBhvr additive="base">
                                        <p:cTn id="48" dur="250"/>
                                        <p:tgtEl>
                                          <p:spTgt spid="722"/>
                                        </p:tgtEl>
                                        <p:attrNameLst>
                                          <p:attrName>ppt_w</p:attrName>
                                        </p:attrNameLst>
                                      </p:cBhvr>
                                      <p:tavLst>
                                        <p:tav tm="0" fmla="">
                                          <p:val>
                                            <p:fltVal val="0"/>
                                          </p:val>
                                        </p:tav>
                                        <p:tav tm="100000" fmla="">
                                          <p:val>
                                            <p:strVal val="#ppt_w"/>
                                          </p:val>
                                        </p:tav>
                                      </p:tavLst>
                                    </p:anim>
                                    <p:anim calcmode="lin" valueType="num">
                                      <p:cBhvr additive="base">
                                        <p:cTn id="49" dur="250"/>
                                        <p:tgtEl>
                                          <p:spTgt spid="722"/>
                                        </p:tgtEl>
                                        <p:attrNameLst>
                                          <p:attrName>ppt_h</p:attrName>
                                        </p:attrNameLst>
                                      </p:cBhvr>
                                      <p:tavLst>
                                        <p:tav tm="0" fmla="">
                                          <p:val>
                                            <p:fltVal val="0"/>
                                          </p:val>
                                        </p:tav>
                                        <p:tav tm="100000" fmla="">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23" presetClass="entr" presetSubtype="16" fill="hold" nodeType="clickEffect">
                                  <p:stCondLst>
                                    <p:cond delay="1000"/>
                                  </p:stCondLst>
                                  <p:childTnLst>
                                    <p:set>
                                      <p:cBhvr>
                                        <p:cTn id="53" dur="1" fill="hold">
                                          <p:stCondLst>
                                            <p:cond delay="0"/>
                                          </p:stCondLst>
                                        </p:cTn>
                                        <p:tgtEl>
                                          <p:spTgt spid="723"/>
                                        </p:tgtEl>
                                        <p:attrNameLst>
                                          <p:attrName>style.visibility</p:attrName>
                                        </p:attrNameLst>
                                      </p:cBhvr>
                                      <p:to>
                                        <p:strVal val="visible"/>
                                      </p:to>
                                    </p:set>
                                    <p:anim calcmode="lin" valueType="num">
                                      <p:cBhvr additive="base">
                                        <p:cTn id="54" dur="250"/>
                                        <p:tgtEl>
                                          <p:spTgt spid="723"/>
                                        </p:tgtEl>
                                        <p:attrNameLst>
                                          <p:attrName>ppt_w</p:attrName>
                                        </p:attrNameLst>
                                      </p:cBhvr>
                                      <p:tavLst>
                                        <p:tav tm="0" fmla="">
                                          <p:val>
                                            <p:fltVal val="0"/>
                                          </p:val>
                                        </p:tav>
                                        <p:tav tm="100000" fmla="">
                                          <p:val>
                                            <p:strVal val="#ppt_w"/>
                                          </p:val>
                                        </p:tav>
                                      </p:tavLst>
                                    </p:anim>
                                    <p:anim calcmode="lin" valueType="num">
                                      <p:cBhvr additive="base">
                                        <p:cTn id="55" dur="250"/>
                                        <p:tgtEl>
                                          <p:spTgt spid="723"/>
                                        </p:tgtEl>
                                        <p:attrNameLst>
                                          <p:attrName>ppt_h</p:attrName>
                                        </p:attrNameLst>
                                      </p:cBhvr>
                                      <p:tavLst>
                                        <p:tav tm="0" fmla="">
                                          <p:val>
                                            <p:fltVal val="0"/>
                                          </p:val>
                                        </p:tav>
                                        <p:tav tm="100000" fmla="">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729" name="Shape 729"/>
        <p:cNvGrpSpPr/>
        <p:nvPr/>
      </p:nvGrpSpPr>
      <p:grpSpPr>
        <a:xfrm>
          <a:off x="0" y="0"/>
          <a:ext cx="0" cy="0"/>
          <a:chOff x="0" y="0"/>
          <a:chExt cx="0" cy="0"/>
        </a:xfrm>
      </p:grpSpPr>
      <p:grpSp>
        <p:nvGrpSpPr>
          <p:cNvPr id="730" name="Google Shape;730;p46"/>
          <p:cNvGrpSpPr/>
          <p:nvPr/>
        </p:nvGrpSpPr>
        <p:grpSpPr>
          <a:xfrm>
            <a:off x="4876800" y="103796"/>
            <a:ext cx="2269096" cy="531988"/>
            <a:chOff x="2193" y="0"/>
            <a:chExt cx="2245706" cy="1239104"/>
          </a:xfrm>
        </p:grpSpPr>
        <p:sp>
          <p:nvSpPr>
            <p:cNvPr id="731" name="Google Shape;731;p46"/>
            <p:cNvSpPr/>
            <p:nvPr/>
          </p:nvSpPr>
          <p:spPr>
            <a:xfrm>
              <a:off x="2193" y="0"/>
              <a:ext cx="2245706" cy="1239104"/>
            </a:xfrm>
            <a:prstGeom prst="roundRect">
              <a:avLst>
                <a:gd name="adj" fmla="val 16667"/>
              </a:avLst>
            </a:prstGeom>
            <a:solidFill>
              <a:srgbClr val="0020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2" name="Google Shape;732;p46"/>
            <p:cNvSpPr/>
            <p:nvPr/>
          </p:nvSpPr>
          <p:spPr>
            <a:xfrm>
              <a:off x="77334" y="60488"/>
              <a:ext cx="2124730" cy="1118127"/>
            </a:xfrm>
            <a:prstGeom prst="rect">
              <a:avLst/>
            </a:prstGeom>
            <a:solidFill>
              <a:srgbClr val="002060"/>
            </a:solidFill>
            <a:ln>
              <a:noFill/>
            </a:ln>
          </p:spPr>
          <p:txBody>
            <a:bodyPr spcFirstLastPara="1" wrap="square" lIns="121900" tIns="60950" rIns="121900" bIns="60950" anchor="ctr" anchorCtr="0">
              <a:noAutofit/>
            </a:bodyPr>
            <a:lstStyle/>
            <a:p>
              <a:pPr marL="0" marR="0" lvl="0" indent="0" algn="ctr" rtl="0">
                <a:lnSpc>
                  <a:spcPct val="90000"/>
                </a:lnSpc>
                <a:spcBef>
                  <a:spcPts val="0"/>
                </a:spcBef>
                <a:spcAft>
                  <a:spcPts val="0"/>
                </a:spcAft>
                <a:buNone/>
              </a:pPr>
              <a:r>
                <a:rPr lang="vi-VN" sz="2600" b="1">
                  <a:solidFill>
                    <a:schemeClr val="lt1"/>
                  </a:solidFill>
                  <a:latin typeface="Arial" panose="020B0704020202020204"/>
                  <a:ea typeface="Arial" panose="020B0704020202020204"/>
                  <a:cs typeface="Arial" panose="020B0704020202020204"/>
                  <a:sym typeface="Arial" panose="020B0704020202020204"/>
                </a:rPr>
                <a:t>Em nên biết</a:t>
              </a:r>
              <a:endParaRPr sz="2600" b="1">
                <a:solidFill>
                  <a:schemeClr val="lt1"/>
                </a:solidFill>
                <a:latin typeface="Arial" panose="020B0704020202020204"/>
                <a:ea typeface="Arial" panose="020B0704020202020204"/>
                <a:cs typeface="Arial" panose="020B0704020202020204"/>
                <a:sym typeface="Arial" panose="020B0704020202020204"/>
              </a:endParaRPr>
            </a:p>
          </p:txBody>
        </p:sp>
      </p:grpSp>
      <p:sp>
        <p:nvSpPr>
          <p:cNvPr id="733" name="Google Shape;733;p46"/>
          <p:cNvSpPr txBox="1"/>
          <p:nvPr/>
        </p:nvSpPr>
        <p:spPr>
          <a:xfrm>
            <a:off x="730315" y="794773"/>
            <a:ext cx="6919232" cy="313932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vi-VN" sz="2200">
                <a:solidFill>
                  <a:schemeClr val="dk1"/>
                </a:solidFill>
                <a:latin typeface="Fira Sans Extra Condensed"/>
                <a:ea typeface="Fira Sans Extra Condensed"/>
                <a:cs typeface="Fira Sans Extra Condensed"/>
                <a:sym typeface="Fira Sans Extra Condensed"/>
              </a:rPr>
              <a:t>■ Khi quả lắc được cung cấp năng lượng ban đầu, nó sẽ dao động. Thông qua hệ thống bánh răng đặc biệt sẽ làm kim đồng hồ dịch chuyển. Trong quá trình quả lắc dao động thì có sự chuyển hóa giữa thế năng và động năng. Nhưng do ma sát ở các trục và bánh răng cũng như ma sát với không khí nên năng lượng của quả lắc giảm dần. Để duy trì dao động mà không làm thay đổi chu kỳ của quả lắc, người ta cung cấp thêm sau mỗi nửa chu kì mật năng lượng đúng bằng năng lượng tiêu hao do ma sát thông qua hệ thống dây cót.</a:t>
            </a:r>
            <a:endParaRPr lang="vi-VN" sz="2200">
              <a:solidFill>
                <a:schemeClr val="dk1"/>
              </a:solidFill>
              <a:latin typeface="Fira Sans Extra Condensed"/>
              <a:ea typeface="Fira Sans Extra Condensed"/>
              <a:cs typeface="Fira Sans Extra Condensed"/>
              <a:sym typeface="Fira Sans Extra Condensed"/>
            </a:endParaRPr>
          </a:p>
        </p:txBody>
      </p:sp>
      <p:pic>
        <p:nvPicPr>
          <p:cNvPr id="734" name="Google Shape;734;p46"/>
          <p:cNvPicPr preferRelativeResize="0"/>
          <p:nvPr/>
        </p:nvPicPr>
        <p:blipFill rotWithShape="1">
          <a:blip r:embed="rId1"/>
          <a:srcRect t="5863" b="4748"/>
          <a:stretch>
            <a:fillRect/>
          </a:stretch>
        </p:blipFill>
        <p:spPr>
          <a:xfrm>
            <a:off x="8002070" y="363894"/>
            <a:ext cx="3857625" cy="6130212"/>
          </a:xfrm>
          <a:prstGeom prst="rect">
            <a:avLst/>
          </a:prstGeom>
          <a:noFill/>
          <a:ln>
            <a:noFill/>
          </a:ln>
        </p:spPr>
      </p:pic>
      <p:sp>
        <p:nvSpPr>
          <p:cNvPr id="735" name="Google Shape;735;p46"/>
          <p:cNvSpPr txBox="1"/>
          <p:nvPr/>
        </p:nvSpPr>
        <p:spPr>
          <a:xfrm>
            <a:off x="730315" y="3977691"/>
            <a:ext cx="6919232" cy="144655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vi-VN" sz="2200" b="1">
                <a:solidFill>
                  <a:srgbClr val="FF0000"/>
                </a:solidFill>
                <a:latin typeface="Fira Sans Extra Condensed"/>
                <a:ea typeface="Fira Sans Extra Condensed"/>
                <a:cs typeface="Fira Sans Extra Condensed"/>
                <a:sym typeface="Fira Sans Extra Condensed"/>
              </a:rPr>
              <a:t>■ Bài tập về nhà: </a:t>
            </a:r>
            <a:r>
              <a:rPr lang="vi-VN" sz="2200">
                <a:solidFill>
                  <a:schemeClr val="dk1"/>
                </a:solidFill>
                <a:latin typeface="Fira Sans Extra Condensed"/>
                <a:ea typeface="Fira Sans Extra Condensed"/>
                <a:cs typeface="Fira Sans Extra Condensed"/>
                <a:sym typeface="Fira Sans Extra Condensed"/>
              </a:rPr>
              <a:t>Hãy phân tích sự chuyển hóa năng lượng giữa động năng và thế năng trong hệ gồm hai lò xo và vật nặng m được mắc như hình vẽ bên. Khi quả nặng được thả cho dao động.</a:t>
            </a:r>
            <a:endParaRPr lang="vi-VN" sz="2200">
              <a:solidFill>
                <a:schemeClr val="dk1"/>
              </a:solidFill>
              <a:latin typeface="Fira Sans Extra Condensed"/>
              <a:ea typeface="Fira Sans Extra Condensed"/>
              <a:cs typeface="Fira Sans Extra Condensed"/>
              <a:sym typeface="Fira Sans Extra Condensed"/>
            </a:endParaRPr>
          </a:p>
        </p:txBody>
      </p:sp>
      <p:pic>
        <p:nvPicPr>
          <p:cNvPr id="736" name="Google Shape;736;p46" descr="A picture containing text, font, screenshot, line&#10;&#10;Description automatically generated"/>
          <p:cNvPicPr preferRelativeResize="0"/>
          <p:nvPr/>
        </p:nvPicPr>
        <p:blipFill rotWithShape="1">
          <a:blip r:embed="rId2"/>
          <a:srcRect/>
          <a:stretch>
            <a:fillRect/>
          </a:stretch>
        </p:blipFill>
        <p:spPr>
          <a:xfrm>
            <a:off x="2793482" y="5144369"/>
            <a:ext cx="2792898" cy="1222258"/>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34"/>
                                        </p:tgtEl>
                                        <p:attrNameLst>
                                          <p:attrName>style.visibility</p:attrName>
                                        </p:attrNameLst>
                                      </p:cBhvr>
                                      <p:to>
                                        <p:strVal val="visible"/>
                                      </p:to>
                                    </p:set>
                                    <p:animEffect transition="in" filter="fade">
                                      <p:cBhvr>
                                        <p:cTn id="7" dur="5000"/>
                                        <p:tgtEl>
                                          <p:spTgt spid="7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33"/>
                                        </p:tgtEl>
                                        <p:attrNameLst>
                                          <p:attrName>style.visibility</p:attrName>
                                        </p:attrNameLst>
                                      </p:cBhvr>
                                      <p:to>
                                        <p:strVal val="visible"/>
                                      </p:to>
                                    </p:set>
                                    <p:animEffect transition="in" filter="fade">
                                      <p:cBhvr>
                                        <p:cTn id="12" dur="500"/>
                                        <p:tgtEl>
                                          <p:spTgt spid="73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733"/>
                                        </p:tgtEl>
                                      </p:cBhvr>
                                    </p:animEffect>
                                    <p:set>
                                      <p:cBhvr>
                                        <p:cTn id="17" dur="1" fill="hold">
                                          <p:stCondLst>
                                            <p:cond delay="500"/>
                                          </p:stCondLst>
                                        </p:cTn>
                                        <p:tgtEl>
                                          <p:spTgt spid="733"/>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35"/>
                                        </p:tgtEl>
                                        <p:attrNameLst>
                                          <p:attrName>style.visibility</p:attrName>
                                        </p:attrNameLst>
                                      </p:cBhvr>
                                      <p:to>
                                        <p:strVal val="visible"/>
                                      </p:to>
                                    </p:set>
                                    <p:animEffect transition="in" filter="fade">
                                      <p:cBhvr>
                                        <p:cTn id="22" dur="500"/>
                                        <p:tgtEl>
                                          <p:spTgt spid="735"/>
                                        </p:tgtEl>
                                      </p:cBhvr>
                                    </p:animEffect>
                                  </p:childTnLst>
                                </p:cTn>
                              </p:par>
                              <p:par>
                                <p:cTn id="23" presetID="10" presetClass="entr" presetSubtype="0" fill="hold" nodeType="withEffect">
                                  <p:stCondLst>
                                    <p:cond delay="0"/>
                                  </p:stCondLst>
                                  <p:childTnLst>
                                    <p:set>
                                      <p:cBhvr>
                                        <p:cTn id="24" dur="1" fill="hold">
                                          <p:stCondLst>
                                            <p:cond delay="0"/>
                                          </p:stCondLst>
                                        </p:cTn>
                                        <p:tgtEl>
                                          <p:spTgt spid="736"/>
                                        </p:tgtEl>
                                        <p:attrNameLst>
                                          <p:attrName>style.visibility</p:attrName>
                                        </p:attrNameLst>
                                      </p:cBhvr>
                                      <p:to>
                                        <p:strVal val="visible"/>
                                      </p:to>
                                    </p:set>
                                    <p:animEffect transition="in" filter="fade">
                                      <p:cBhvr>
                                        <p:cTn id="25" dur="500"/>
                                        <p:tgtEl>
                                          <p:spTgt spid="7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3597</Words>
  <Application>WPS Spreadsheets</Application>
  <PresentationFormat/>
  <Paragraphs>441</Paragraphs>
  <Slides>22</Slides>
  <Notes>0</Notes>
  <HiddenSlides>0</HiddenSlides>
  <MMClips>0</MMClips>
  <ScaleCrop>false</ScaleCrop>
  <HeadingPairs>
    <vt:vector size="6" baseType="variant">
      <vt:variant>
        <vt:lpstr>已用的字体</vt:lpstr>
      </vt:variant>
      <vt:variant>
        <vt:i4>22</vt:i4>
      </vt:variant>
      <vt:variant>
        <vt:lpstr>主题</vt:lpstr>
      </vt:variant>
      <vt:variant>
        <vt:i4>2</vt:i4>
      </vt:variant>
      <vt:variant>
        <vt:lpstr>幻灯片标题</vt:lpstr>
      </vt:variant>
      <vt:variant>
        <vt:i4>22</vt:i4>
      </vt:variant>
    </vt:vector>
  </HeadingPairs>
  <TitlesOfParts>
    <vt:vector size="46" baseType="lpstr">
      <vt:lpstr>Arial</vt:lpstr>
      <vt:lpstr>SimSun</vt:lpstr>
      <vt:lpstr>Wingdings</vt:lpstr>
      <vt:lpstr>Arial</vt:lpstr>
      <vt:lpstr>Calibri</vt:lpstr>
      <vt:lpstr>Helvetica Neue</vt:lpstr>
      <vt:lpstr>Dancing Script</vt:lpstr>
      <vt:lpstr>Fira Sans Condensed ExtraBold</vt:lpstr>
      <vt:lpstr>Times New Roman</vt:lpstr>
      <vt:lpstr>Fira Sans Condensed Medium</vt:lpstr>
      <vt:lpstr>Fira Sans Extra Condensed</vt:lpstr>
      <vt:lpstr>Georgia</vt:lpstr>
      <vt:lpstr>Microsoft YaHei</vt:lpstr>
      <vt:lpstr>汉仪旗黑</vt:lpstr>
      <vt:lpstr>Arial Unicode MS</vt:lpstr>
      <vt:lpstr>宋体-简</vt:lpstr>
      <vt:lpstr>Times New Roman</vt:lpstr>
      <vt:lpstr>Dancing Script</vt:lpstr>
      <vt:lpstr>Fira Sans Condensed ExtraBold</vt:lpstr>
      <vt:lpstr>Fira Sans Condensed Medium</vt:lpstr>
      <vt:lpstr>Fira Sans Extra Condensed</vt:lpstr>
      <vt:lpstr>Georgia</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VnTeach.Com</dc:creator>
  <cp:keywords>VnTeach.Com</cp:keywords>
  <cp:lastModifiedBy>vietchung</cp:lastModifiedBy>
  <cp:revision>1</cp:revision>
  <dcterms:created xsi:type="dcterms:W3CDTF">2025-09-17T06:56:56Z</dcterms:created>
  <dcterms:modified xsi:type="dcterms:W3CDTF">2025-09-17T06:56:56Z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4A87783C092214E4B85BCA687BB3BB63_42</vt:lpwstr>
  </property>
  <property fmtid="{D5CDD505-2E9C-101B-9397-08002B2CF9AE}" pid="3" name="KSOProductBuildVer">
    <vt:lpwstr>1033-12.1.22553.22553</vt:lpwstr>
  </property>
</Properties>
</file>